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7" r:id="rId4"/>
    <p:sldId id="275" r:id="rId5"/>
    <p:sldId id="278" r:id="rId6"/>
    <p:sldId id="280" r:id="rId7"/>
    <p:sldId id="27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E006C"/>
    <a:srgbClr val="DB13D1"/>
    <a:srgbClr val="BF5C2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1110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20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8360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0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97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9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92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8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5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23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07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1CCA90A-E8F9-445E-BBA2-906B0BB596B2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87602F0-9386-45C4-AD98-67175A1AC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7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52123" y="240146"/>
            <a:ext cx="6570565" cy="648443"/>
          </a:xfrm>
        </p:spPr>
        <p:txBody>
          <a:bodyPr>
            <a:normAutofit/>
          </a:bodyPr>
          <a:lstStyle/>
          <a:p>
            <a:pPr algn="ctr"/>
            <a:r>
              <a:rPr lang="ru-RU" sz="2000" dirty="0" smtClean="0"/>
              <a:t>ФГАОУ «Севастопольский государственный университет»</a:t>
            </a:r>
            <a:endParaRPr lang="ru-RU" sz="20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958353" y="1379913"/>
            <a:ext cx="8558103" cy="22194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ru-RU" sz="40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ru-RU" sz="40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ru-RU" sz="4000" dirty="0" smtClean="0">
                <a:solidFill>
                  <a:schemeClr val="accent6">
                    <a:lumMod val="75000"/>
                  </a:schemeClr>
                </a:solidFill>
              </a:rPr>
              <a:t>Реферат на тему:</a:t>
            </a:r>
          </a:p>
          <a:p>
            <a:pPr algn="ctr"/>
            <a:r>
              <a:rPr lang="ru-RU" sz="4000" dirty="0" smtClean="0">
                <a:solidFill>
                  <a:schemeClr val="accent6">
                    <a:lumMod val="75000"/>
                  </a:schemeClr>
                </a:solidFill>
              </a:rPr>
              <a:t> «</a:t>
            </a:r>
            <a:r>
              <a:rPr lang="ru-RU" sz="4000" dirty="0">
                <a:solidFill>
                  <a:schemeClr val="accent6">
                    <a:lumMod val="75000"/>
                  </a:schemeClr>
                </a:solidFill>
              </a:rPr>
              <a:t>Дыхательные упражнения в физической культуре</a:t>
            </a:r>
            <a:r>
              <a:rPr lang="ru-RU" sz="4000" dirty="0" smtClean="0">
                <a:solidFill>
                  <a:schemeClr val="accent6">
                    <a:lumMod val="75000"/>
                  </a:schemeClr>
                </a:solidFill>
              </a:rPr>
              <a:t>»</a:t>
            </a:r>
            <a:endParaRPr lang="ru-RU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7693892" y="3740728"/>
            <a:ext cx="4096326" cy="21474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1800" dirty="0" smtClean="0"/>
              <a:t>Выполнил:</a:t>
            </a:r>
          </a:p>
          <a:p>
            <a:pPr algn="r"/>
            <a:r>
              <a:rPr lang="ru-RU" sz="1800" dirty="0" smtClean="0"/>
              <a:t>Ст. группы ПИ/б-18-1-о</a:t>
            </a:r>
          </a:p>
          <a:p>
            <a:pPr algn="r"/>
            <a:r>
              <a:rPr lang="ru-RU" sz="1800" dirty="0" err="1" smtClean="0"/>
              <a:t>Шведенко</a:t>
            </a:r>
            <a:r>
              <a:rPr lang="ru-RU" sz="1800" dirty="0" smtClean="0"/>
              <a:t> </a:t>
            </a:r>
            <a:r>
              <a:rPr lang="ru-RU" sz="1800" dirty="0" smtClean="0"/>
              <a:t>Александр</a:t>
            </a:r>
          </a:p>
          <a:p>
            <a:pPr algn="r"/>
            <a:r>
              <a:rPr lang="ru-RU" sz="1800" dirty="0" smtClean="0"/>
              <a:t>Проверил</a:t>
            </a:r>
            <a:r>
              <a:rPr lang="en-US" sz="1800" dirty="0" smtClean="0"/>
              <a:t>:</a:t>
            </a:r>
          </a:p>
          <a:p>
            <a:pPr algn="r"/>
            <a:endParaRPr lang="ru-RU" sz="1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361" y="240146"/>
            <a:ext cx="646857" cy="64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8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914398"/>
            <a:ext cx="12192000" cy="841577"/>
          </a:xfrm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accent6">
                    <a:lumMod val="75000"/>
                  </a:schemeClr>
                </a:solidFill>
              </a:rPr>
              <a:t>ЦЕЛИ</a:t>
            </a:r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sz="4000" dirty="0" smtClean="0">
                <a:solidFill>
                  <a:schemeClr val="accent6">
                    <a:lumMod val="75000"/>
                  </a:schemeClr>
                </a:solidFill>
              </a:rPr>
              <a:t>РЕФЕРАТА </a:t>
            </a:r>
            <a:endParaRPr lang="ru-RU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004291"/>
            <a:ext cx="12192000" cy="4351337"/>
          </a:xfrm>
        </p:spPr>
        <p:txBody>
          <a:bodyPr>
            <a:normAutofit/>
          </a:bodyPr>
          <a:lstStyle/>
          <a:p>
            <a:r>
              <a:rPr lang="ru-RU" sz="2400" dirty="0"/>
              <a:t>Объяснять влияние дыхания на весь организм </a:t>
            </a:r>
            <a:endParaRPr lang="ru-RU" sz="2400" dirty="0" smtClean="0"/>
          </a:p>
          <a:p>
            <a:r>
              <a:rPr lang="ru-RU" sz="2400" dirty="0" smtClean="0"/>
              <a:t>Дать рекомендации по правильному дыханию во время выполнения физических нагрузок</a:t>
            </a:r>
          </a:p>
          <a:p>
            <a:r>
              <a:rPr lang="ru-RU" sz="2400" dirty="0" smtClean="0"/>
              <a:t>Поставить правильное дыхание с помощью йоги</a:t>
            </a:r>
          </a:p>
          <a:p>
            <a:r>
              <a:rPr lang="ru-RU" sz="2400" dirty="0"/>
              <a:t>Общие и отличительные особенности оздоровительных методик</a:t>
            </a:r>
            <a:endParaRPr lang="ru-RU" sz="2400" dirty="0" smtClean="0"/>
          </a:p>
          <a:p>
            <a:endParaRPr lang="ru-RU" sz="2400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566" y="265955"/>
            <a:ext cx="646857" cy="64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5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914398"/>
            <a:ext cx="11305309" cy="1712424"/>
          </a:xfrm>
        </p:spPr>
        <p:txBody>
          <a:bodyPr>
            <a:normAutofit/>
          </a:bodyPr>
          <a:lstStyle/>
          <a:p>
            <a:pPr lvl="0" algn="ctr"/>
            <a:r>
              <a:rPr lang="ru-RU" cap="all" dirty="0" smtClean="0">
                <a:solidFill>
                  <a:schemeClr val="accent6">
                    <a:lumMod val="75000"/>
                  </a:schemeClr>
                </a:solidFill>
              </a:rPr>
              <a:t>Влияние дыхания на организм</a:t>
            </a:r>
            <a:r>
              <a:rPr lang="ru-RU" cap="all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ru-RU" cap="all" dirty="0">
                <a:solidFill>
                  <a:schemeClr val="accent6">
                    <a:lumMod val="75000"/>
                  </a:schemeClr>
                </a:solidFill>
              </a:rPr>
            </a:br>
            <a:endParaRPr lang="ru-RU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626822"/>
            <a:ext cx="11305308" cy="4231178"/>
          </a:xfrm>
        </p:spPr>
        <p:txBody>
          <a:bodyPr/>
          <a:lstStyle/>
          <a:p>
            <a:pPr marL="0" lvl="0" indent="0" algn="just">
              <a:buNone/>
            </a:pPr>
            <a:r>
              <a:rPr lang="ru-RU" dirty="0" smtClean="0"/>
              <a:t>Правильное </a:t>
            </a:r>
            <a:r>
              <a:rPr lang="ru-RU" dirty="0"/>
              <a:t>дыхание положительно влияет на наше самочувствие, обеспечивает приток кислорода, а значит, улучшает результат тренировки. При достаточном объеме кислорода быстрее сжигается жир, мышцы лучше восстанавливаются, скорее проходит усталость. Поэтому к занятиям спортом необходим осознанный подход Правильное дыхание положительно влияет на наше самочувствие, обеспечивает приток кислорода, а значит, улучшает результат тренировки. При достаточном объеме кислорода быстрее сжигается жир, мышцы лучше восстанавливаются, скорее проходит усталость. Поэтому к занятиям спортом необходим осознанный подход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566" y="265955"/>
            <a:ext cx="646857" cy="648443"/>
          </a:xfrm>
          <a:prstGeom prst="rect">
            <a:avLst/>
          </a:prstGeom>
        </p:spPr>
      </p:pic>
      <p:pic>
        <p:nvPicPr>
          <p:cNvPr id="1026" name="Picture 2" descr="Яндекс.Здоровье — Википеди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827" y="4742411"/>
            <a:ext cx="1934472" cy="1934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96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914398"/>
            <a:ext cx="11305309" cy="1712424"/>
          </a:xfrm>
        </p:spPr>
        <p:txBody>
          <a:bodyPr>
            <a:normAutofit fontScale="90000"/>
          </a:bodyPr>
          <a:lstStyle/>
          <a:p>
            <a:pPr lvl="0" algn="ctr"/>
            <a:r>
              <a:rPr lang="ru-RU" cap="all" dirty="0">
                <a:solidFill>
                  <a:schemeClr val="accent6">
                    <a:lumMod val="75000"/>
                  </a:schemeClr>
                </a:solidFill>
              </a:rPr>
              <a:t>Основы правильного дыхания при физических упражнениях</a:t>
            </a:r>
            <a:br>
              <a:rPr lang="ru-RU" cap="all" dirty="0">
                <a:solidFill>
                  <a:schemeClr val="accent6">
                    <a:lumMod val="75000"/>
                  </a:schemeClr>
                </a:solidFill>
              </a:rPr>
            </a:br>
            <a:endParaRPr lang="ru-RU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626822"/>
            <a:ext cx="12192000" cy="4231178"/>
          </a:xfrm>
        </p:spPr>
        <p:txBody>
          <a:bodyPr/>
          <a:lstStyle/>
          <a:p>
            <a:pPr lvl="0"/>
            <a:r>
              <a:rPr lang="ru-RU" sz="2800" dirty="0"/>
              <a:t>Различайте вдох и </a:t>
            </a:r>
            <a:r>
              <a:rPr lang="ru-RU" sz="2800" dirty="0" smtClean="0"/>
              <a:t>выдох</a:t>
            </a:r>
          </a:p>
          <a:p>
            <a:r>
              <a:rPr lang="ru-RU" sz="2800" dirty="0"/>
              <a:t>Дышите «животом»</a:t>
            </a:r>
          </a:p>
          <a:p>
            <a:r>
              <a:rPr lang="ru-RU" sz="2800" dirty="0"/>
              <a:t>Дышите глубоко</a:t>
            </a:r>
          </a:p>
          <a:p>
            <a:r>
              <a:rPr lang="ru-RU" sz="2800" dirty="0"/>
              <a:t>Не забывайте </a:t>
            </a:r>
            <a:r>
              <a:rPr lang="ru-RU" sz="2800" dirty="0" smtClean="0"/>
              <a:t>дышать во время сильных нагрузок</a:t>
            </a:r>
            <a:endParaRPr lang="ru-RU" sz="2800" dirty="0"/>
          </a:p>
          <a:p>
            <a:pPr lvl="0"/>
            <a:endParaRPr lang="ru-RU" dirty="0" smtClean="0"/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566" y="265955"/>
            <a:ext cx="646857" cy="648443"/>
          </a:xfrm>
          <a:prstGeom prst="rect">
            <a:avLst/>
          </a:prstGeom>
        </p:spPr>
      </p:pic>
      <p:pic>
        <p:nvPicPr>
          <p:cNvPr id="2050" name="Picture 2" descr="Образ жизни, который убивает или дает здоровье, каждый выбирает сам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183" y="2626822"/>
            <a:ext cx="2302570" cy="172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32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8190" y="0"/>
            <a:ext cx="11338561" cy="1379913"/>
          </a:xfrm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accent6">
                    <a:lumMod val="75000"/>
                  </a:schemeClr>
                </a:solidFill>
              </a:rPr>
              <a:t>ЙОГА</a:t>
            </a:r>
            <a:endParaRPr lang="ru-RU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88473"/>
            <a:ext cx="11280371" cy="5569527"/>
          </a:xfrm>
        </p:spPr>
        <p:txBody>
          <a:bodyPr/>
          <a:lstStyle/>
          <a:p>
            <a:pPr marL="0" lvl="0" indent="0">
              <a:buNone/>
            </a:pPr>
            <a:endParaRPr lang="ru-RU" dirty="0" smtClean="0"/>
          </a:p>
          <a:p>
            <a:pPr lvl="0" algn="just"/>
            <a:r>
              <a:rPr lang="ru-RU" sz="2800" dirty="0" smtClean="0"/>
              <a:t>Йога помогает </a:t>
            </a:r>
            <a:r>
              <a:rPr lang="ru-RU" sz="2800" dirty="0"/>
              <a:t>разработать легкие и научить правильному </a:t>
            </a:r>
            <a:r>
              <a:rPr lang="ru-RU" sz="2800" dirty="0" smtClean="0"/>
              <a:t>дыханию. </a:t>
            </a:r>
            <a:r>
              <a:rPr lang="ru-RU" sz="2800" dirty="0"/>
              <a:t>«Человек может прожить без воды несколько дней, без еды — несколько недель, но без воздуха ни минуты. Для качественной жизни просто вдыхать кислород недостаточно, этот процесс должен быть осознанным и контролируемым. Управление энергией очищает сознание, усмиряет мысли, позволяет видеть мир адекватно</a:t>
            </a:r>
            <a:r>
              <a:rPr lang="ru-RU" sz="2800" dirty="0" smtClean="0"/>
              <a:t>». Йога помогает успокоить нервную систему и нормализует кровяное давление. </a:t>
            </a:r>
            <a:endParaRPr lang="ru-RU" sz="2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566" y="265955"/>
            <a:ext cx="646857" cy="64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9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65760"/>
            <a:ext cx="12192000" cy="1325562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Выводы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003367"/>
            <a:ext cx="11305309" cy="4176770"/>
          </a:xfrm>
        </p:spPr>
        <p:txBody>
          <a:bodyPr/>
          <a:lstStyle/>
          <a:p>
            <a:r>
              <a:rPr lang="ru-RU" dirty="0"/>
              <a:t>При правильном подходе к дыханию, можно укрепить здоровье и усилить иммунитет, что поможет в будущем. </a:t>
            </a:r>
            <a:endParaRPr lang="ru-RU" dirty="0" smtClean="0"/>
          </a:p>
          <a:p>
            <a:r>
              <a:rPr lang="ru-RU" dirty="0"/>
              <a:t>Мы должны уделять этому должное внимание и регулярно выполнять специальные упражнения</a:t>
            </a:r>
            <a:r>
              <a:rPr lang="ru-RU" dirty="0" smtClean="0"/>
              <a:t>.</a:t>
            </a:r>
          </a:p>
          <a:p>
            <a:r>
              <a:rPr lang="ru-RU" dirty="0"/>
              <a:t>Были даны рекомендации, а также рекомендуемые упражнения, которые помогут поставить правильное дыхание не только во время выполнения физических нагрузок, а также и в повседневной жизни. </a:t>
            </a:r>
            <a:endParaRPr lang="ru-RU" dirty="0" smtClean="0"/>
          </a:p>
          <a:p>
            <a:r>
              <a:rPr lang="ru-RU" dirty="0"/>
              <a:t>Б</a:t>
            </a:r>
            <a:r>
              <a:rPr lang="ru-RU" dirty="0" smtClean="0"/>
              <a:t>ыло </a:t>
            </a:r>
            <a:r>
              <a:rPr lang="ru-RU" dirty="0"/>
              <a:t>проанализировано влияние дыхания на весь организм. 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566" y="265955"/>
            <a:ext cx="646857" cy="648443"/>
          </a:xfrm>
          <a:prstGeom prst="rect">
            <a:avLst/>
          </a:prstGeom>
        </p:spPr>
      </p:pic>
      <p:sp>
        <p:nvSpPr>
          <p:cNvPr id="6" name="AutoShape 2" descr="Здоровье - About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86" name="Picture 14" descr="Яндекс.Здоровье — Википеди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009" y="3914688"/>
            <a:ext cx="2003974" cy="200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79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1818" y="0"/>
            <a:ext cx="11730182" cy="6857999"/>
          </a:xfrm>
        </p:spPr>
        <p:txBody>
          <a:bodyPr anchor="ctr">
            <a:noAutofit/>
          </a:bodyPr>
          <a:lstStyle/>
          <a:p>
            <a:pPr algn="ctr"/>
            <a:r>
              <a:rPr lang="ru-RU" sz="4800" dirty="0" smtClean="0">
                <a:solidFill>
                  <a:schemeClr val="accent6">
                    <a:lumMod val="75000"/>
                  </a:schemeClr>
                </a:solidFill>
              </a:rPr>
              <a:t>СПАСИБО ЗА ВНИМАНИЕ!</a:t>
            </a:r>
            <a:endParaRPr lang="ru-RU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67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407</TotalTime>
  <Words>312</Words>
  <Application>Microsoft Office PowerPoint</Application>
  <PresentationFormat>Широкоэкранный</PresentationFormat>
  <Paragraphs>30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Schoolbook</vt:lpstr>
      <vt:lpstr>Wingdings 2</vt:lpstr>
      <vt:lpstr>View</vt:lpstr>
      <vt:lpstr>ФГАОУ «Севастопольский государственный университет»</vt:lpstr>
      <vt:lpstr>ЦЕЛИ РЕФЕРАТА </vt:lpstr>
      <vt:lpstr>Влияние дыхания на организм </vt:lpstr>
      <vt:lpstr>Основы правильного дыхания при физических упражнениях </vt:lpstr>
      <vt:lpstr>ЙОГА</vt:lpstr>
      <vt:lpstr>Выводы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Alexandr Shvedenko</dc:creator>
  <cp:lastModifiedBy>707_angel_707@mail.ru</cp:lastModifiedBy>
  <cp:revision>28</cp:revision>
  <dcterms:created xsi:type="dcterms:W3CDTF">2019-12-16T07:14:46Z</dcterms:created>
  <dcterms:modified xsi:type="dcterms:W3CDTF">2020-12-18T13:59:26Z</dcterms:modified>
</cp:coreProperties>
</file>