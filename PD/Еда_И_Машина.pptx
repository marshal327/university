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b5bcb53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b5bcb53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b5bcb53e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b5bcb53e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b5bcb53e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b5bcb53e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b5bcb53e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b5bcb53e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b5bcb53e3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ab5bcb53e3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b5bcb53e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b5bcb53e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667763" y="473202"/>
            <a:ext cx="3926681" cy="3921919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823791"/>
            <a:ext cx="7738814" cy="3296241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4484398"/>
            <a:ext cx="6034030" cy="55670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4781759"/>
            <a:ext cx="1747292" cy="261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4781759"/>
            <a:ext cx="1747292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2570048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7244882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805417"/>
            <a:ext cx="6140303" cy="3048470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3869836"/>
            <a:ext cx="5263116" cy="7133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4781759"/>
            <a:ext cx="1120460" cy="261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4781759"/>
            <a:ext cx="1115675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51435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18536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714500"/>
            <a:ext cx="3600450" cy="27146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7" y="1714500"/>
            <a:ext cx="3600450" cy="27146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20298750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546" y="285750"/>
            <a:ext cx="7629525" cy="11201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9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975" y="2181826"/>
            <a:ext cx="3600450" cy="224729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181826"/>
            <a:ext cx="3600450" cy="224729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150864729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0085987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752895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342900"/>
            <a:ext cx="2319086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690283"/>
            <a:ext cx="4618814" cy="373884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306002"/>
            <a:ext cx="2319086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4781759"/>
            <a:ext cx="925016" cy="261347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4781759"/>
            <a:ext cx="924342" cy="2593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276591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51434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342900"/>
            <a:ext cx="2319088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306002"/>
            <a:ext cx="2319088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4781759"/>
            <a:ext cx="924342" cy="261347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5676" y="4781759"/>
            <a:ext cx="925830" cy="2593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2236302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3342857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9741" y="286790"/>
            <a:ext cx="1119099" cy="420030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286789"/>
            <a:ext cx="6294439" cy="420030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2407449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855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6020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825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" y="841772"/>
            <a:ext cx="9144000" cy="17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ru-RU" sz="4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Еда_И_Машина</a:t>
            </a:r>
            <a:r>
              <a:rPr lang="ru-RU" sz="4000" dirty="0">
                <a:solidFill>
                  <a:schemeClr val="dk1"/>
                </a:solidFill>
              </a:rPr>
              <a:t/>
            </a:r>
            <a:br>
              <a:rPr lang="ru-RU" sz="4000" dirty="0">
                <a:solidFill>
                  <a:schemeClr val="dk1"/>
                </a:solidFill>
              </a:rPr>
            </a:br>
            <a:endParaRPr sz="40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99391" y="1994452"/>
            <a:ext cx="8196470" cy="20276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ctr">
              <a:lnSpc>
                <a:spcPct val="115000"/>
              </a:lnSpc>
            </a:pPr>
            <a:r>
              <a:rPr lang="ru-RU" sz="2800" dirty="0" smtClean="0">
                <a:solidFill>
                  <a:schemeClr val="dk1"/>
                </a:solidFill>
              </a:rPr>
              <a:t>ПО </a:t>
            </a:r>
            <a:r>
              <a:rPr lang="ru-RU" sz="2800" dirty="0">
                <a:solidFill>
                  <a:schemeClr val="dk1"/>
                </a:solidFill>
              </a:rPr>
              <a:t>для создания </a:t>
            </a:r>
            <a:endParaRPr lang="ru-RU" sz="2800" dirty="0" smtClean="0">
              <a:solidFill>
                <a:schemeClr val="dk1"/>
              </a:solidFill>
            </a:endParaRPr>
          </a:p>
          <a:p>
            <a:pPr marL="914400" lvl="0" indent="0" algn="ctr">
              <a:lnSpc>
                <a:spcPct val="115000"/>
              </a:lnSpc>
            </a:pPr>
            <a:r>
              <a:rPr lang="ru-RU" sz="2800" dirty="0" smtClean="0">
                <a:solidFill>
                  <a:schemeClr val="dk1"/>
                </a:solidFill>
              </a:rPr>
              <a:t>интерактивных </a:t>
            </a:r>
            <a:r>
              <a:rPr lang="ru-RU" sz="2800" dirty="0">
                <a:solidFill>
                  <a:schemeClr val="dk1"/>
                </a:solidFill>
              </a:rPr>
              <a:t>карт помещений</a:t>
            </a:r>
            <a:endParaRPr sz="2800" dirty="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4254" y="116347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761" y="96336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" sz="2800" b="1" dirty="0">
                <a:solidFill>
                  <a:srgbClr val="0070C0"/>
                </a:solidFill>
              </a:rPr>
              <a:t>Стейкхолдеры </a:t>
            </a:r>
            <a:endParaRPr lang="ru" sz="2800" dirty="0">
              <a:solidFill>
                <a:srgbClr val="0070C0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212775" y="1739949"/>
            <a:ext cx="4791264" cy="1259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chemeClr val="dk1"/>
                </a:solidFill>
              </a:rPr>
              <a:t>З</a:t>
            </a:r>
            <a:r>
              <a:rPr lang="ru" sz="2000" dirty="0" smtClean="0">
                <a:solidFill>
                  <a:schemeClr val="dk1"/>
                </a:solidFill>
              </a:rPr>
              <a:t>аказчик</a:t>
            </a:r>
            <a:r>
              <a:rPr lang="ru" sz="2000" dirty="0" smtClean="0">
                <a:solidFill>
                  <a:schemeClr val="dk1"/>
                </a:solidFill>
              </a:rPr>
              <a:t>: ПАО «Магнит», Краснодар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 smtClean="0">
                <a:solidFill>
                  <a:schemeClr val="dk1"/>
                </a:solidFill>
              </a:rPr>
              <a:t>Пользователи: Сотрудники компании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dk1"/>
                </a:solidFill>
              </a:rPr>
              <a:t>Кто ещё вовлечён: Университет </a:t>
            </a:r>
            <a:r>
              <a:rPr lang="ru-RU" sz="2000" dirty="0" err="1" smtClean="0">
                <a:solidFill>
                  <a:schemeClr val="dk1"/>
                </a:solidFill>
              </a:rPr>
              <a:t>СевГУ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9967" y="169451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3478" y="160685"/>
            <a:ext cx="927848" cy="46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8" name="Picture 6" descr="https://psv4.userapi.com/c856236/u251703382/docs/d1/84a7d681c03b/espaco-do-editor-1.png?extra=9cc_5SIvLg8nP_5rEHJ54Ja6D-RozKoo4pITZ1nXdOiWk6RWtfbJUq7NVzqRcDMHMXz3NwDD0rkqLRr_mQxky2Q05nn_zO1RjzaOqPXOZ2uJpnOIuZk07sDGg5PbyimEWSpjthKdQyKk-rXPg6BjeD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46" y="1579157"/>
            <a:ext cx="3386533" cy="181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0" y="445025"/>
            <a:ext cx="914399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70C0"/>
                </a:solidFill>
              </a:rPr>
              <a:t>О проекте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2667703" y="1382888"/>
            <a:ext cx="5764695" cy="2951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ru" sz="2000" b="1" dirty="0" smtClean="0">
                <a:solidFill>
                  <a:schemeClr val="tx1"/>
                </a:solidFill>
              </a:rPr>
              <a:t>Проблема </a:t>
            </a:r>
            <a:r>
              <a:rPr lang="ru" b="1" dirty="0">
                <a:solidFill>
                  <a:schemeClr val="tx1"/>
                </a:solidFill>
              </a:rPr>
              <a:t>– </a:t>
            </a:r>
            <a:r>
              <a:rPr lang="ru-RU" sz="2000" dirty="0" smtClean="0">
                <a:solidFill>
                  <a:schemeClr val="tx1"/>
                </a:solidFill>
              </a:rPr>
              <a:t>В </a:t>
            </a:r>
            <a:r>
              <a:rPr lang="ru-RU" sz="2000" dirty="0">
                <a:solidFill>
                  <a:schemeClr val="tx1"/>
                </a:solidFill>
              </a:rPr>
              <a:t>компаниях с </a:t>
            </a:r>
            <a:r>
              <a:rPr lang="ru-RU" sz="2000" dirty="0" err="1">
                <a:solidFill>
                  <a:schemeClr val="tx1"/>
                </a:solidFill>
              </a:rPr>
              <a:t>Open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space</a:t>
            </a:r>
            <a:r>
              <a:rPr lang="ru-RU" sz="2000" dirty="0">
                <a:solidFill>
                  <a:schemeClr val="tx1"/>
                </a:solidFill>
              </a:rPr>
              <a:t> часто возникают проблемы с поиском рабочего места для коллег, кофейных </a:t>
            </a:r>
            <a:r>
              <a:rPr lang="ru-RU" sz="2000" dirty="0" smtClean="0">
                <a:solidFill>
                  <a:schemeClr val="tx1"/>
                </a:solidFill>
              </a:rPr>
              <a:t>аппаратов, а также других вещей</a:t>
            </a:r>
            <a:r>
              <a:rPr lang="ru-RU" sz="2000" dirty="0" smtClean="0">
                <a:solidFill>
                  <a:schemeClr val="tx1"/>
                </a:solidFill>
              </a:rPr>
              <a:t>.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Мы предлагаем решение </a:t>
            </a:r>
            <a:r>
              <a:rPr lang="ru" sz="2000" dirty="0">
                <a:solidFill>
                  <a:schemeClr val="tx1"/>
                </a:solidFill>
              </a:rPr>
              <a:t>–</a:t>
            </a:r>
            <a:r>
              <a:rPr lang="ru" sz="2000" b="1" dirty="0">
                <a:solidFill>
                  <a:schemeClr val="tx1"/>
                </a:solidFill>
              </a:rPr>
              <a:t> </a:t>
            </a:r>
            <a:r>
              <a:rPr lang="ru-RU" sz="2000" dirty="0" smtClean="0">
                <a:solidFill>
                  <a:schemeClr val="tx1"/>
                </a:solidFill>
              </a:rPr>
              <a:t>программу </a:t>
            </a:r>
            <a:r>
              <a:rPr lang="ru-RU" sz="2000" dirty="0">
                <a:solidFill>
                  <a:schemeClr val="tx1"/>
                </a:solidFill>
              </a:rPr>
              <a:t>с помощью которой можно создавать интерактивные карты </a:t>
            </a:r>
            <a:r>
              <a:rPr lang="ru-RU" sz="2000" dirty="0" smtClean="0">
                <a:solidFill>
                  <a:schemeClr val="tx1"/>
                </a:solidFill>
              </a:rPr>
              <a:t>помещений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8749" y="124287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8474" y="79862"/>
            <a:ext cx="927848" cy="46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https://psv4.userapi.com/c856236/u251703382/docs/d7/4a96d521d63e/bxFDeFc1HtA.png?extra=Txf3lydHX7VJFHdySlKuIuq-3uXdVffvz3eYUFTvhwjZVsrdpei5BzTk5X1NG4bUVgzvy20ep8O6nokd2IDeccyjf8-mh9s9F3BpkamAhHK4FfEDEzFtVq5Q8MNNq_NhRvDHe62_W_3l1Zyfj_f0DT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35" y="1073727"/>
            <a:ext cx="1988127" cy="198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-1" y="862925"/>
            <a:ext cx="914400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sz="2800" b="1" dirty="0">
                <a:solidFill>
                  <a:srgbClr val="0070C0"/>
                </a:solidFill>
              </a:rPr>
              <a:t>Демонстрация </a:t>
            </a:r>
            <a:r>
              <a:rPr lang="ru-RU" sz="2800" b="1" dirty="0" smtClean="0">
                <a:solidFill>
                  <a:srgbClr val="0070C0"/>
                </a:solidFill>
              </a:rPr>
              <a:t>Нашего решения</a:t>
            </a:r>
            <a:r>
              <a:rPr lang="ru-RU" sz="2800" dirty="0">
                <a:solidFill>
                  <a:schemeClr val="dk1"/>
                </a:solidFill>
              </a:rPr>
              <a:t/>
            </a:r>
            <a:br>
              <a:rPr lang="ru-RU" sz="2800" dirty="0">
                <a:solidFill>
                  <a:schemeClr val="dk1"/>
                </a:solidFill>
              </a:rPr>
            </a:br>
            <a:endParaRPr dirty="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7214" y="184960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8528" y="162748"/>
            <a:ext cx="927848" cy="46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https://sun9-46.userapi.com/impg/2MSx3OiBdZYW4EGezB_G4_AixnfuigtmCJEMLg/csJZ6qjt6b8.jpg?size=627x507&amp;quality=96&amp;proxy=1&amp;sign=abbc2ff866f17ef781424c8b5d575c9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677" y="1674978"/>
            <a:ext cx="3252644" cy="2630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858982" y="781877"/>
            <a:ext cx="8285018" cy="815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" sz="2800" b="1" dirty="0">
                <a:solidFill>
                  <a:srgbClr val="0070C0"/>
                </a:solidFill>
              </a:rPr>
              <a:t>Выгода заказчика от </a:t>
            </a:r>
            <a:r>
              <a:rPr lang="ru" sz="2800" b="1" dirty="0" smtClean="0">
                <a:solidFill>
                  <a:srgbClr val="0070C0"/>
                </a:solidFill>
              </a:rPr>
              <a:t>решения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858982" y="1152475"/>
            <a:ext cx="7973318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" sz="2000" b="1" dirty="0" smtClean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 smtClean="0">
                <a:solidFill>
                  <a:srgbClr val="000000"/>
                </a:solidFill>
              </a:rPr>
              <a:t>Наше решение облегчит пользователям процедуру составления </a:t>
            </a:r>
            <a:r>
              <a:rPr lang="ru-RU" sz="2000" dirty="0">
                <a:solidFill>
                  <a:srgbClr val="000000"/>
                </a:solidFill>
              </a:rPr>
              <a:t>интерактивных карт </a:t>
            </a:r>
            <a:r>
              <a:rPr lang="ru-RU" sz="2000" dirty="0" smtClean="0">
                <a:solidFill>
                  <a:srgbClr val="000000"/>
                </a:solidFill>
              </a:rPr>
              <a:t>помещений. С помощью нашего программного продукта можно будет с легкостью расставить объекты в помещении, тем самым сэкономив время.</a:t>
            </a:r>
            <a:endParaRPr lang="ru" sz="2000" dirty="0" smtClean="0">
              <a:solidFill>
                <a:srgbClr val="666666"/>
              </a:solidFill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0380" y="162238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7304" y="140026"/>
            <a:ext cx="927848" cy="46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0" r="20785"/>
          <a:stretch/>
        </p:blipFill>
        <p:spPr>
          <a:xfrm>
            <a:off x="1433946" y="668631"/>
            <a:ext cx="706582" cy="7193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0" y="841513"/>
            <a:ext cx="9144000" cy="8481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" sz="2800" b="1" dirty="0">
                <a:solidFill>
                  <a:srgbClr val="0070C0"/>
                </a:solidFill>
              </a:rPr>
              <a:t>Команда проекта</a:t>
            </a:r>
            <a:r>
              <a:rPr lang="ru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ru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endParaRPr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990600" y="1808922"/>
            <a:ext cx="8153399" cy="20357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 smtClean="0">
                <a:solidFill>
                  <a:schemeClr val="dk1"/>
                </a:solidFill>
              </a:rPr>
              <a:t>Шведенко Александр Сергеевич – Лидер, разработчик</a:t>
            </a:r>
          </a:p>
          <a:p>
            <a:pPr marL="0" lvl="0" indent="0">
              <a:buNone/>
            </a:pPr>
            <a:r>
              <a:rPr lang="ru" sz="2000" dirty="0" smtClean="0">
                <a:solidFill>
                  <a:schemeClr val="dk1"/>
                </a:solidFill>
              </a:rPr>
              <a:t>Джинория Денис </a:t>
            </a:r>
            <a:r>
              <a:rPr lang="ru" sz="2000" dirty="0">
                <a:solidFill>
                  <a:schemeClr val="dk1"/>
                </a:solidFill>
              </a:rPr>
              <a:t>Ираклиевич – Разработчик</a:t>
            </a:r>
            <a:endParaRPr lang="ru" sz="2000" dirty="0" smtClean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ru" sz="2000" dirty="0" smtClean="0">
                <a:solidFill>
                  <a:schemeClr val="dk1"/>
                </a:solidFill>
              </a:rPr>
              <a:t>Бородин Родион </a:t>
            </a:r>
            <a:r>
              <a:rPr lang="ru" sz="2000" dirty="0">
                <a:solidFill>
                  <a:schemeClr val="dk1"/>
                </a:solidFill>
              </a:rPr>
              <a:t>Владиславович </a:t>
            </a:r>
            <a:r>
              <a:rPr lang="ru" sz="2000" dirty="0" smtClean="0">
                <a:solidFill>
                  <a:schemeClr val="dk1"/>
                </a:solidFill>
              </a:rPr>
              <a:t>– Разработчик, дизайнер</a:t>
            </a:r>
          </a:p>
          <a:p>
            <a:pPr marL="0" lvl="0" indent="0">
              <a:buNone/>
            </a:pPr>
            <a:r>
              <a:rPr lang="ru" sz="2000" dirty="0" smtClean="0">
                <a:solidFill>
                  <a:schemeClr val="dk1"/>
                </a:solidFill>
              </a:rPr>
              <a:t>Волосовец </a:t>
            </a:r>
            <a:r>
              <a:rPr lang="ru" sz="2000" dirty="0">
                <a:solidFill>
                  <a:schemeClr val="dk1"/>
                </a:solidFill>
              </a:rPr>
              <a:t>Даниил </a:t>
            </a:r>
            <a:r>
              <a:rPr lang="ru" sz="2000" dirty="0" smtClean="0">
                <a:solidFill>
                  <a:schemeClr val="dk1"/>
                </a:solidFill>
              </a:rPr>
              <a:t>– Разработчик, тестеровщик 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64" y="124614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9307" y="80189"/>
            <a:ext cx="927848" cy="46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Picture 18" descr="https://psv4.userapi.com/c856236/u251703382/docs/d11/1b4ce926d304/kisspng-computer-icons-person-white-people-clip-art-white-people-5adde8ea4d1e63.png?extra=-x5FhaBzllgLXXO2yHmdBd1SNY16OwreA9EY0QOExD3VPytyajk9n0nFTLnKzpE08kcgfyH1AjyBwzG7Zn5GoRhlg1swDN2-lvUzee9IlNoIiWH3Ah4KdhPhvcJMt3EtqaN6tonQfD1yBaVrn3NMK_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701" y="587395"/>
            <a:ext cx="1033252" cy="1033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458</TotalTime>
  <Words>128</Words>
  <Application>Microsoft Office PowerPoint</Application>
  <PresentationFormat>Экран (16:9)</PresentationFormat>
  <Paragraphs>23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Corbel</vt:lpstr>
      <vt:lpstr>Gill Sans MT</vt:lpstr>
      <vt:lpstr>Impact</vt:lpstr>
      <vt:lpstr>Badge</vt:lpstr>
      <vt:lpstr>Еда_И_Машина </vt:lpstr>
      <vt:lpstr>Стейкхолдеры </vt:lpstr>
      <vt:lpstr>О проекте</vt:lpstr>
      <vt:lpstr>Демонстрация Нашего решения </vt:lpstr>
      <vt:lpstr>Выгода заказчика от решения</vt:lpstr>
      <vt:lpstr>Команда проекта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Титульный слайд  </dc:title>
  <cp:lastModifiedBy>Alexandr Shvedenko</cp:lastModifiedBy>
  <cp:revision>28</cp:revision>
  <dcterms:modified xsi:type="dcterms:W3CDTF">2020-11-30T15:41:26Z</dcterms:modified>
</cp:coreProperties>
</file>