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/>
    <p:restoredTop sz="64946"/>
  </p:normalViewPr>
  <p:slideViewPr>
    <p:cSldViewPr snapToGrid="0">
      <p:cViewPr varScale="1">
        <p:scale>
          <a:sx n="94" d="100"/>
          <a:sy n="94" d="100"/>
        </p:scale>
        <p:origin x="228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FF0000"/>
                </a:solidFill>
              </a:rPr>
              <a:t>ПЕРЕД ТЕМ, КАК ПРИСТУПИТЬ К РАБОТЕ, ПРОЧИТАЙТЕ ЗАМЕТКИ ДОКЛАДЧИКА НА ЭТОМ И ОСТАЛЬНЫХ СЛАЙДАХ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Шаблон </a:t>
            </a:r>
            <a:r>
              <a:rPr lang="ru" dirty="0">
                <a:solidFill>
                  <a:schemeClr val="dk1"/>
                </a:solidFill>
              </a:rPr>
              <a:t>мы даём не просто так: </a:t>
            </a:r>
            <a:r>
              <a:rPr lang="ru" b="1" dirty="0">
                <a:solidFill>
                  <a:schemeClr val="dk1"/>
                </a:solidFill>
              </a:rPr>
              <a:t>вам он поможет сказать всё, что нужно, и уложиться в отведённое время, а экспертам облегчит восприятие и обратную связь</a:t>
            </a:r>
            <a:r>
              <a:rPr lang="ru" dirty="0">
                <a:solidFill>
                  <a:schemeClr val="dk1"/>
                </a:solidFill>
              </a:rPr>
              <a:t>. Пожалуйста, следуйте ему — не нужно менять местами слайды. </a:t>
            </a:r>
            <a:r>
              <a:rPr lang="ru-RU" dirty="0">
                <a:solidFill>
                  <a:schemeClr val="dk1"/>
                </a:solidFill>
              </a:rPr>
              <a:t>П</a:t>
            </a:r>
            <a:r>
              <a:rPr lang="ru" dirty="0">
                <a:solidFill>
                  <a:schemeClr val="dk1"/>
                </a:solidFill>
              </a:rPr>
              <a:t>ри необходимости можете добавить дополнитульную информацию.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</a:rPr>
              <a:t>У вас есть простор для творчества: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 dirty="0">
                <a:solidFill>
                  <a:schemeClr val="dk1"/>
                </a:solidFill>
              </a:rPr>
              <a:t>вы можете поменять тему (цвета, шрифты, фон), но не переусердствуйте с форматированием — сначала доделайте содержание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ru" dirty="0">
                <a:solidFill>
                  <a:schemeClr val="dk1"/>
                </a:solidFill>
              </a:rPr>
              <a:t>мы рекомендуем использовать иллюстрации и схемы, имеющие отношение к вашему проекту — но они должны </a:t>
            </a:r>
            <a:r>
              <a:rPr lang="ru" b="1" dirty="0">
                <a:solidFill>
                  <a:schemeClr val="dk1"/>
                </a:solidFill>
              </a:rPr>
              <a:t>помогать </a:t>
            </a:r>
            <a:r>
              <a:rPr lang="ru" dirty="0">
                <a:solidFill>
                  <a:schemeClr val="dk1"/>
                </a:solidFill>
              </a:rPr>
              <a:t>воспринимать информацию, а не запутывать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5e60d0ca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5e60d0ca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5e60d0ca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a5e60d0ca3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5e60d0ca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5e60d0ca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Этот слайд при необходимости можно удалить и вместо него вставить видео, или слайды, демонстрирующие принцип работы.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5e60d0ca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5e60d0ca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35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5e60d0ca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5e60d0ca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5e60d0ca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5e60d0ca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5e60d0ca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5e60d0ca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b="1" dirty="0">
                <a:solidFill>
                  <a:srgbClr val="0000FF"/>
                </a:solidFill>
              </a:rPr>
              <a:t>Друзья, просим вас не зачитывать информацию со слайдов, а рассказывать своими словами!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5e60d0ca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5e60d0ca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00"/>
                </a:solidFill>
              </a:rPr>
              <a:t>Пожалуйста, ещё раз укажите название проекта и команды - это поможет избежать путаницы в оценках</a:t>
            </a:r>
            <a:br>
              <a:rPr lang="ru">
                <a:solidFill>
                  <a:srgbClr val="FF0000"/>
                </a:solidFill>
              </a:rPr>
            </a:br>
            <a:br>
              <a:rPr lang="ru">
                <a:solidFill>
                  <a:srgbClr val="FF0000"/>
                </a:solidFill>
              </a:rPr>
            </a:br>
            <a:r>
              <a:rPr lang="ru"/>
              <a:t>Здесь вы можете поблагодарить зрителей за внимание и попросить их задавать вопросы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Proxima Nova"/>
              <a:buNone/>
              <a:defRPr sz="52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 sz="2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5159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/>
              <a:t>Название проекта</a:t>
            </a:r>
            <a:endParaRPr sz="42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05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Название команды</a:t>
            </a:r>
            <a:endParaRPr sz="3600"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0BE5DF7B-DA8F-C542-8FCE-87EE422E6C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0469790B-950D-4F4C-A500-3CE6CE8022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 пользователя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</a:rPr>
              <a:t>Начните с </a:t>
            </a:r>
            <a:r>
              <a:rPr lang="ru-RU" sz="1100" b="1" dirty="0">
                <a:solidFill>
                  <a:schemeClr val="dk1"/>
                </a:solidFill>
              </a:rPr>
              <a:t>проблемы</a:t>
            </a:r>
            <a:r>
              <a:rPr lang="ru-RU" sz="1100" dirty="0">
                <a:solidFill>
                  <a:schemeClr val="dk1"/>
                </a:solidFill>
              </a:rPr>
              <a:t>, которую призван решить ваш проект.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</a:rPr>
              <a:t>Она не существует в вакууме — всегда есть кто-то, кто заинтересован в её решении, иначе это не проблема. Этот кто-то — ваш </a:t>
            </a:r>
            <a:r>
              <a:rPr lang="ru-RU" sz="1100" b="1" dirty="0">
                <a:solidFill>
                  <a:schemeClr val="dk1"/>
                </a:solidFill>
              </a:rPr>
              <a:t>пользователь </a:t>
            </a:r>
            <a:r>
              <a:rPr lang="ru-RU" sz="1100" dirty="0">
                <a:solidFill>
                  <a:schemeClr val="dk1"/>
                </a:solidFill>
              </a:rPr>
              <a:t>или заказчик. 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</a:rPr>
              <a:t>Здесь также уместно указать, почему эта проблема возникает / почему потребность не удовлетворяется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</a:rPr>
              <a:t>Скорее всего, нужно будет указать контекст (при каких условиях наблюдается проблема)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ru-RU" sz="1100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dirty="0">
                <a:solidFill>
                  <a:schemeClr val="dk1"/>
                </a:solidFill>
              </a:rPr>
              <a:t>Если актуальность / серьезность проблемы не всем очевидна, скажите несколько слов о последствиях. Описывая проблему, постарайтесь воздержаться от мнений и оценочных прилагательных, особенно эмоциональных (“катастрофические последствия”, “колоссальный ущерб”) — гораздо лучше то же самое изложить в цифрах и фактах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000"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0B95FF97-5833-D445-A385-495BC389CC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135BEBAE-6B04-224E-8ECB-9C4658C6F6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Решение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200" dirty="0">
                <a:solidFill>
                  <a:schemeClr val="dk1"/>
                </a:solidFill>
              </a:rPr>
              <a:t>Ваше решение — ответ на запрос заказчика / пользователя.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200" dirty="0">
                <a:solidFill>
                  <a:schemeClr val="dk1"/>
                </a:solidFill>
              </a:rPr>
              <a:t>Обратите внимание на то, что решение должно решать проблему! Если это не так, это сигнал к тому, что нужно пересмотреть либо проблему, либо решение.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ru-RU" sz="1200"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200" dirty="0">
                <a:solidFill>
                  <a:schemeClr val="dk1"/>
                </a:solidFill>
              </a:rPr>
              <a:t>Решение — это конечная цель, ради которой и создавался ваш проект. Возможно, она лежит за пределами проектного интенсива.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E98E0C8E-D53E-8C44-9D3D-B8E87F5DF3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D68F96BE-C3C2-9743-B3DA-236B93A5BB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Демонстрация решения</a:t>
            </a:r>
            <a:endParaRPr/>
          </a:p>
        </p:txBody>
      </p:sp>
      <p:pic>
        <p:nvPicPr>
          <p:cNvPr id="3" name="Google Shape;56;p13">
            <a:extLst>
              <a:ext uri="{FF2B5EF4-FFF2-40B4-BE49-F238E27FC236}">
                <a16:creationId xmlns:a16="http://schemas.microsoft.com/office/drawing/2014/main" id="{0CB6C3F5-F454-A243-B421-BA4FF020CD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B4F6E9AF-0D94-B74B-8C8C-AA0831175C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Перспективы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ru-RU" sz="1400" dirty="0">
                <a:solidFill>
                  <a:schemeClr val="tx1"/>
                </a:solidFill>
              </a:rPr>
              <a:t>Напишите о ваших планах на будущее в связи с реализацией проекта</a:t>
            </a:r>
            <a:br>
              <a:rPr lang="ru-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Как будет в дальнейшем использоваться ваш продукт? Кто будет поддерживать и администрировать его? Каким способом вы сможете передать администрирование вашего решения? Если есть планы по доработке и развитию продукта, то какие и почему именно такие?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Будет ли осуществляться защита интеллектуальной собственности: патент, полезная модель, изобретение, промышленный образец, регистрация программы, лицензирование, сертификация? Какая организация/лицо будет правообладателем?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400" dirty="0">
                <a:solidFill>
                  <a:schemeClr val="tx1"/>
                </a:solidFill>
              </a:rPr>
              <a:t>Если проект выходит за рамки интенсива, будете ли вы продолжать?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400" dirty="0">
                <a:solidFill>
                  <a:schemeClr val="tx1"/>
                </a:solidFill>
              </a:rPr>
              <a:t>Как вы сами оцениваете его перспективность? </a:t>
            </a:r>
            <a:br>
              <a:rPr lang="ru-RU" sz="1400" dirty="0">
                <a:solidFill>
                  <a:schemeClr val="tx1"/>
                </a:solidFill>
              </a:rPr>
            </a:b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Что-то другое на ваше усмотрение.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39FC0D23-CB6B-584F-A632-5329A4678C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D544F2D3-2A5A-9A45-BEE6-2ACD193E400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07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Затраты на проект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fontAlgn="base">
              <a:buNone/>
            </a:pPr>
            <a:r>
              <a:rPr lang="ru-RU" dirty="0">
                <a:solidFill>
                  <a:schemeClr val="tx1"/>
                </a:solidFill>
              </a:rPr>
              <a:t>Сколько каждый участник команды потратил часов на проект: на обучение, на работу? Какие были личные материальные расходы. Какие были вложения других сторон. Каков прогноз по дальнейшим затратам на поддержание проекта (временным и материальным).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6731C513-94FC-0A46-BFA6-8F91BF630B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22FE2B74-508F-B34A-8D95-6D4D522137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была устроена работа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100" dirty="0">
                <a:solidFill>
                  <a:schemeClr val="tx1"/>
                </a:solidFill>
              </a:rPr>
              <a:t>Представьте участников команды и расскажите о ваших </a:t>
            </a:r>
            <a:r>
              <a:rPr lang="ru-RU" sz="1100" b="1" dirty="0">
                <a:solidFill>
                  <a:schemeClr val="tx1"/>
                </a:solidFill>
              </a:rPr>
              <a:t>зонах ответственности</a:t>
            </a:r>
            <a:r>
              <a:rPr lang="ru-RU" sz="1100" dirty="0">
                <a:solidFill>
                  <a:schemeClr val="tx1"/>
                </a:solidFill>
              </a:rPr>
              <a:t>.</a:t>
            </a:r>
          </a:p>
          <a:p>
            <a:pPr marL="0" lvl="0" indent="0">
              <a:buNone/>
            </a:pPr>
            <a:endParaRPr lang="ru-RU" sz="1100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ru-RU" sz="1100" dirty="0">
                <a:solidFill>
                  <a:schemeClr val="tx1"/>
                </a:solidFill>
              </a:rPr>
              <a:t>Какими </a:t>
            </a:r>
            <a:r>
              <a:rPr lang="ru-RU" sz="1100" b="1" dirty="0">
                <a:solidFill>
                  <a:schemeClr val="tx1"/>
                </a:solidFill>
              </a:rPr>
              <a:t>инструментами </a:t>
            </a:r>
            <a:r>
              <a:rPr lang="ru-RU" sz="1100" dirty="0">
                <a:solidFill>
                  <a:schemeClr val="tx1"/>
                </a:solidFill>
              </a:rPr>
              <a:t>вы пользовались и почему именно такими? С какими столкнулись ограничениями и </a:t>
            </a:r>
            <a:r>
              <a:rPr lang="ru-RU" sz="1100" b="1" dirty="0">
                <a:solidFill>
                  <a:schemeClr val="tx1"/>
                </a:solidFill>
              </a:rPr>
              <a:t>сложностями</a:t>
            </a:r>
            <a:r>
              <a:rPr lang="ru-RU" sz="1100" dirty="0">
                <a:solidFill>
                  <a:schemeClr val="tx1"/>
                </a:solidFill>
              </a:rPr>
              <a:t>, как с этим работали. Если в процессе работы в команде произошли </a:t>
            </a:r>
            <a:r>
              <a:rPr lang="ru-RU" sz="1100" b="1" dirty="0">
                <a:solidFill>
                  <a:schemeClr val="tx1"/>
                </a:solidFill>
              </a:rPr>
              <a:t>изменения</a:t>
            </a:r>
            <a:r>
              <a:rPr lang="ru-RU" sz="1100" dirty="0">
                <a:solidFill>
                  <a:schemeClr val="tx1"/>
                </a:solidFill>
              </a:rPr>
              <a:t>, расскажите почему.</a:t>
            </a:r>
          </a:p>
          <a:p>
            <a:pPr marL="0" lvl="0" indent="0">
              <a:buNone/>
            </a:pPr>
            <a:endParaRPr lang="ru-RU" sz="1100" dirty="0">
              <a:solidFill>
                <a:schemeClr val="tx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ru-RU" sz="1100" b="1" dirty="0">
                <a:solidFill>
                  <a:schemeClr val="tx1"/>
                </a:solidFill>
              </a:rPr>
              <a:t>Ожидания и реальность</a:t>
            </a:r>
            <a:r>
              <a:rPr lang="ru-RU" sz="1100" dirty="0">
                <a:solidFill>
                  <a:schemeClr val="tx1"/>
                </a:solidFill>
              </a:rPr>
              <a:t>. Какой план реализации проекта был составлен в самом начале? Какие были задачи, сроки и т.п.? Как получилось на самом деле? Какие корректировки вам пришлось внести в план? Какие в результате были задачи и фактические сроки исполнения? Какие риски сработали, какие вы предусмотрели, какие нет?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833849FB-63C3-3645-88B7-CAFE6B5709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8629D2A3-EB04-564C-9213-BE6DCA47DD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удалось научиться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1400" dirty="0">
                <a:solidFill>
                  <a:schemeClr val="tx1"/>
                </a:solidFill>
              </a:rPr>
              <a:t>Расскажите об итогах интенсива для каждого участника команды. Какой опыт вы приобрели, что поняли про себя и других, чему научились (в связи с вашей специальностью, в плане софт-</a:t>
            </a:r>
            <a:r>
              <a:rPr lang="ru-RU" sz="1400" dirty="0" err="1">
                <a:solidFill>
                  <a:schemeClr val="tx1"/>
                </a:solidFill>
              </a:rPr>
              <a:t>скиллов</a:t>
            </a:r>
            <a:r>
              <a:rPr lang="ru-RU" sz="1400" dirty="0">
                <a:solidFill>
                  <a:schemeClr val="tx1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1C7A43DC-07E5-9B4D-9AC8-E65BDB56A7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>
            <a:extLst>
              <a:ext uri="{FF2B5EF4-FFF2-40B4-BE49-F238E27FC236}">
                <a16:creationId xmlns:a16="http://schemas.microsoft.com/office/drawing/2014/main" id="{C278D618-FDAD-4946-B20B-D4B95FF346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ctrTitle"/>
          </p:nvPr>
        </p:nvSpPr>
        <p:spPr>
          <a:xfrm>
            <a:off x="311700" y="1626600"/>
            <a:ext cx="8520600" cy="93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/>
              <a:t>Название проекта</a:t>
            </a:r>
            <a:endParaRPr sz="4200"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1"/>
          </p:nvPr>
        </p:nvSpPr>
        <p:spPr>
          <a:xfrm>
            <a:off x="311700" y="25945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dirty="0"/>
              <a:t>Название команды</a:t>
            </a:r>
            <a:endParaRPr sz="3600" dirty="0"/>
          </a:p>
        </p:txBody>
      </p:sp>
      <p:pic>
        <p:nvPicPr>
          <p:cNvPr id="5" name="Google Shape;56;p13">
            <a:extLst>
              <a:ext uri="{FF2B5EF4-FFF2-40B4-BE49-F238E27FC236}">
                <a16:creationId xmlns:a16="http://schemas.microsoft.com/office/drawing/2014/main" id="{3630F78A-0442-7B47-93F3-B3B5370FA5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300" y="178323"/>
            <a:ext cx="1514072" cy="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7;p13">
            <a:extLst>
              <a:ext uri="{FF2B5EF4-FFF2-40B4-BE49-F238E27FC236}">
                <a16:creationId xmlns:a16="http://schemas.microsoft.com/office/drawing/2014/main" id="{7EABDBD5-53EE-7E4E-B1EF-FC91017C98D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0626" y="691175"/>
            <a:ext cx="927848" cy="46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758</Words>
  <Application>Microsoft Macintosh PowerPoint</Application>
  <PresentationFormat>Экран (16:9)</PresentationFormat>
  <Paragraphs>52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Proxima Nova</vt:lpstr>
      <vt:lpstr>Simple Light</vt:lpstr>
      <vt:lpstr>Название проекта</vt:lpstr>
      <vt:lpstr>Проблема пользователя</vt:lpstr>
      <vt:lpstr>Решение</vt:lpstr>
      <vt:lpstr>Демонстрация решения</vt:lpstr>
      <vt:lpstr>Перспективы</vt:lpstr>
      <vt:lpstr>Затраты на проект</vt:lpstr>
      <vt:lpstr>Как была устроена работа</vt:lpstr>
      <vt:lpstr>Чему удалось научиться</vt:lpstr>
      <vt:lpstr>Название проекта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cp:lastModifiedBy>Куркчи Мария Владимировна</cp:lastModifiedBy>
  <cp:revision>5</cp:revision>
  <dcterms:modified xsi:type="dcterms:W3CDTF">2021-01-11T08:50:24Z</dcterms:modified>
</cp:coreProperties>
</file>