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Comfortaa" panose="020B0604020202020204" charset="0"/>
      <p:regular r:id="rId9"/>
      <p:bold r:id="rId10"/>
    </p:embeddedFont>
    <p:embeddedFont>
      <p:font typeface="Roboto" panose="020B0604020202020204" charset="0"/>
      <p:regular r:id="rId11"/>
      <p:bold r:id="rId12"/>
      <p:italic r:id="rId13"/>
      <p:boldItalic r:id="rId14"/>
    </p:embeddedFont>
    <p:embeddedFont>
      <p:font typeface="PT Sans" panose="020B0604020202020204" charset="-52"/>
      <p:regular r:id="rId15"/>
      <p:bold r:id="rId16"/>
      <p:italic r:id="rId17"/>
      <p:boldItalic r:id="rId18"/>
    </p:embeddedFont>
    <p:embeddedFont>
      <p:font typeface="Montserrat SemiBold" panose="020B0604020202020204" charset="-52"/>
      <p:regular r:id="rId19"/>
      <p:bold r:id="rId20"/>
      <p:italic r:id="rId21"/>
      <p:boldItalic r:id="rId22"/>
    </p:embeddedFont>
    <p:embeddedFont>
      <p:font typeface="Montserrat" panose="020B0604020202020204" charset="-52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fCEgbGFdtnQmlXYl6tg3lKR1z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6B88C7-7789-49C0-9675-243EFE0524ED}">
  <a:tblStyle styleId="{2B6B88C7-7789-49C0-9675-243EFE0524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050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2" name="Google Shape;12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9" name="Google Shape;15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6" name="Google Shape;15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9f8b64387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3" name="Google Shape;1583;g9f8b64387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9f8b64387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9f8b64387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9f8b64387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9f8b64387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6"/>
          <p:cNvGrpSpPr/>
          <p:nvPr/>
        </p:nvGrpSpPr>
        <p:grpSpPr>
          <a:xfrm>
            <a:off x="204436" y="-57983"/>
            <a:ext cx="8738598" cy="5659608"/>
            <a:chOff x="204436" y="-57983"/>
            <a:chExt cx="8738598" cy="5659608"/>
          </a:xfrm>
        </p:grpSpPr>
        <p:sp>
          <p:nvSpPr>
            <p:cNvPr id="10" name="Google Shape;10;p36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365132" y="9040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32921" y="9377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4306992" y="-2814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25"/>
                  </a:moveTo>
                  <a:cubicBezTo>
                    <a:pt x="124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25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6718321" y="-28149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65"/>
                  </a:moveTo>
                  <a:cubicBezTo>
                    <a:pt x="1280" y="992"/>
                    <a:pt x="992" y="1280"/>
                    <a:pt x="66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65" y="1"/>
                  </a:cubicBezTo>
                  <a:cubicBezTo>
                    <a:pt x="992" y="1"/>
                    <a:pt x="1280" y="288"/>
                    <a:pt x="128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7555030" y="399011"/>
              <a:ext cx="346379" cy="49"/>
            </a:xfrm>
            <a:custGeom>
              <a:avLst/>
              <a:gdLst/>
              <a:ahLst/>
              <a:cxnLst/>
              <a:rect l="l" t="t" r="r" b="b"/>
              <a:pathLst>
                <a:path w="7140" h="1" fill="none" extrusionOk="0">
                  <a:moveTo>
                    <a:pt x="1" y="0"/>
                  </a:moveTo>
                  <a:lnTo>
                    <a:pt x="7140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7036757" y="707336"/>
              <a:ext cx="154464" cy="49"/>
            </a:xfrm>
            <a:custGeom>
              <a:avLst/>
              <a:gdLst/>
              <a:ahLst/>
              <a:cxnLst/>
              <a:rect l="l" t="t" r="r" b="b"/>
              <a:pathLst>
                <a:path w="3184" h="1" fill="none" extrusionOk="0">
                  <a:moveTo>
                    <a:pt x="0" y="0"/>
                  </a:moveTo>
                  <a:lnTo>
                    <a:pt x="3183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2976504" y="-57983"/>
              <a:ext cx="236256" cy="49"/>
            </a:xfrm>
            <a:custGeom>
              <a:avLst/>
              <a:gdLst/>
              <a:ahLst/>
              <a:cxnLst/>
              <a:rect l="l" t="t" r="r" b="b"/>
              <a:pathLst>
                <a:path w="4870" h="1" fill="none" extrusionOk="0">
                  <a:moveTo>
                    <a:pt x="486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2236800" y="-57983"/>
              <a:ext cx="126084" cy="49"/>
            </a:xfrm>
            <a:custGeom>
              <a:avLst/>
              <a:gdLst/>
              <a:ahLst/>
              <a:cxnLst/>
              <a:rect l="l" t="t" r="r" b="b"/>
              <a:pathLst>
                <a:path w="2599" h="1" fill="none" extrusionOk="0">
                  <a:moveTo>
                    <a:pt x="259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1196796" y="23148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1164536" y="23490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220338" y="47537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1168417" y="32465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1134264" y="32787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1170309" y="36395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535385" y="6449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6"/>
            <p:cNvSpPr/>
            <p:nvPr/>
          </p:nvSpPr>
          <p:spPr>
            <a:xfrm flipH="1">
              <a:off x="944100" y="4932025"/>
              <a:ext cx="7255800" cy="669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6"/>
          <p:cNvSpPr/>
          <p:nvPr/>
        </p:nvSpPr>
        <p:spPr>
          <a:xfrm>
            <a:off x="-430973" y="4593355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3"/>
                  <a:pt x="953" y="1290"/>
                  <a:pt x="625" y="1290"/>
                </a:cubicBezTo>
                <a:cubicBezTo>
                  <a:pt x="288" y="1290"/>
                  <a:pt x="1" y="993"/>
                  <a:pt x="1" y="626"/>
                </a:cubicBezTo>
                <a:cubicBezTo>
                  <a:pt x="1" y="298"/>
                  <a:pt x="288" y="1"/>
                  <a:pt x="625" y="1"/>
                </a:cubicBezTo>
                <a:cubicBezTo>
                  <a:pt x="953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 txBox="1">
            <a:spLocks noGrp="1"/>
          </p:cNvSpPr>
          <p:nvPr>
            <p:ph type="subTitle" idx="1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237"/>
              </a:buClr>
              <a:buSzPts val="1400"/>
              <a:buFont typeface="Montserrat"/>
              <a:buNone/>
              <a:defRPr sz="1400">
                <a:solidFill>
                  <a:srgbClr val="21223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/>
          <p:nvPr/>
        </p:nvSpPr>
        <p:spPr>
          <a:xfrm>
            <a:off x="-449875" y="824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-1011450" y="2211372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/>
          <p:nvPr/>
        </p:nvSpPr>
        <p:spPr>
          <a:xfrm>
            <a:off x="8165100" y="3136013"/>
            <a:ext cx="2185800" cy="626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6"/>
          <p:cNvSpPr/>
          <p:nvPr/>
        </p:nvSpPr>
        <p:spPr>
          <a:xfrm>
            <a:off x="7577575" y="6725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>
            <a:spLocks noGrp="1"/>
          </p:cNvSpPr>
          <p:nvPr>
            <p:ph type="title"/>
          </p:nvPr>
        </p:nvSpPr>
        <p:spPr>
          <a:xfrm>
            <a:off x="1984050" y="638175"/>
            <a:ext cx="5175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3500"/>
              <a:buFont typeface="Comfortaa"/>
              <a:buNone/>
              <a:defRPr sz="5000" b="1">
                <a:solidFill>
                  <a:srgbClr val="EC646E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/>
          <p:nvPr/>
        </p:nvSpPr>
        <p:spPr>
          <a:xfrm>
            <a:off x="7633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7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3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63" name="Google Shape;63;p37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7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37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90" name="Google Shape;90;p3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38"/>
          <p:cNvGrpSpPr/>
          <p:nvPr/>
        </p:nvGrpSpPr>
        <p:grpSpPr>
          <a:xfrm>
            <a:off x="168169" y="129458"/>
            <a:ext cx="8873476" cy="4521709"/>
            <a:chOff x="168169" y="129458"/>
            <a:chExt cx="8873476" cy="4521709"/>
          </a:xfrm>
        </p:grpSpPr>
        <p:sp>
          <p:nvSpPr>
            <p:cNvPr id="102" name="Google Shape;102;p38"/>
            <p:cNvSpPr/>
            <p:nvPr/>
          </p:nvSpPr>
          <p:spPr>
            <a:xfrm flipH="1">
              <a:off x="4612091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8"/>
            <p:cNvSpPr/>
            <p:nvPr/>
          </p:nvSpPr>
          <p:spPr>
            <a:xfrm flipH="1">
              <a:off x="354391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8"/>
            <p:cNvSpPr/>
            <p:nvPr/>
          </p:nvSpPr>
          <p:spPr>
            <a:xfrm flipH="1">
              <a:off x="7777903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8"/>
            <p:cNvSpPr/>
            <p:nvPr/>
          </p:nvSpPr>
          <p:spPr>
            <a:xfrm flipH="1">
              <a:off x="8887557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8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8"/>
            <p:cNvSpPr/>
            <p:nvPr/>
          </p:nvSpPr>
          <p:spPr>
            <a:xfrm flipH="1">
              <a:off x="5959946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8"/>
            <p:cNvSpPr/>
            <p:nvPr/>
          </p:nvSpPr>
          <p:spPr>
            <a:xfrm flipH="1">
              <a:off x="7525927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8"/>
            <p:cNvSpPr/>
            <p:nvPr/>
          </p:nvSpPr>
          <p:spPr>
            <a:xfrm flipH="1">
              <a:off x="8171476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8"/>
            <p:cNvSpPr/>
            <p:nvPr/>
          </p:nvSpPr>
          <p:spPr>
            <a:xfrm flipH="1">
              <a:off x="2269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8"/>
            <p:cNvSpPr/>
            <p:nvPr/>
          </p:nvSpPr>
          <p:spPr>
            <a:xfrm rot="10800000">
              <a:off x="7825875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8"/>
            <p:cNvSpPr/>
            <p:nvPr/>
          </p:nvSpPr>
          <p:spPr>
            <a:xfrm flipH="1">
              <a:off x="7793706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8"/>
            <p:cNvSpPr/>
            <p:nvPr/>
          </p:nvSpPr>
          <p:spPr>
            <a:xfrm flipH="1">
              <a:off x="79453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8"/>
            <p:cNvSpPr/>
            <p:nvPr/>
          </p:nvSpPr>
          <p:spPr>
            <a:xfrm rot="10800000">
              <a:off x="898194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8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8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8"/>
            <p:cNvSpPr/>
            <p:nvPr/>
          </p:nvSpPr>
          <p:spPr>
            <a:xfrm flipH="1">
              <a:off x="7176009" y="45849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8"/>
            <p:cNvSpPr/>
            <p:nvPr/>
          </p:nvSpPr>
          <p:spPr>
            <a:xfrm flipH="1">
              <a:off x="8641792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8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8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8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8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8"/>
            <p:cNvSpPr/>
            <p:nvPr/>
          </p:nvSpPr>
          <p:spPr>
            <a:xfrm>
              <a:off x="8757312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8"/>
            <p:cNvSpPr/>
            <p:nvPr/>
          </p:nvSpPr>
          <p:spPr>
            <a:xfrm>
              <a:off x="8932808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8"/>
            <p:cNvSpPr/>
            <p:nvPr/>
          </p:nvSpPr>
          <p:spPr>
            <a:xfrm>
              <a:off x="8683418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8"/>
            <p:cNvSpPr/>
            <p:nvPr/>
          </p:nvSpPr>
          <p:spPr>
            <a:xfrm>
              <a:off x="8651248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8"/>
            <p:cNvSpPr/>
            <p:nvPr/>
          </p:nvSpPr>
          <p:spPr>
            <a:xfrm>
              <a:off x="8737175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8"/>
            <p:cNvSpPr/>
            <p:nvPr/>
          </p:nvSpPr>
          <p:spPr>
            <a:xfrm>
              <a:off x="8781342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8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8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8"/>
          <p:cNvCxnSpPr/>
          <p:nvPr/>
        </p:nvCxnSpPr>
        <p:spPr>
          <a:xfrm rot="10800000">
            <a:off x="2238375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38"/>
          <p:cNvSpPr txBox="1">
            <a:spLocks noGrp="1"/>
          </p:cNvSpPr>
          <p:nvPr>
            <p:ph type="subTitle" idx="1"/>
          </p:nvPr>
        </p:nvSpPr>
        <p:spPr>
          <a:xfrm>
            <a:off x="1361825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title"/>
          </p:nvPr>
        </p:nvSpPr>
        <p:spPr>
          <a:xfrm>
            <a:off x="1361825" y="2484925"/>
            <a:ext cx="42579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title" idx="2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>
            <a:spLocks noGrp="1"/>
          </p:cNvSpPr>
          <p:nvPr>
            <p:ph type="title"/>
          </p:nvPr>
        </p:nvSpPr>
        <p:spPr>
          <a:xfrm>
            <a:off x="1018650" y="17355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subTitle" idx="1"/>
          </p:nvPr>
        </p:nvSpPr>
        <p:spPr>
          <a:xfrm>
            <a:off x="1018650" y="20231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title" idx="2"/>
          </p:nvPr>
        </p:nvSpPr>
        <p:spPr>
          <a:xfrm>
            <a:off x="1018650" y="3422225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subTitle" idx="3"/>
          </p:nvPr>
        </p:nvSpPr>
        <p:spPr>
          <a:xfrm>
            <a:off x="1018650" y="3709800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47" name="Google Shape;147;p39"/>
          <p:cNvGrpSpPr/>
          <p:nvPr/>
        </p:nvGrpSpPr>
        <p:grpSpPr>
          <a:xfrm>
            <a:off x="168169" y="151697"/>
            <a:ext cx="8942153" cy="4799996"/>
            <a:chOff x="168169" y="151697"/>
            <a:chExt cx="8942153" cy="4799996"/>
          </a:xfrm>
        </p:grpSpPr>
        <p:sp>
          <p:nvSpPr>
            <p:cNvPr id="148" name="Google Shape;148;p39"/>
            <p:cNvSpPr/>
            <p:nvPr/>
          </p:nvSpPr>
          <p:spPr>
            <a:xfrm flipH="1">
              <a:off x="1900366" y="19483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9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9"/>
            <p:cNvSpPr/>
            <p:nvPr/>
          </p:nvSpPr>
          <p:spPr>
            <a:xfrm flipH="1">
              <a:off x="3472239" y="151697"/>
              <a:ext cx="380159" cy="35"/>
            </a:xfrm>
            <a:custGeom>
              <a:avLst/>
              <a:gdLst/>
              <a:ahLst/>
              <a:cxnLst/>
              <a:rect l="l" t="t" r="r" b="b"/>
              <a:pathLst>
                <a:path w="10742" h="1" fill="none" extrusionOk="0">
                  <a:moveTo>
                    <a:pt x="1" y="1"/>
                  </a:moveTo>
                  <a:lnTo>
                    <a:pt x="10742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9"/>
            <p:cNvSpPr/>
            <p:nvPr/>
          </p:nvSpPr>
          <p:spPr>
            <a:xfrm flipH="1">
              <a:off x="684120" y="11992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9"/>
            <p:cNvSpPr/>
            <p:nvPr/>
          </p:nvSpPr>
          <p:spPr>
            <a:xfrm flipH="1">
              <a:off x="1018638" y="4668161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9"/>
            <p:cNvSpPr/>
            <p:nvPr/>
          </p:nvSpPr>
          <p:spPr>
            <a:xfrm rot="10800000">
              <a:off x="309206" y="48041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9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9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9"/>
            <p:cNvSpPr/>
            <p:nvPr/>
          </p:nvSpPr>
          <p:spPr>
            <a:xfrm flipH="1">
              <a:off x="4890009" y="48897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9"/>
            <p:cNvSpPr/>
            <p:nvPr/>
          </p:nvSpPr>
          <p:spPr>
            <a:xfrm flipH="1">
              <a:off x="3188068" y="4637189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9"/>
            <p:cNvSpPr/>
            <p:nvPr/>
          </p:nvSpPr>
          <p:spPr>
            <a:xfrm flipH="1">
              <a:off x="3832166" y="440106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9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9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9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9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9"/>
            <p:cNvSpPr/>
            <p:nvPr/>
          </p:nvSpPr>
          <p:spPr>
            <a:xfrm>
              <a:off x="8876040" y="15930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9"/>
            <p:cNvSpPr/>
            <p:nvPr/>
          </p:nvSpPr>
          <p:spPr>
            <a:xfrm>
              <a:off x="8899135" y="208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9"/>
            <p:cNvSpPr/>
            <p:nvPr/>
          </p:nvSpPr>
          <p:spPr>
            <a:xfrm>
              <a:off x="8803199" y="46517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8802146" y="38469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9"/>
            <p:cNvSpPr/>
            <p:nvPr/>
          </p:nvSpPr>
          <p:spPr>
            <a:xfrm>
              <a:off x="8769976" y="38786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9"/>
            <p:cNvSpPr/>
            <p:nvPr/>
          </p:nvSpPr>
          <p:spPr>
            <a:xfrm>
              <a:off x="8855903" y="35148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9"/>
            <p:cNvSpPr/>
            <p:nvPr/>
          </p:nvSpPr>
          <p:spPr>
            <a:xfrm>
              <a:off x="8900070" y="28486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9"/>
          <p:cNvSpPr txBox="1">
            <a:spLocks noGrp="1"/>
          </p:cNvSpPr>
          <p:nvPr>
            <p:ph type="title" idx="4"/>
          </p:nvPr>
        </p:nvSpPr>
        <p:spPr>
          <a:xfrm>
            <a:off x="5411700" y="17369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subTitle" idx="5"/>
          </p:nvPr>
        </p:nvSpPr>
        <p:spPr>
          <a:xfrm>
            <a:off x="5411700" y="20245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6" name="Google Shape;176;p39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9"/>
          <p:cNvSpPr txBox="1">
            <a:spLocks noGrp="1"/>
          </p:cNvSpPr>
          <p:nvPr>
            <p:ph type="title" idx="6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0"/>
          <p:cNvGrpSpPr/>
          <p:nvPr/>
        </p:nvGrpSpPr>
        <p:grpSpPr>
          <a:xfrm>
            <a:off x="-115600" y="129458"/>
            <a:ext cx="9118707" cy="4740142"/>
            <a:chOff x="-115600" y="129458"/>
            <a:chExt cx="9118707" cy="4740142"/>
          </a:xfrm>
        </p:grpSpPr>
        <p:sp>
          <p:nvSpPr>
            <p:cNvPr id="180" name="Google Shape;180;p40"/>
            <p:cNvSpPr/>
            <p:nvPr/>
          </p:nvSpPr>
          <p:spPr>
            <a:xfrm>
              <a:off x="4461224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8718925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1295447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129630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0"/>
            <p:cNvSpPr/>
            <p:nvPr/>
          </p:nvSpPr>
          <p:spPr>
            <a:xfrm>
              <a:off x="295358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0"/>
            <p:cNvSpPr/>
            <p:nvPr/>
          </p:nvSpPr>
          <p:spPr>
            <a:xfrm>
              <a:off x="1513344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0"/>
            <p:cNvSpPr/>
            <p:nvPr/>
          </p:nvSpPr>
          <p:spPr>
            <a:xfrm>
              <a:off x="999764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0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0"/>
            <p:cNvSpPr/>
            <p:nvPr/>
          </p:nvSpPr>
          <p:spPr>
            <a:xfrm>
              <a:off x="1345400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0"/>
            <p:cNvSpPr/>
            <p:nvPr/>
          </p:nvSpPr>
          <p:spPr>
            <a:xfrm>
              <a:off x="1313230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8106996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285144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2819305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1933334" y="4584925"/>
              <a:ext cx="61933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0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0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0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40"/>
            <p:cNvCxnSpPr/>
            <p:nvPr/>
          </p:nvCxnSpPr>
          <p:spPr>
            <a:xfrm>
              <a:off x="-115600" y="4869600"/>
              <a:ext cx="704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6" name="Google Shape;206;p40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0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0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0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0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0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40"/>
          <p:cNvSpPr/>
          <p:nvPr/>
        </p:nvSpPr>
        <p:spPr>
          <a:xfrm flipH="1">
            <a:off x="4260625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0"/>
          <p:cNvSpPr/>
          <p:nvPr/>
        </p:nvSpPr>
        <p:spPr>
          <a:xfrm flipH="1">
            <a:off x="7948625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/>
          <p:nvPr/>
        </p:nvSpPr>
        <p:spPr>
          <a:xfrm flipH="1">
            <a:off x="-514350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 flipH="1">
            <a:off x="4608750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 flipH="1">
            <a:off x="4315050" y="2529950"/>
            <a:ext cx="34944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title" idx="2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1"/>
          </p:nvPr>
        </p:nvSpPr>
        <p:spPr>
          <a:xfrm>
            <a:off x="5361600" y="1605900"/>
            <a:ext cx="30684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4" name="Google Shape;224;p41"/>
          <p:cNvSpPr/>
          <p:nvPr/>
        </p:nvSpPr>
        <p:spPr>
          <a:xfrm rot="10800000">
            <a:off x="3740963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/>
          <p:nvPr/>
        </p:nvSpPr>
        <p:spPr>
          <a:xfrm rot="10800000">
            <a:off x="8024813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/>
          <p:nvPr/>
        </p:nvSpPr>
        <p:spPr>
          <a:xfrm rot="10800000">
            <a:off x="-666750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 flipH="1">
            <a:off x="354391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 flipH="1">
            <a:off x="258413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1"/>
          <p:cNvSpPr/>
          <p:nvPr/>
        </p:nvSpPr>
        <p:spPr>
          <a:xfrm flipH="1">
            <a:off x="671472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 flipH="1">
            <a:off x="7525927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 flipH="1">
            <a:off x="684120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/>
          <p:nvPr/>
        </p:nvSpPr>
        <p:spPr>
          <a:xfrm flipH="1">
            <a:off x="1027863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/>
          <p:nvPr/>
        </p:nvSpPr>
        <p:spPr>
          <a:xfrm flipH="1">
            <a:off x="318806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 flipH="1">
            <a:off x="168169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 flipH="1">
            <a:off x="24018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8616555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8836347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8269993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8707279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8836360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89525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5654972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147331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1989591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16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2" name="Google Shape;252;p42"/>
          <p:cNvSpPr/>
          <p:nvPr/>
        </p:nvSpPr>
        <p:spPr>
          <a:xfrm>
            <a:off x="-748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42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255" name="Google Shape;255;p42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42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282" name="Google Shape;282;p4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>
            <a:spLocks noGrp="1"/>
          </p:cNvSpPr>
          <p:nvPr>
            <p:ph type="title" hasCustomPrompt="1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43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3099305" y="227009"/>
            <a:ext cx="150" cy="123654"/>
          </a:xfrm>
          <a:custGeom>
            <a:avLst/>
            <a:gdLst/>
            <a:ahLst/>
            <a:cxnLst/>
            <a:rect l="l" t="t" r="r" b="b"/>
            <a:pathLst>
              <a:path w="1" h="826" extrusionOk="0">
                <a:moveTo>
                  <a:pt x="1" y="0"/>
                </a:moveTo>
                <a:lnTo>
                  <a:pt x="1" y="8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3092269" y="219075"/>
            <a:ext cx="15120" cy="139523"/>
          </a:xfrm>
          <a:custGeom>
            <a:avLst/>
            <a:gdLst/>
            <a:ahLst/>
            <a:cxnLst/>
            <a:rect l="l" t="t" r="r" b="b"/>
            <a:pathLst>
              <a:path w="101" h="932" extrusionOk="0">
                <a:moveTo>
                  <a:pt x="48" y="1"/>
                </a:moveTo>
                <a:cubicBezTo>
                  <a:pt x="24" y="1"/>
                  <a:pt x="1" y="24"/>
                  <a:pt x="1" y="53"/>
                </a:cubicBezTo>
                <a:lnTo>
                  <a:pt x="1" y="879"/>
                </a:lnTo>
                <a:cubicBezTo>
                  <a:pt x="1" y="902"/>
                  <a:pt x="24" y="932"/>
                  <a:pt x="48" y="932"/>
                </a:cubicBezTo>
                <a:cubicBezTo>
                  <a:pt x="77" y="932"/>
                  <a:pt x="100" y="902"/>
                  <a:pt x="100" y="879"/>
                </a:cubicBezTo>
                <a:lnTo>
                  <a:pt x="100" y="53"/>
                </a:lnTo>
                <a:cubicBezTo>
                  <a:pt x="100" y="24"/>
                  <a:pt x="77" y="1"/>
                  <a:pt x="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7346941" y="193614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-107005" y="22210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375034" y="2987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7880777" y="2509354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3"/>
          <p:cNvSpPr/>
          <p:nvPr/>
        </p:nvSpPr>
        <p:spPr>
          <a:xfrm>
            <a:off x="816952" y="3942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551390" y="113584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854745" y="9013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52881" y="3086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-191137" y="3027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3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3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3"/>
          <p:cNvSpPr/>
          <p:nvPr/>
        </p:nvSpPr>
        <p:spPr>
          <a:xfrm flipH="1">
            <a:off x="7135200" y="38538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3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/>
          <p:nvPr/>
        </p:nvSpPr>
        <p:spPr>
          <a:xfrm flipH="1">
            <a:off x="-296525" y="4853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TITLE_AND_BODY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sldNum" idx="12"/>
          </p:nvPr>
        </p:nvSpPr>
        <p:spPr>
          <a:xfrm flipH="1">
            <a:off x="25488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8823687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873587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230357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1618106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8591883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7994251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602794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8853450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889761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 flipH="1">
            <a:off x="561558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 flipH="1">
            <a:off x="295653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 flipH="1">
            <a:off x="1006009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/>
          <p:nvPr/>
        </p:nvSpPr>
        <p:spPr>
          <a:xfrm flipH="1">
            <a:off x="506826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5"/>
          <p:cNvSpPr/>
          <p:nvPr/>
        </p:nvSpPr>
        <p:spPr>
          <a:xfrm flipH="1">
            <a:off x="185259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5"/>
          <p:cNvSpPr/>
          <p:nvPr/>
        </p:nvSpPr>
        <p:spPr>
          <a:xfrm flipH="1">
            <a:off x="1852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 flipH="1">
            <a:off x="3523106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 flipH="1">
            <a:off x="4870962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/>
          <p:nvPr/>
        </p:nvSpPr>
        <p:spPr>
          <a:xfrm flipH="1">
            <a:off x="7154442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/>
          <p:nvPr/>
        </p:nvSpPr>
        <p:spPr>
          <a:xfrm rot="10800000" flipH="1">
            <a:off x="-152400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 rot="10800000" flipH="1">
            <a:off x="6093713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>
            <a:spLocks noGrp="1"/>
          </p:cNvSpPr>
          <p:nvPr>
            <p:ph type="ctrTitle"/>
          </p:nvPr>
        </p:nvSpPr>
        <p:spPr>
          <a:xfrm flipH="1">
            <a:off x="1163813" y="28686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45"/>
          <p:cNvSpPr txBox="1">
            <a:spLocks noGrp="1"/>
          </p:cNvSpPr>
          <p:nvPr>
            <p:ph type="subTitle" idx="1"/>
          </p:nvPr>
        </p:nvSpPr>
        <p:spPr>
          <a:xfrm flipH="1">
            <a:off x="1163775" y="33414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ctrTitle" idx="2"/>
          </p:nvPr>
        </p:nvSpPr>
        <p:spPr>
          <a:xfrm flipH="1">
            <a:off x="1163813" y="11160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subTitle" idx="3"/>
          </p:nvPr>
        </p:nvSpPr>
        <p:spPr>
          <a:xfrm flipH="1">
            <a:off x="1163850" y="15888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title" idx="4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6"/>
          <p:cNvGrpSpPr/>
          <p:nvPr/>
        </p:nvGrpSpPr>
        <p:grpSpPr>
          <a:xfrm>
            <a:off x="204436" y="176149"/>
            <a:ext cx="8738598" cy="4471637"/>
            <a:chOff x="204436" y="176149"/>
            <a:chExt cx="8738598" cy="4471637"/>
          </a:xfrm>
        </p:grpSpPr>
        <p:sp>
          <p:nvSpPr>
            <p:cNvPr id="380" name="Google Shape;380;p4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3" name="Google Shape;403;p46"/>
          <p:cNvSpPr/>
          <p:nvPr/>
        </p:nvSpPr>
        <p:spPr>
          <a:xfrm flipH="1">
            <a:off x="-1159975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 flipH="1">
            <a:off x="7633500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46"/>
          <p:cNvGrpSpPr/>
          <p:nvPr/>
        </p:nvGrpSpPr>
        <p:grpSpPr>
          <a:xfrm flipH="1">
            <a:off x="8475244" y="3583233"/>
            <a:ext cx="1190271" cy="1022535"/>
            <a:chOff x="7521697" y="2603884"/>
            <a:chExt cx="1473291" cy="1265671"/>
          </a:xfrm>
        </p:grpSpPr>
        <p:sp>
          <p:nvSpPr>
            <p:cNvPr id="408" name="Google Shape;408;p46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2459700" y="1639350"/>
            <a:ext cx="4224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8" name="Google Shape;418;p47"/>
          <p:cNvSpPr/>
          <p:nvPr/>
        </p:nvSpPr>
        <p:spPr>
          <a:xfrm>
            <a:off x="8875841" y="382539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402572" y="1572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3027045" y="197955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70234" y="2606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7690277" y="975829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70227" y="3873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512152" y="3561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1503765" y="43119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2207170" y="358578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348081" y="2705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3618863" y="741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7"/>
          <p:cNvSpPr/>
          <p:nvPr/>
        </p:nvSpPr>
        <p:spPr>
          <a:xfrm>
            <a:off x="1163643" y="58463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7"/>
          <p:cNvSpPr/>
          <p:nvPr/>
        </p:nvSpPr>
        <p:spPr>
          <a:xfrm>
            <a:off x="445133" y="4310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7"/>
          <p:cNvSpPr/>
          <p:nvPr/>
        </p:nvSpPr>
        <p:spPr>
          <a:xfrm>
            <a:off x="404864" y="4351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8914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-373471" y="385171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7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7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7"/>
          <p:cNvSpPr/>
          <p:nvPr/>
        </p:nvSpPr>
        <p:spPr>
          <a:xfrm flipH="1">
            <a:off x="686700" y="4551950"/>
            <a:ext cx="7770600" cy="1032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8031829" y="144209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>
            <a:spLocks noGrp="1"/>
          </p:cNvSpPr>
          <p:nvPr>
            <p:ph type="subTitle" idx="1"/>
          </p:nvPr>
        </p:nvSpPr>
        <p:spPr>
          <a:xfrm>
            <a:off x="4600500" y="1617725"/>
            <a:ext cx="3390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omfortaa"/>
              <a:buNone/>
              <a:defRPr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body" idx="2"/>
          </p:nvPr>
        </p:nvSpPr>
        <p:spPr>
          <a:xfrm>
            <a:off x="4600500" y="2104800"/>
            <a:ext cx="3712800" cy="2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4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60" name="Google Shape;460;p4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8"/>
          <p:cNvSpPr/>
          <p:nvPr/>
        </p:nvSpPr>
        <p:spPr>
          <a:xfrm flipH="1">
            <a:off x="7820850" y="4863450"/>
            <a:ext cx="19137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8"/>
          <p:cNvSpPr/>
          <p:nvPr/>
        </p:nvSpPr>
        <p:spPr>
          <a:xfrm>
            <a:off x="1341496" y="-23227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8"/>
          <p:cNvSpPr/>
          <p:nvPr/>
        </p:nvSpPr>
        <p:spPr>
          <a:xfrm>
            <a:off x="1309236" y="-200059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8"/>
          <p:cNvGrpSpPr/>
          <p:nvPr/>
        </p:nvGrpSpPr>
        <p:grpSpPr>
          <a:xfrm>
            <a:off x="128236" y="73755"/>
            <a:ext cx="9056239" cy="4633814"/>
            <a:chOff x="128236" y="73755"/>
            <a:chExt cx="9056239" cy="4633814"/>
          </a:xfrm>
        </p:grpSpPr>
        <p:sp>
          <p:nvSpPr>
            <p:cNvPr id="465" name="Google Shape;465;p48"/>
            <p:cNvSpPr/>
            <p:nvPr/>
          </p:nvSpPr>
          <p:spPr>
            <a:xfrm>
              <a:off x="569406" y="13929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388939" y="7752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1120596" y="20100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8"/>
            <p:cNvSpPr/>
            <p:nvPr/>
          </p:nvSpPr>
          <p:spPr>
            <a:xfrm>
              <a:off x="1088336" y="20442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8"/>
            <p:cNvSpPr/>
            <p:nvPr/>
          </p:nvSpPr>
          <p:spPr>
            <a:xfrm>
              <a:off x="675645" y="26132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220603" y="21865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8"/>
            <p:cNvSpPr/>
            <p:nvPr/>
          </p:nvSpPr>
          <p:spPr>
            <a:xfrm>
              <a:off x="1160521" y="40302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8"/>
            <p:cNvSpPr/>
            <p:nvPr/>
          </p:nvSpPr>
          <p:spPr>
            <a:xfrm>
              <a:off x="1128261" y="40624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8"/>
            <p:cNvSpPr/>
            <p:nvPr/>
          </p:nvSpPr>
          <p:spPr>
            <a:xfrm>
              <a:off x="1845502" y="43363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2496813" y="44967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1092217" y="29417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1058064" y="29739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128236" y="33289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1094109" y="33347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459185" y="3401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3528661" y="44727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4646934" y="46309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8997967" y="42583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8963814" y="42905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5214586" y="46454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8941881" y="18556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9048120" y="30758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8593078" y="26492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8500711" y="37916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9018081" y="13222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9124320" y="25424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8669278" y="21158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8576911" y="32582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2026477" y="7375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2677788" y="2341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3709636" y="2102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4827909" y="3684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5395561" y="3829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48"/>
          <p:cNvGrpSpPr/>
          <p:nvPr/>
        </p:nvGrpSpPr>
        <p:grpSpPr>
          <a:xfrm>
            <a:off x="8351419" y="3849933"/>
            <a:ext cx="1190271" cy="1022535"/>
            <a:chOff x="7521697" y="2603884"/>
            <a:chExt cx="1473291" cy="1265671"/>
          </a:xfrm>
        </p:grpSpPr>
        <p:sp>
          <p:nvSpPr>
            <p:cNvPr id="499" name="Google Shape;499;p48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8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49"/>
          <p:cNvSpPr txBox="1">
            <a:spLocks noGrp="1"/>
          </p:cNvSpPr>
          <p:nvPr>
            <p:ph type="subTitle" idx="1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49"/>
          <p:cNvGrpSpPr/>
          <p:nvPr/>
        </p:nvGrpSpPr>
        <p:grpSpPr>
          <a:xfrm>
            <a:off x="204436" y="116972"/>
            <a:ext cx="8939573" cy="4824997"/>
            <a:chOff x="204436" y="116972"/>
            <a:chExt cx="8939573" cy="4824997"/>
          </a:xfrm>
        </p:grpSpPr>
        <p:sp>
          <p:nvSpPr>
            <p:cNvPr id="513" name="Google Shape;513;p4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49"/>
          <p:cNvGrpSpPr/>
          <p:nvPr/>
        </p:nvGrpSpPr>
        <p:grpSpPr>
          <a:xfrm>
            <a:off x="-353856" y="3253983"/>
            <a:ext cx="1190271" cy="1022535"/>
            <a:chOff x="7521697" y="2603884"/>
            <a:chExt cx="1473291" cy="1265671"/>
          </a:xfrm>
        </p:grpSpPr>
        <p:sp>
          <p:nvSpPr>
            <p:cNvPr id="565" name="Google Shape;565;p4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9"/>
          <p:cNvGrpSpPr/>
          <p:nvPr/>
        </p:nvGrpSpPr>
        <p:grpSpPr>
          <a:xfrm rot="10800000">
            <a:off x="628245" y="340481"/>
            <a:ext cx="1086673" cy="897677"/>
            <a:chOff x="6101758" y="2859784"/>
            <a:chExt cx="1222079" cy="1009533"/>
          </a:xfrm>
        </p:grpSpPr>
        <p:sp>
          <p:nvSpPr>
            <p:cNvPr id="574" name="Google Shape;574;p4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title"/>
          </p:nvPr>
        </p:nvSpPr>
        <p:spPr>
          <a:xfrm>
            <a:off x="5810250" y="1947225"/>
            <a:ext cx="27936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9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"/>
          <p:cNvSpPr txBox="1">
            <a:spLocks noGrp="1"/>
          </p:cNvSpPr>
          <p:nvPr>
            <p:ph type="title"/>
          </p:nvPr>
        </p:nvSpPr>
        <p:spPr>
          <a:xfrm>
            <a:off x="4950000" y="1589038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52"/>
          <p:cNvSpPr txBox="1">
            <a:spLocks noGrp="1"/>
          </p:cNvSpPr>
          <p:nvPr>
            <p:ph type="subTitle" idx="1"/>
          </p:nvPr>
        </p:nvSpPr>
        <p:spPr>
          <a:xfrm>
            <a:off x="5424300" y="2215263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0" name="Google Shape;590;p52"/>
          <p:cNvSpPr txBox="1">
            <a:spLocks noGrp="1"/>
          </p:cNvSpPr>
          <p:nvPr>
            <p:ph type="title" idx="2"/>
          </p:nvPr>
        </p:nvSpPr>
        <p:spPr>
          <a:xfrm>
            <a:off x="1063800" y="2400961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52"/>
          <p:cNvSpPr txBox="1">
            <a:spLocks noGrp="1"/>
          </p:cNvSpPr>
          <p:nvPr>
            <p:ph type="subTitle" idx="3"/>
          </p:nvPr>
        </p:nvSpPr>
        <p:spPr>
          <a:xfrm>
            <a:off x="1063800" y="3027186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2" name="Google Shape;592;p52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2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214395" y="2085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2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545740" y="8024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1063795" y="4936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266063" y="24940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2"/>
          <p:cNvSpPr/>
          <p:nvPr/>
        </p:nvSpPr>
        <p:spPr>
          <a:xfrm>
            <a:off x="4976864" y="22937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2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 flipH="1">
            <a:off x="7143483" y="3500961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/>
          <p:nvPr/>
        </p:nvSpPr>
        <p:spPr>
          <a:xfrm flipH="1">
            <a:off x="-296525" y="10949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028602" y="47822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 flipH="1">
            <a:off x="6480270" y="48696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52"/>
          <p:cNvGrpSpPr/>
          <p:nvPr/>
        </p:nvGrpSpPr>
        <p:grpSpPr>
          <a:xfrm>
            <a:off x="358337" y="282012"/>
            <a:ext cx="987318" cy="815602"/>
            <a:chOff x="6101758" y="2859784"/>
            <a:chExt cx="1222079" cy="1009533"/>
          </a:xfrm>
        </p:grpSpPr>
        <p:sp>
          <p:nvSpPr>
            <p:cNvPr id="635" name="Google Shape;63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52"/>
          <p:cNvGrpSpPr/>
          <p:nvPr/>
        </p:nvGrpSpPr>
        <p:grpSpPr>
          <a:xfrm>
            <a:off x="1505507" y="75271"/>
            <a:ext cx="1190271" cy="1022535"/>
            <a:chOff x="7521697" y="2603884"/>
            <a:chExt cx="1473291" cy="1265671"/>
          </a:xfrm>
        </p:grpSpPr>
        <p:sp>
          <p:nvSpPr>
            <p:cNvPr id="646" name="Google Shape;646;p52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2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2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2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2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2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2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2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2"/>
          <p:cNvGrpSpPr/>
          <p:nvPr/>
        </p:nvGrpSpPr>
        <p:grpSpPr>
          <a:xfrm rot="10800000">
            <a:off x="7776292" y="4057997"/>
            <a:ext cx="929514" cy="767851"/>
            <a:chOff x="6101758" y="2859784"/>
            <a:chExt cx="1222079" cy="1009533"/>
          </a:xfrm>
        </p:grpSpPr>
        <p:sp>
          <p:nvSpPr>
            <p:cNvPr id="655" name="Google Shape;65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53"/>
          <p:cNvGrpSpPr/>
          <p:nvPr/>
        </p:nvGrpSpPr>
        <p:grpSpPr>
          <a:xfrm>
            <a:off x="60995" y="129458"/>
            <a:ext cx="8935631" cy="4957350"/>
            <a:chOff x="60995" y="129458"/>
            <a:chExt cx="8935631" cy="4957350"/>
          </a:xfrm>
        </p:grpSpPr>
        <p:sp>
          <p:nvSpPr>
            <p:cNvPr id="667" name="Google Shape;667;p53"/>
            <p:cNvSpPr/>
            <p:nvPr/>
          </p:nvSpPr>
          <p:spPr>
            <a:xfrm>
              <a:off x="8650289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1226812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60995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8852589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64267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1444709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931129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8951885" y="970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423968" y="30945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391834" y="31266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1750535" y="2618286"/>
              <a:ext cx="61933" cy="61933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8564204" y="4629049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8800361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2173204" y="4965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2141070" y="4998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47650" y="3636250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8844225" y="4898114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4774275" y="499741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8724219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1916988" y="1747383"/>
              <a:ext cx="72019" cy="35"/>
            </a:xfrm>
            <a:custGeom>
              <a:avLst/>
              <a:gdLst/>
              <a:ahLst/>
              <a:cxnLst/>
              <a:rect l="l" t="t" r="r" b="b"/>
              <a:pathLst>
                <a:path w="2035" h="1" fill="none" extrusionOk="0">
                  <a:moveTo>
                    <a:pt x="0" y="1"/>
                  </a:moveTo>
                  <a:lnTo>
                    <a:pt x="2034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276577" y="26240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944669" y="2322143"/>
              <a:ext cx="35" cy="46113"/>
            </a:xfrm>
            <a:custGeom>
              <a:avLst/>
              <a:gdLst/>
              <a:ahLst/>
              <a:cxnLst/>
              <a:rect l="l" t="t" r="r" b="b"/>
              <a:pathLst>
                <a:path w="1" h="1303" fill="none" extrusionOk="0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79521" y="50208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747261" y="50530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482617" y="39323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448464" y="39645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438186" y="4598010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484509" y="43253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53"/>
          <p:cNvSpPr/>
          <p:nvPr/>
        </p:nvSpPr>
        <p:spPr>
          <a:xfrm>
            <a:off x="-2932871" y="2148413"/>
            <a:ext cx="0" cy="63844"/>
          </a:xfrm>
          <a:custGeom>
            <a:avLst/>
            <a:gdLst/>
            <a:ahLst/>
            <a:cxnLst/>
            <a:rect l="l" t="t" r="r" b="b"/>
            <a:pathLst>
              <a:path w="120000" h="1804" fill="none" extrusionOk="0">
                <a:moveTo>
                  <a:pt x="0" y="0"/>
                </a:moveTo>
                <a:lnTo>
                  <a:pt x="0" y="1804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-2965041" y="2180087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-3672982" y="2802102"/>
            <a:ext cx="236157" cy="35"/>
          </a:xfrm>
          <a:custGeom>
            <a:avLst/>
            <a:gdLst/>
            <a:ahLst/>
            <a:cxnLst/>
            <a:rect l="l" t="t" r="r" b="b"/>
            <a:pathLst>
              <a:path w="6673" h="1" fill="none" extrusionOk="0">
                <a:moveTo>
                  <a:pt x="6673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-3876970" y="2802102"/>
            <a:ext cx="128183" cy="35"/>
          </a:xfrm>
          <a:custGeom>
            <a:avLst/>
            <a:gdLst/>
            <a:ahLst/>
            <a:cxnLst/>
            <a:rect l="l" t="t" r="r" b="b"/>
            <a:pathLst>
              <a:path w="3622" h="1" fill="none" extrusionOk="0">
                <a:moveTo>
                  <a:pt x="362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 flipH="1">
            <a:off x="-270375" y="379200"/>
            <a:ext cx="3490800" cy="572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 flipH="1">
            <a:off x="-465322" y="1536750"/>
            <a:ext cx="2668500" cy="572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 txBox="1">
            <a:spLocks noGrp="1"/>
          </p:cNvSpPr>
          <p:nvPr>
            <p:ph type="ctrTitle"/>
          </p:nvPr>
        </p:nvSpPr>
        <p:spPr>
          <a:xfrm>
            <a:off x="4099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08" name="Google Shape;708;p53"/>
          <p:cNvSpPr txBox="1">
            <a:spLocks noGrp="1"/>
          </p:cNvSpPr>
          <p:nvPr>
            <p:ph type="subTitle" idx="1"/>
          </p:nvPr>
        </p:nvSpPr>
        <p:spPr>
          <a:xfrm>
            <a:off x="804483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9" name="Google Shape;709;p53"/>
          <p:cNvSpPr txBox="1">
            <a:spLocks noGrp="1"/>
          </p:cNvSpPr>
          <p:nvPr>
            <p:ph type="title" idx="2"/>
          </p:nvPr>
        </p:nvSpPr>
        <p:spPr>
          <a:xfrm>
            <a:off x="2018883" y="3112700"/>
            <a:ext cx="89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0" name="Google Shape;710;p53"/>
          <p:cNvSpPr txBox="1">
            <a:spLocks noGrp="1"/>
          </p:cNvSpPr>
          <p:nvPr>
            <p:ph type="ctrTitle" idx="3"/>
          </p:nvPr>
        </p:nvSpPr>
        <p:spPr>
          <a:xfrm>
            <a:off x="31492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1" name="Google Shape;711;p53"/>
          <p:cNvSpPr txBox="1">
            <a:spLocks noGrp="1"/>
          </p:cNvSpPr>
          <p:nvPr>
            <p:ph type="subTitle" idx="4"/>
          </p:nvPr>
        </p:nvSpPr>
        <p:spPr>
          <a:xfrm>
            <a:off x="3543780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2" name="Google Shape;712;p53"/>
          <p:cNvSpPr txBox="1">
            <a:spLocks noGrp="1"/>
          </p:cNvSpPr>
          <p:nvPr>
            <p:ph type="title" idx="5"/>
          </p:nvPr>
        </p:nvSpPr>
        <p:spPr>
          <a:xfrm>
            <a:off x="4591080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3" name="Google Shape;713;p53"/>
          <p:cNvSpPr txBox="1">
            <a:spLocks noGrp="1"/>
          </p:cNvSpPr>
          <p:nvPr>
            <p:ph type="ctrTitle" idx="6"/>
          </p:nvPr>
        </p:nvSpPr>
        <p:spPr>
          <a:xfrm>
            <a:off x="5902550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4" name="Google Shape;714;p53"/>
          <p:cNvSpPr txBox="1">
            <a:spLocks noGrp="1"/>
          </p:cNvSpPr>
          <p:nvPr>
            <p:ph type="subTitle" idx="7"/>
          </p:nvPr>
        </p:nvSpPr>
        <p:spPr>
          <a:xfrm>
            <a:off x="6297054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5" name="Google Shape;715;p53"/>
          <p:cNvSpPr txBox="1">
            <a:spLocks noGrp="1"/>
          </p:cNvSpPr>
          <p:nvPr>
            <p:ph type="title" idx="8"/>
          </p:nvPr>
        </p:nvSpPr>
        <p:spPr>
          <a:xfrm>
            <a:off x="7344354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53"/>
          <p:cNvSpPr txBox="1">
            <a:spLocks noGrp="1"/>
          </p:cNvSpPr>
          <p:nvPr>
            <p:ph type="ctrTitle" idx="9"/>
          </p:nvPr>
        </p:nvSpPr>
        <p:spPr>
          <a:xfrm>
            <a:off x="3149280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17" name="Google Shape;717;p53"/>
          <p:cNvSpPr txBox="1">
            <a:spLocks noGrp="1"/>
          </p:cNvSpPr>
          <p:nvPr>
            <p:ph type="subTitle" idx="13"/>
          </p:nvPr>
        </p:nvSpPr>
        <p:spPr>
          <a:xfrm>
            <a:off x="3543780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8" name="Google Shape;718;p53"/>
          <p:cNvSpPr txBox="1">
            <a:spLocks noGrp="1"/>
          </p:cNvSpPr>
          <p:nvPr>
            <p:ph type="title" idx="14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9" name="Google Shape;719;p53"/>
          <p:cNvSpPr txBox="1">
            <a:spLocks noGrp="1"/>
          </p:cNvSpPr>
          <p:nvPr>
            <p:ph type="ctrTitle" idx="15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0" name="Google Shape;720;p53"/>
          <p:cNvSpPr txBox="1">
            <a:spLocks noGrp="1"/>
          </p:cNvSpPr>
          <p:nvPr>
            <p:ph type="subTitle" idx="16"/>
          </p:nvPr>
        </p:nvSpPr>
        <p:spPr>
          <a:xfrm>
            <a:off x="6297054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1" name="Google Shape;721;p53"/>
          <p:cNvSpPr txBox="1">
            <a:spLocks noGrp="1"/>
          </p:cNvSpPr>
          <p:nvPr>
            <p:ph type="title" idx="17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22" name="Google Shape;722;p53"/>
          <p:cNvSpPr txBox="1">
            <a:spLocks noGrp="1"/>
          </p:cNvSpPr>
          <p:nvPr>
            <p:ph type="title" idx="18"/>
          </p:nvPr>
        </p:nvSpPr>
        <p:spPr>
          <a:xfrm>
            <a:off x="6553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3" name="Google Shape;723;p53"/>
          <p:cNvSpPr/>
          <p:nvPr/>
        </p:nvSpPr>
        <p:spPr>
          <a:xfrm>
            <a:off x="-465462" y="5439597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1" y="0"/>
                </a:moveTo>
                <a:lnTo>
                  <a:pt x="5246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54"/>
          <p:cNvGrpSpPr/>
          <p:nvPr/>
        </p:nvGrpSpPr>
        <p:grpSpPr>
          <a:xfrm>
            <a:off x="179681" y="1123098"/>
            <a:ext cx="8823426" cy="3431639"/>
            <a:chOff x="179681" y="1123098"/>
            <a:chExt cx="8823426" cy="3431639"/>
          </a:xfrm>
        </p:grpSpPr>
        <p:sp>
          <p:nvSpPr>
            <p:cNvPr id="726" name="Google Shape;726;p54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4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4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4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4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4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4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4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4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4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4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4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4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54"/>
          <p:cNvSpPr txBox="1">
            <a:spLocks noGrp="1"/>
          </p:cNvSpPr>
          <p:nvPr>
            <p:ph type="ctrTitle"/>
          </p:nvPr>
        </p:nvSpPr>
        <p:spPr>
          <a:xfrm flipH="1">
            <a:off x="10337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54"/>
          <p:cNvSpPr txBox="1">
            <a:spLocks noGrp="1"/>
          </p:cNvSpPr>
          <p:nvPr>
            <p:ph type="subTitle" idx="1"/>
          </p:nvPr>
        </p:nvSpPr>
        <p:spPr>
          <a:xfrm flipH="1">
            <a:off x="1033725" y="3398919"/>
            <a:ext cx="20334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6" name="Google Shape;746;p54"/>
          <p:cNvSpPr txBox="1">
            <a:spLocks noGrp="1"/>
          </p:cNvSpPr>
          <p:nvPr>
            <p:ph type="ctrTitle" idx="2"/>
          </p:nvPr>
        </p:nvSpPr>
        <p:spPr>
          <a:xfrm flipH="1">
            <a:off x="35919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3"/>
          </p:nvPr>
        </p:nvSpPr>
        <p:spPr>
          <a:xfrm flipH="1">
            <a:off x="3591950" y="3400705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8" name="Google Shape;748;p54"/>
          <p:cNvSpPr txBox="1">
            <a:spLocks noGrp="1"/>
          </p:cNvSpPr>
          <p:nvPr>
            <p:ph type="ctrTitle" idx="4"/>
          </p:nvPr>
        </p:nvSpPr>
        <p:spPr>
          <a:xfrm flipH="1">
            <a:off x="3591977" y="1293001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54"/>
          <p:cNvSpPr txBox="1">
            <a:spLocks noGrp="1"/>
          </p:cNvSpPr>
          <p:nvPr>
            <p:ph type="subTitle" idx="5"/>
          </p:nvPr>
        </p:nvSpPr>
        <p:spPr>
          <a:xfrm flipH="1">
            <a:off x="3591975" y="1748500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0" name="Google Shape;750;p54"/>
          <p:cNvSpPr txBox="1">
            <a:spLocks noGrp="1"/>
          </p:cNvSpPr>
          <p:nvPr>
            <p:ph type="ctrTitle" idx="6"/>
          </p:nvPr>
        </p:nvSpPr>
        <p:spPr>
          <a:xfrm flipH="1">
            <a:off x="1033777" y="1293014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51" name="Google Shape;751;p54"/>
          <p:cNvSpPr txBox="1">
            <a:spLocks noGrp="1"/>
          </p:cNvSpPr>
          <p:nvPr>
            <p:ph type="subTitle" idx="7"/>
          </p:nvPr>
        </p:nvSpPr>
        <p:spPr>
          <a:xfrm flipH="1">
            <a:off x="1033777" y="1748507"/>
            <a:ext cx="20265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2" name="Google Shape;752;p54"/>
          <p:cNvSpPr txBox="1">
            <a:spLocks noGrp="1"/>
          </p:cNvSpPr>
          <p:nvPr>
            <p:ph type="title" idx="8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753" name="Google Shape;753;p54"/>
          <p:cNvCxnSpPr/>
          <p:nvPr/>
        </p:nvCxnSpPr>
        <p:spPr>
          <a:xfrm>
            <a:off x="2399000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4" name="Google Shape;754;p54"/>
          <p:cNvSpPr/>
          <p:nvPr/>
        </p:nvSpPr>
        <p:spPr>
          <a:xfrm>
            <a:off x="-8953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43127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6" name="Google Shape;756;p54"/>
          <p:cNvGrpSpPr/>
          <p:nvPr/>
        </p:nvGrpSpPr>
        <p:grpSpPr>
          <a:xfrm>
            <a:off x="-555317" y="3548084"/>
            <a:ext cx="1222079" cy="1009533"/>
            <a:chOff x="6101758" y="2859784"/>
            <a:chExt cx="1222079" cy="1009533"/>
          </a:xfrm>
        </p:grpSpPr>
        <p:sp>
          <p:nvSpPr>
            <p:cNvPr id="757" name="Google Shape;757;p5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"/>
          <p:cNvSpPr txBox="1">
            <a:spLocks noGrp="1"/>
          </p:cNvSpPr>
          <p:nvPr>
            <p:ph type="title"/>
          </p:nvPr>
        </p:nvSpPr>
        <p:spPr>
          <a:xfrm>
            <a:off x="713850" y="161055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69" name="Google Shape;769;p55"/>
          <p:cNvSpPr txBox="1">
            <a:spLocks noGrp="1"/>
          </p:cNvSpPr>
          <p:nvPr>
            <p:ph type="subTitle" idx="1"/>
          </p:nvPr>
        </p:nvSpPr>
        <p:spPr>
          <a:xfrm>
            <a:off x="713850" y="197490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55"/>
          <p:cNvSpPr txBox="1">
            <a:spLocks noGrp="1"/>
          </p:cNvSpPr>
          <p:nvPr>
            <p:ph type="title" idx="2"/>
          </p:nvPr>
        </p:nvSpPr>
        <p:spPr>
          <a:xfrm>
            <a:off x="35026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1" name="Google Shape;771;p55"/>
          <p:cNvSpPr txBox="1">
            <a:spLocks noGrp="1"/>
          </p:cNvSpPr>
          <p:nvPr>
            <p:ph type="subTitle" idx="3"/>
          </p:nvPr>
        </p:nvSpPr>
        <p:spPr>
          <a:xfrm>
            <a:off x="35026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2" name="Google Shape;772;p55"/>
          <p:cNvSpPr txBox="1">
            <a:spLocks noGrp="1"/>
          </p:cNvSpPr>
          <p:nvPr>
            <p:ph type="title" idx="4"/>
          </p:nvPr>
        </p:nvSpPr>
        <p:spPr>
          <a:xfrm>
            <a:off x="62914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3" name="Google Shape;773;p55"/>
          <p:cNvSpPr txBox="1">
            <a:spLocks noGrp="1"/>
          </p:cNvSpPr>
          <p:nvPr>
            <p:ph type="subTitle" idx="5"/>
          </p:nvPr>
        </p:nvSpPr>
        <p:spPr>
          <a:xfrm>
            <a:off x="62914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55"/>
          <p:cNvSpPr txBox="1">
            <a:spLocks noGrp="1"/>
          </p:cNvSpPr>
          <p:nvPr>
            <p:ph type="title" idx="6"/>
          </p:nvPr>
        </p:nvSpPr>
        <p:spPr>
          <a:xfrm>
            <a:off x="7138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5" name="Google Shape;775;p55"/>
          <p:cNvSpPr txBox="1">
            <a:spLocks noGrp="1"/>
          </p:cNvSpPr>
          <p:nvPr>
            <p:ph type="subTitle" idx="7"/>
          </p:nvPr>
        </p:nvSpPr>
        <p:spPr>
          <a:xfrm>
            <a:off x="7138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55"/>
          <p:cNvSpPr txBox="1">
            <a:spLocks noGrp="1"/>
          </p:cNvSpPr>
          <p:nvPr>
            <p:ph type="title" idx="8"/>
          </p:nvPr>
        </p:nvSpPr>
        <p:spPr>
          <a:xfrm>
            <a:off x="35026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7" name="Google Shape;777;p55"/>
          <p:cNvSpPr txBox="1">
            <a:spLocks noGrp="1"/>
          </p:cNvSpPr>
          <p:nvPr>
            <p:ph type="subTitle" idx="9"/>
          </p:nvPr>
        </p:nvSpPr>
        <p:spPr>
          <a:xfrm>
            <a:off x="35026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55"/>
          <p:cNvSpPr txBox="1">
            <a:spLocks noGrp="1"/>
          </p:cNvSpPr>
          <p:nvPr>
            <p:ph type="title" idx="13"/>
          </p:nvPr>
        </p:nvSpPr>
        <p:spPr>
          <a:xfrm>
            <a:off x="62914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9" name="Google Shape;779;p55"/>
          <p:cNvSpPr txBox="1">
            <a:spLocks noGrp="1"/>
          </p:cNvSpPr>
          <p:nvPr>
            <p:ph type="subTitle" idx="14"/>
          </p:nvPr>
        </p:nvSpPr>
        <p:spPr>
          <a:xfrm>
            <a:off x="62914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55"/>
          <p:cNvSpPr/>
          <p:nvPr/>
        </p:nvSpPr>
        <p:spPr>
          <a:xfrm flipH="1">
            <a:off x="8053400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5"/>
          <p:cNvSpPr/>
          <p:nvPr/>
        </p:nvSpPr>
        <p:spPr>
          <a:xfrm flipH="1">
            <a:off x="-1062025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5"/>
          <p:cNvSpPr/>
          <p:nvPr/>
        </p:nvSpPr>
        <p:spPr>
          <a:xfrm flipH="1">
            <a:off x="-276100" y="-3625"/>
            <a:ext cx="32466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8875627" y="4132663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5"/>
          <p:cNvSpPr/>
          <p:nvPr/>
        </p:nvSpPr>
        <p:spPr>
          <a:xfrm>
            <a:off x="129662" y="1313396"/>
            <a:ext cx="97924" cy="97960"/>
          </a:xfrm>
          <a:custGeom>
            <a:avLst/>
            <a:gdLst/>
            <a:ahLst/>
            <a:cxnLst/>
            <a:rect l="l" t="t" r="r" b="b"/>
            <a:pathLst>
              <a:path w="2767" h="2768" fill="none" extrusionOk="0">
                <a:moveTo>
                  <a:pt x="2767" y="1411"/>
                </a:moveTo>
                <a:cubicBezTo>
                  <a:pt x="2767" y="2143"/>
                  <a:pt x="2156" y="2767"/>
                  <a:pt x="1356" y="2767"/>
                </a:cubicBezTo>
                <a:cubicBezTo>
                  <a:pt x="624" y="2767"/>
                  <a:pt x="0" y="2143"/>
                  <a:pt x="0" y="1411"/>
                </a:cubicBezTo>
                <a:cubicBezTo>
                  <a:pt x="0" y="624"/>
                  <a:pt x="624" y="1"/>
                  <a:pt x="1356" y="1"/>
                </a:cubicBezTo>
                <a:cubicBezTo>
                  <a:pt x="2156" y="1"/>
                  <a:pt x="2767" y="624"/>
                  <a:pt x="2767" y="141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5"/>
          <p:cNvSpPr/>
          <p:nvPr/>
        </p:nvSpPr>
        <p:spPr>
          <a:xfrm>
            <a:off x="60995" y="64158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5"/>
          <p:cNvSpPr/>
          <p:nvPr/>
        </p:nvSpPr>
        <p:spPr>
          <a:xfrm>
            <a:off x="8852589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5"/>
          <p:cNvSpPr/>
          <p:nvPr/>
        </p:nvSpPr>
        <p:spPr>
          <a:xfrm>
            <a:off x="6931109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5"/>
          <p:cNvSpPr/>
          <p:nvPr/>
        </p:nvSpPr>
        <p:spPr>
          <a:xfrm>
            <a:off x="8951885" y="9706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23968" y="3094545"/>
            <a:ext cx="35" cy="64339"/>
          </a:xfrm>
          <a:custGeom>
            <a:avLst/>
            <a:gdLst/>
            <a:ahLst/>
            <a:cxnLst/>
            <a:rect l="l" t="t" r="r" b="b"/>
            <a:pathLst>
              <a:path w="1" h="1818" fill="none" extrusionOk="0">
                <a:moveTo>
                  <a:pt x="1" y="0"/>
                </a:moveTo>
                <a:lnTo>
                  <a:pt x="1" y="1818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391834" y="3126680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6421079" y="4929086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8800361" y="4515306"/>
            <a:ext cx="166085" cy="0"/>
          </a:xfrm>
          <a:custGeom>
            <a:avLst/>
            <a:gdLst/>
            <a:ahLst/>
            <a:cxnLst/>
            <a:rect l="l" t="t" r="r" b="b"/>
            <a:pathLst>
              <a:path w="4693" h="120000" fill="none" extrusionOk="0">
                <a:moveTo>
                  <a:pt x="0" y="0"/>
                </a:moveTo>
                <a:lnTo>
                  <a:pt x="469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2173204" y="4965882"/>
            <a:ext cx="35" cy="66285"/>
          </a:xfrm>
          <a:custGeom>
            <a:avLst/>
            <a:gdLst/>
            <a:ahLst/>
            <a:cxnLst/>
            <a:rect l="l" t="t" r="r" b="b"/>
            <a:pathLst>
              <a:path w="1" h="1873" fill="none" extrusionOk="0">
                <a:moveTo>
                  <a:pt x="1" y="0"/>
                </a:moveTo>
                <a:lnTo>
                  <a:pt x="1" y="187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2141070" y="4998052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147650" y="3636250"/>
            <a:ext cx="61932" cy="61968"/>
          </a:xfrm>
          <a:custGeom>
            <a:avLst/>
            <a:gdLst/>
            <a:ahLst/>
            <a:cxnLst/>
            <a:rect l="l" t="t" r="r" b="b"/>
            <a:pathLst>
              <a:path w="1750" h="1751" fill="none" extrusionOk="0">
                <a:moveTo>
                  <a:pt x="1750" y="842"/>
                </a:moveTo>
                <a:cubicBezTo>
                  <a:pt x="1750" y="1357"/>
                  <a:pt x="1357" y="1750"/>
                  <a:pt x="841" y="1750"/>
                </a:cubicBezTo>
                <a:cubicBezTo>
                  <a:pt x="394" y="1750"/>
                  <a:pt x="0" y="1357"/>
                  <a:pt x="0" y="842"/>
                </a:cubicBezTo>
                <a:cubicBezTo>
                  <a:pt x="0" y="394"/>
                  <a:pt x="394" y="1"/>
                  <a:pt x="841" y="1"/>
                </a:cubicBezTo>
                <a:cubicBezTo>
                  <a:pt x="1357" y="1"/>
                  <a:pt x="1750" y="394"/>
                  <a:pt x="1750" y="84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625025" y="4821914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5"/>
          <p:cNvSpPr/>
          <p:nvPr/>
        </p:nvSpPr>
        <p:spPr>
          <a:xfrm>
            <a:off x="4774275" y="4997417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0" y="0"/>
                </a:moveTo>
                <a:lnTo>
                  <a:pt x="7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5"/>
          <p:cNvSpPr/>
          <p:nvPr/>
        </p:nvSpPr>
        <p:spPr>
          <a:xfrm>
            <a:off x="8724219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5740826" y="203408"/>
            <a:ext cx="72019" cy="35"/>
          </a:xfrm>
          <a:custGeom>
            <a:avLst/>
            <a:gdLst/>
            <a:ahLst/>
            <a:cxnLst/>
            <a:rect l="l" t="t" r="r" b="b"/>
            <a:pathLst>
              <a:path w="2035" h="1" fill="none" extrusionOk="0">
                <a:moveTo>
                  <a:pt x="0" y="1"/>
                </a:moveTo>
                <a:lnTo>
                  <a:pt x="2034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276577" y="2624055"/>
            <a:ext cx="112363" cy="35"/>
          </a:xfrm>
          <a:custGeom>
            <a:avLst/>
            <a:gdLst/>
            <a:ahLst/>
            <a:cxnLst/>
            <a:rect l="l" t="t" r="r" b="b"/>
            <a:pathLst>
              <a:path w="3175" h="1" fill="none" extrusionOk="0">
                <a:moveTo>
                  <a:pt x="1" y="0"/>
                </a:moveTo>
                <a:lnTo>
                  <a:pt x="3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3827521" y="2964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3795261" y="3286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101617" y="1874977"/>
            <a:ext cx="49" cy="66414"/>
          </a:xfrm>
          <a:custGeom>
            <a:avLst/>
            <a:gdLst/>
            <a:ahLst/>
            <a:cxnLst/>
            <a:rect l="l" t="t" r="r" b="b"/>
            <a:pathLst>
              <a:path w="1" h="1369" fill="none" extrusionOk="0">
                <a:moveTo>
                  <a:pt x="0" y="0"/>
                </a:moveTo>
                <a:lnTo>
                  <a:pt x="0" y="1368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5"/>
          <p:cNvSpPr/>
          <p:nvPr/>
        </p:nvSpPr>
        <p:spPr>
          <a:xfrm>
            <a:off x="67464" y="1907189"/>
            <a:ext cx="66414" cy="49"/>
          </a:xfrm>
          <a:custGeom>
            <a:avLst/>
            <a:gdLst/>
            <a:ahLst/>
            <a:cxnLst/>
            <a:rect l="l" t="t" r="r" b="b"/>
            <a:pathLst>
              <a:path w="1369" h="1" fill="none" extrusionOk="0">
                <a:moveTo>
                  <a:pt x="1368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5"/>
          <p:cNvSpPr/>
          <p:nvPr/>
        </p:nvSpPr>
        <p:spPr>
          <a:xfrm>
            <a:off x="8276861" y="22131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/>
          <p:nvPr/>
        </p:nvSpPr>
        <p:spPr>
          <a:xfrm>
            <a:off x="484509" y="43253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3024671" y="492907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5"/>
          <p:cNvSpPr/>
          <p:nvPr/>
        </p:nvSpPr>
        <p:spPr>
          <a:xfrm>
            <a:off x="5214020" y="5363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6123309" y="46301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2" name="Google Shape;812;p55"/>
          <p:cNvGrpSpPr/>
          <p:nvPr/>
        </p:nvGrpSpPr>
        <p:grpSpPr>
          <a:xfrm>
            <a:off x="8524933" y="3529034"/>
            <a:ext cx="1222079" cy="1009533"/>
            <a:chOff x="6101758" y="2859784"/>
            <a:chExt cx="1222079" cy="1009533"/>
          </a:xfrm>
        </p:grpSpPr>
        <p:sp>
          <p:nvSpPr>
            <p:cNvPr id="813" name="Google Shape;813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5"/>
          <p:cNvGrpSpPr/>
          <p:nvPr/>
        </p:nvGrpSpPr>
        <p:grpSpPr>
          <a:xfrm>
            <a:off x="-555317" y="3519509"/>
            <a:ext cx="1222079" cy="1009533"/>
            <a:chOff x="6101758" y="2859784"/>
            <a:chExt cx="1222079" cy="1009533"/>
          </a:xfrm>
        </p:grpSpPr>
        <p:sp>
          <p:nvSpPr>
            <p:cNvPr id="824" name="Google Shape;824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55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37" name="Google Shape;837;p56"/>
          <p:cNvSpPr/>
          <p:nvPr/>
        </p:nvSpPr>
        <p:spPr>
          <a:xfrm flipH="1">
            <a:off x="-299507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56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39" name="Google Shape;839;p5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56"/>
          <p:cNvGrpSpPr/>
          <p:nvPr/>
        </p:nvGrpSpPr>
        <p:grpSpPr>
          <a:xfrm rot="10800000">
            <a:off x="-443700" y="819543"/>
            <a:ext cx="1086673" cy="897677"/>
            <a:chOff x="6101758" y="2859784"/>
            <a:chExt cx="1222079" cy="1009533"/>
          </a:xfrm>
        </p:grpSpPr>
        <p:sp>
          <p:nvSpPr>
            <p:cNvPr id="863" name="Google Shape;863;p56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6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6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5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75" name="Google Shape;875;p5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57"/>
          <p:cNvSpPr/>
          <p:nvPr/>
        </p:nvSpPr>
        <p:spPr>
          <a:xfrm flipH="1">
            <a:off x="7633500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7"/>
          <p:cNvSpPr/>
          <p:nvPr/>
        </p:nvSpPr>
        <p:spPr>
          <a:xfrm flipH="1">
            <a:off x="944100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0" name="Google Shape;900;p57"/>
          <p:cNvGrpSpPr/>
          <p:nvPr/>
        </p:nvGrpSpPr>
        <p:grpSpPr>
          <a:xfrm flipH="1">
            <a:off x="8014553" y="58110"/>
            <a:ext cx="889429" cy="734738"/>
            <a:chOff x="6101758" y="2859784"/>
            <a:chExt cx="1222079" cy="1009533"/>
          </a:xfrm>
        </p:grpSpPr>
        <p:sp>
          <p:nvSpPr>
            <p:cNvPr id="901" name="Google Shape;901;p5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57"/>
          <p:cNvSpPr txBox="1">
            <a:spLocks noGrp="1"/>
          </p:cNvSpPr>
          <p:nvPr>
            <p:ph type="title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y">
  <p:cSld name="CUSTOM_10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14" name="Google Shape;914;p58"/>
          <p:cNvSpPr/>
          <p:nvPr/>
        </p:nvSpPr>
        <p:spPr>
          <a:xfrm>
            <a:off x="7918898" y="978127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/>
          <p:nvPr/>
        </p:nvSpPr>
        <p:spPr>
          <a:xfrm>
            <a:off x="8882878" y="3260985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8864589" y="3278789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8"/>
          <p:cNvSpPr/>
          <p:nvPr/>
        </p:nvSpPr>
        <p:spPr>
          <a:xfrm>
            <a:off x="298332" y="37065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266121" y="404317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8"/>
          <p:cNvSpPr/>
          <p:nvPr/>
        </p:nvSpPr>
        <p:spPr>
          <a:xfrm>
            <a:off x="8866530" y="2569307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8"/>
          <p:cNvSpPr/>
          <p:nvPr/>
        </p:nvSpPr>
        <p:spPr>
          <a:xfrm>
            <a:off x="645606" y="1697743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8"/>
          <p:cNvSpPr/>
          <p:nvPr/>
        </p:nvSpPr>
        <p:spPr>
          <a:xfrm>
            <a:off x="465139" y="1080099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8245486" y="19823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8"/>
          <p:cNvSpPr/>
          <p:nvPr/>
        </p:nvSpPr>
        <p:spPr>
          <a:xfrm>
            <a:off x="8698145" y="3980072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8"/>
          <p:cNvSpPr/>
          <p:nvPr/>
        </p:nvSpPr>
        <p:spPr>
          <a:xfrm>
            <a:off x="751845" y="2918008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8"/>
          <p:cNvSpPr/>
          <p:nvPr/>
        </p:nvSpPr>
        <p:spPr>
          <a:xfrm>
            <a:off x="296803" y="2491397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7864565" y="3335062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/>
          <p:nvPr/>
        </p:nvSpPr>
        <p:spPr>
          <a:xfrm>
            <a:off x="1236721" y="43350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1204461" y="43672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8"/>
          <p:cNvSpPr/>
          <p:nvPr/>
        </p:nvSpPr>
        <p:spPr>
          <a:xfrm>
            <a:off x="7698120" y="4585690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8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8499974" y="4292729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8880938" y="3717964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204436" y="3633748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8541840" y="3579415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8639425" y="176149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8678449" y="107432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42365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8"/>
          <p:cNvSpPr/>
          <p:nvPr/>
        </p:nvSpPr>
        <p:spPr>
          <a:xfrm>
            <a:off x="-3354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8"/>
          <p:cNvGrpSpPr/>
          <p:nvPr/>
        </p:nvGrpSpPr>
        <p:grpSpPr>
          <a:xfrm rot="10800000">
            <a:off x="7545770" y="334618"/>
            <a:ext cx="1086673" cy="897677"/>
            <a:chOff x="6101758" y="2859784"/>
            <a:chExt cx="1222079" cy="1009533"/>
          </a:xfrm>
        </p:grpSpPr>
        <p:sp>
          <p:nvSpPr>
            <p:cNvPr id="941" name="Google Shape;941;p58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8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8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8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8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8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8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8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5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9"/>
          <p:cNvSpPr txBox="1">
            <a:spLocks noGrp="1"/>
          </p:cNvSpPr>
          <p:nvPr>
            <p:ph type="ctrTitle"/>
          </p:nvPr>
        </p:nvSpPr>
        <p:spPr>
          <a:xfrm>
            <a:off x="4888784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59"/>
          <p:cNvSpPr txBox="1">
            <a:spLocks noGrp="1"/>
          </p:cNvSpPr>
          <p:nvPr>
            <p:ph type="subTitle" idx="1"/>
          </p:nvPr>
        </p:nvSpPr>
        <p:spPr>
          <a:xfrm>
            <a:off x="4888784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54" name="Google Shape;954;p59"/>
          <p:cNvSpPr/>
          <p:nvPr/>
        </p:nvSpPr>
        <p:spPr>
          <a:xfrm flipH="1">
            <a:off x="4233359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/>
          <p:nvPr/>
        </p:nvSpPr>
        <p:spPr>
          <a:xfrm flipH="1">
            <a:off x="792135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6" name="Google Shape;956;p59"/>
          <p:cNvGrpSpPr/>
          <p:nvPr/>
        </p:nvGrpSpPr>
        <p:grpSpPr>
          <a:xfrm flipH="1">
            <a:off x="-1" y="116972"/>
            <a:ext cx="8939573" cy="4824997"/>
            <a:chOff x="204436" y="116972"/>
            <a:chExt cx="8939573" cy="4824997"/>
          </a:xfrm>
        </p:grpSpPr>
        <p:sp>
          <p:nvSpPr>
            <p:cNvPr id="957" name="Google Shape;957;p5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9"/>
          <p:cNvGrpSpPr/>
          <p:nvPr/>
        </p:nvGrpSpPr>
        <p:grpSpPr>
          <a:xfrm flipH="1">
            <a:off x="8307593" y="3253983"/>
            <a:ext cx="1190271" cy="1022535"/>
            <a:chOff x="7521697" y="2603884"/>
            <a:chExt cx="1473291" cy="1265671"/>
          </a:xfrm>
        </p:grpSpPr>
        <p:sp>
          <p:nvSpPr>
            <p:cNvPr id="1009" name="Google Shape;1009;p5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59"/>
          <p:cNvGrpSpPr/>
          <p:nvPr/>
        </p:nvGrpSpPr>
        <p:grpSpPr>
          <a:xfrm rot="10800000" flipH="1">
            <a:off x="7429090" y="340481"/>
            <a:ext cx="1086673" cy="897677"/>
            <a:chOff x="6101758" y="2859784"/>
            <a:chExt cx="1222079" cy="1009533"/>
          </a:xfrm>
        </p:grpSpPr>
        <p:sp>
          <p:nvSpPr>
            <p:cNvPr id="1018" name="Google Shape;1018;p5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0"/>
          <p:cNvSpPr/>
          <p:nvPr/>
        </p:nvSpPr>
        <p:spPr>
          <a:xfrm>
            <a:off x="4850657" y="158591"/>
            <a:ext cx="97900" cy="97906"/>
          </a:xfrm>
          <a:custGeom>
            <a:avLst/>
            <a:gdLst/>
            <a:ahLst/>
            <a:cxnLst/>
            <a:rect l="l" t="t" r="r" b="b"/>
            <a:pathLst>
              <a:path w="2321" h="2321" fill="none" extrusionOk="0">
                <a:moveTo>
                  <a:pt x="2320" y="1138"/>
                </a:moveTo>
                <a:cubicBezTo>
                  <a:pt x="2320" y="1797"/>
                  <a:pt x="1809" y="2320"/>
                  <a:pt x="1183" y="2320"/>
                </a:cubicBezTo>
                <a:cubicBezTo>
                  <a:pt x="524" y="2320"/>
                  <a:pt x="1" y="1797"/>
                  <a:pt x="1" y="1138"/>
                </a:cubicBezTo>
                <a:cubicBezTo>
                  <a:pt x="1" y="524"/>
                  <a:pt x="524" y="1"/>
                  <a:pt x="1183" y="1"/>
                </a:cubicBezTo>
                <a:cubicBezTo>
                  <a:pt x="1809" y="1"/>
                  <a:pt x="2320" y="524"/>
                  <a:pt x="2320" y="1138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224604" y="595773"/>
            <a:ext cx="153957" cy="152068"/>
          </a:xfrm>
          <a:custGeom>
            <a:avLst/>
            <a:gdLst/>
            <a:ahLst/>
            <a:cxnLst/>
            <a:rect l="l" t="t" r="r" b="b"/>
            <a:pathLst>
              <a:path w="3650" h="3605" fill="none" extrusionOk="0">
                <a:moveTo>
                  <a:pt x="3172" y="57"/>
                </a:moveTo>
                <a:lnTo>
                  <a:pt x="284" y="808"/>
                </a:lnTo>
                <a:cubicBezTo>
                  <a:pt x="46" y="910"/>
                  <a:pt x="0" y="1240"/>
                  <a:pt x="193" y="1478"/>
                </a:cubicBezTo>
                <a:lnTo>
                  <a:pt x="2274" y="3468"/>
                </a:lnTo>
                <a:cubicBezTo>
                  <a:pt x="2467" y="3604"/>
                  <a:pt x="2706" y="3559"/>
                  <a:pt x="2751" y="3320"/>
                </a:cubicBezTo>
                <a:lnTo>
                  <a:pt x="3559" y="569"/>
                </a:lnTo>
                <a:cubicBezTo>
                  <a:pt x="3650" y="285"/>
                  <a:pt x="3411" y="0"/>
                  <a:pt x="3172" y="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0"/>
          <p:cNvSpPr/>
          <p:nvPr/>
        </p:nvSpPr>
        <p:spPr>
          <a:xfrm>
            <a:off x="8856445" y="1698803"/>
            <a:ext cx="143876" cy="158269"/>
          </a:xfrm>
          <a:custGeom>
            <a:avLst/>
            <a:gdLst/>
            <a:ahLst/>
            <a:cxnLst/>
            <a:rect l="l" t="t" r="r" b="b"/>
            <a:pathLst>
              <a:path w="3411" h="3752" fill="none" extrusionOk="0">
                <a:moveTo>
                  <a:pt x="3229" y="1899"/>
                </a:moveTo>
                <a:lnTo>
                  <a:pt x="807" y="148"/>
                </a:lnTo>
                <a:cubicBezTo>
                  <a:pt x="569" y="0"/>
                  <a:pt x="284" y="193"/>
                  <a:pt x="239" y="478"/>
                </a:cubicBezTo>
                <a:lnTo>
                  <a:pt x="0" y="3365"/>
                </a:lnTo>
                <a:cubicBezTo>
                  <a:pt x="0" y="3604"/>
                  <a:pt x="194" y="3752"/>
                  <a:pt x="432" y="3650"/>
                </a:cubicBezTo>
                <a:lnTo>
                  <a:pt x="3081" y="2513"/>
                </a:lnTo>
                <a:cubicBezTo>
                  <a:pt x="3320" y="2422"/>
                  <a:pt x="3411" y="2046"/>
                  <a:pt x="3229" y="1899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0"/>
          <p:cNvSpPr/>
          <p:nvPr/>
        </p:nvSpPr>
        <p:spPr>
          <a:xfrm>
            <a:off x="238481" y="2048875"/>
            <a:ext cx="431628" cy="42"/>
          </a:xfrm>
          <a:custGeom>
            <a:avLst/>
            <a:gdLst/>
            <a:ahLst/>
            <a:cxnLst/>
            <a:rect l="l" t="t" r="r" b="b"/>
            <a:pathLst>
              <a:path w="10233" h="1" fill="none" extrusionOk="0">
                <a:moveTo>
                  <a:pt x="1" y="0"/>
                </a:moveTo>
                <a:lnTo>
                  <a:pt x="1023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0"/>
          <p:cNvSpPr/>
          <p:nvPr/>
        </p:nvSpPr>
        <p:spPr>
          <a:xfrm>
            <a:off x="7907395" y="1563059"/>
            <a:ext cx="267632" cy="42"/>
          </a:xfrm>
          <a:custGeom>
            <a:avLst/>
            <a:gdLst/>
            <a:ahLst/>
            <a:cxnLst/>
            <a:rect l="l" t="t" r="r" b="b"/>
            <a:pathLst>
              <a:path w="6345" h="1" fill="none" extrusionOk="0">
                <a:moveTo>
                  <a:pt x="1" y="1"/>
                </a:moveTo>
                <a:lnTo>
                  <a:pt x="634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8239268" y="1563059"/>
            <a:ext cx="133837" cy="42"/>
          </a:xfrm>
          <a:custGeom>
            <a:avLst/>
            <a:gdLst/>
            <a:ahLst/>
            <a:cxnLst/>
            <a:rect l="l" t="t" r="r" b="b"/>
            <a:pathLst>
              <a:path w="3173" h="1" fill="none" extrusionOk="0">
                <a:moveTo>
                  <a:pt x="0" y="1"/>
                </a:moveTo>
                <a:lnTo>
                  <a:pt x="3172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0"/>
          <p:cNvSpPr/>
          <p:nvPr/>
        </p:nvSpPr>
        <p:spPr>
          <a:xfrm>
            <a:off x="3074073" y="290287"/>
            <a:ext cx="259955" cy="42"/>
          </a:xfrm>
          <a:custGeom>
            <a:avLst/>
            <a:gdLst/>
            <a:ahLst/>
            <a:cxnLst/>
            <a:rect l="l" t="t" r="r" b="b"/>
            <a:pathLst>
              <a:path w="6163" h="1" fill="none" extrusionOk="0">
                <a:moveTo>
                  <a:pt x="0" y="0"/>
                </a:moveTo>
                <a:lnTo>
                  <a:pt x="6162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0"/>
          <p:cNvSpPr/>
          <p:nvPr/>
        </p:nvSpPr>
        <p:spPr>
          <a:xfrm>
            <a:off x="1607601" y="84521"/>
            <a:ext cx="131897" cy="42"/>
          </a:xfrm>
          <a:custGeom>
            <a:avLst/>
            <a:gdLst/>
            <a:ahLst/>
            <a:cxnLst/>
            <a:rect l="l" t="t" r="r" b="b"/>
            <a:pathLst>
              <a:path w="3127" h="1" fill="none" extrusionOk="0">
                <a:moveTo>
                  <a:pt x="1" y="1"/>
                </a:moveTo>
                <a:lnTo>
                  <a:pt x="3127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0"/>
          <p:cNvSpPr/>
          <p:nvPr/>
        </p:nvSpPr>
        <p:spPr>
          <a:xfrm>
            <a:off x="524292" y="2150535"/>
            <a:ext cx="208158" cy="42"/>
          </a:xfrm>
          <a:custGeom>
            <a:avLst/>
            <a:gdLst/>
            <a:ahLst/>
            <a:cxnLst/>
            <a:rect l="l" t="t" r="r" b="b"/>
            <a:pathLst>
              <a:path w="4935" h="1" fill="none" extrusionOk="0">
                <a:moveTo>
                  <a:pt x="1" y="1"/>
                </a:moveTo>
                <a:lnTo>
                  <a:pt x="493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0"/>
          <p:cNvSpPr/>
          <p:nvPr/>
        </p:nvSpPr>
        <p:spPr>
          <a:xfrm>
            <a:off x="1094018" y="318085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0"/>
          <p:cNvSpPr/>
          <p:nvPr/>
        </p:nvSpPr>
        <p:spPr>
          <a:xfrm>
            <a:off x="8574936" y="1153510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1" y="0"/>
                </a:moveTo>
                <a:lnTo>
                  <a:pt x="1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3723350" y="3243484"/>
            <a:ext cx="42" cy="64328"/>
          </a:xfrm>
          <a:custGeom>
            <a:avLst/>
            <a:gdLst/>
            <a:ahLst/>
            <a:cxnLst/>
            <a:rect l="l" t="t" r="r" b="b"/>
            <a:pathLst>
              <a:path w="1" h="1525" fill="none" extrusionOk="0">
                <a:moveTo>
                  <a:pt x="1" y="1"/>
                </a:moveTo>
                <a:lnTo>
                  <a:pt x="1" y="1524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0"/>
          <p:cNvSpPr/>
          <p:nvPr/>
        </p:nvSpPr>
        <p:spPr>
          <a:xfrm>
            <a:off x="3691251" y="3275627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0"/>
          <p:cNvSpPr/>
          <p:nvPr/>
        </p:nvSpPr>
        <p:spPr>
          <a:xfrm>
            <a:off x="2946015" y="4536419"/>
            <a:ext cx="42" cy="63822"/>
          </a:xfrm>
          <a:custGeom>
            <a:avLst/>
            <a:gdLst/>
            <a:ahLst/>
            <a:cxnLst/>
            <a:rect l="l" t="t" r="r" b="b"/>
            <a:pathLst>
              <a:path w="1" h="1513" fill="none" extrusionOk="0">
                <a:moveTo>
                  <a:pt x="1" y="1"/>
                </a:moveTo>
                <a:lnTo>
                  <a:pt x="1" y="1513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0"/>
          <p:cNvSpPr/>
          <p:nvPr/>
        </p:nvSpPr>
        <p:spPr>
          <a:xfrm>
            <a:off x="2911976" y="4568563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0"/>
          <p:cNvSpPr/>
          <p:nvPr/>
        </p:nvSpPr>
        <p:spPr>
          <a:xfrm>
            <a:off x="6013218" y="4588220"/>
            <a:ext cx="59980" cy="62388"/>
          </a:xfrm>
          <a:custGeom>
            <a:avLst/>
            <a:gdLst/>
            <a:ahLst/>
            <a:cxnLst/>
            <a:rect l="l" t="t" r="r" b="b"/>
            <a:pathLst>
              <a:path w="1422" h="1479" fill="none" extrusionOk="0">
                <a:moveTo>
                  <a:pt x="1421" y="717"/>
                </a:moveTo>
                <a:cubicBezTo>
                  <a:pt x="1421" y="1137"/>
                  <a:pt x="1137" y="1478"/>
                  <a:pt x="716" y="1478"/>
                </a:cubicBezTo>
                <a:cubicBezTo>
                  <a:pt x="330" y="1478"/>
                  <a:pt x="0" y="1137"/>
                  <a:pt x="0" y="717"/>
                </a:cubicBezTo>
                <a:cubicBezTo>
                  <a:pt x="0" y="342"/>
                  <a:pt x="330" y="0"/>
                  <a:pt x="716" y="0"/>
                </a:cubicBezTo>
                <a:cubicBezTo>
                  <a:pt x="1137" y="0"/>
                  <a:pt x="1421" y="342"/>
                  <a:pt x="1421" y="717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2080903" y="1701165"/>
            <a:ext cx="70061" cy="42"/>
          </a:xfrm>
          <a:custGeom>
            <a:avLst/>
            <a:gdLst/>
            <a:ahLst/>
            <a:cxnLst/>
            <a:rect l="l" t="t" r="r" b="b"/>
            <a:pathLst>
              <a:path w="1661" h="1" fill="none" extrusionOk="0">
                <a:moveTo>
                  <a:pt x="1" y="1"/>
                </a:moveTo>
                <a:lnTo>
                  <a:pt x="166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1805172" y="1824928"/>
            <a:ext cx="42" cy="46063"/>
          </a:xfrm>
          <a:custGeom>
            <a:avLst/>
            <a:gdLst/>
            <a:ahLst/>
            <a:cxnLst/>
            <a:rect l="l" t="t" r="r" b="b"/>
            <a:pathLst>
              <a:path w="1" h="1092" fill="none" extrusionOk="0">
                <a:moveTo>
                  <a:pt x="1" y="0"/>
                </a:moveTo>
                <a:lnTo>
                  <a:pt x="1" y="109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2614649" y="2816303"/>
            <a:ext cx="63818" cy="20205"/>
          </a:xfrm>
          <a:custGeom>
            <a:avLst/>
            <a:gdLst/>
            <a:ahLst/>
            <a:cxnLst/>
            <a:rect l="l" t="t" r="r" b="b"/>
            <a:pathLst>
              <a:path w="1513" h="479" fill="none" extrusionOk="0">
                <a:moveTo>
                  <a:pt x="1" y="478"/>
                </a:moveTo>
                <a:cubicBezTo>
                  <a:pt x="421" y="46"/>
                  <a:pt x="990" y="1"/>
                  <a:pt x="1513" y="1"/>
                </a:cubicBezTo>
              </a:path>
            </a:pathLst>
          </a:custGeom>
          <a:noFill/>
          <a:ln w="9525" cap="flat" cmpd="sng">
            <a:solidFill>
              <a:srgbClr val="C56047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0"/>
          <p:cNvSpPr txBox="1"/>
          <p:nvPr/>
        </p:nvSpPr>
        <p:spPr>
          <a:xfrm>
            <a:off x="3072000" y="3200400"/>
            <a:ext cx="3000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5" name="Google Shape;1055;p60"/>
          <p:cNvSpPr/>
          <p:nvPr/>
        </p:nvSpPr>
        <p:spPr>
          <a:xfrm flipH="1">
            <a:off x="7056175" y="158600"/>
            <a:ext cx="27072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 flipH="1">
            <a:off x="-464575" y="938650"/>
            <a:ext cx="2293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 flipH="1">
            <a:off x="3345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0"/>
          <p:cNvSpPr/>
          <p:nvPr/>
        </p:nvSpPr>
        <p:spPr>
          <a:xfrm flipH="1">
            <a:off x="53637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0"/>
          <p:cNvSpPr txBox="1">
            <a:spLocks noGrp="1"/>
          </p:cNvSpPr>
          <p:nvPr>
            <p:ph type="subTitle" idx="1"/>
          </p:nvPr>
        </p:nvSpPr>
        <p:spPr>
          <a:xfrm>
            <a:off x="2314575" y="1608233"/>
            <a:ext cx="454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4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60"/>
          <p:cNvSpPr txBox="1">
            <a:spLocks noGrp="1"/>
          </p:cNvSpPr>
          <p:nvPr>
            <p:ph type="title"/>
          </p:nvPr>
        </p:nvSpPr>
        <p:spPr>
          <a:xfrm>
            <a:off x="2276400" y="826025"/>
            <a:ext cx="45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1"/>
          <p:cNvSpPr/>
          <p:nvPr/>
        </p:nvSpPr>
        <p:spPr>
          <a:xfrm rot="10800000" flipH="1">
            <a:off x="7918898" y="4118886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1"/>
          <p:cNvSpPr/>
          <p:nvPr/>
        </p:nvSpPr>
        <p:spPr>
          <a:xfrm rot="10800000" flipH="1">
            <a:off x="8882878" y="1863923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1"/>
          <p:cNvSpPr/>
          <p:nvPr/>
        </p:nvSpPr>
        <p:spPr>
          <a:xfrm rot="10800000" flipH="1">
            <a:off x="8864589" y="1882213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1"/>
          <p:cNvSpPr/>
          <p:nvPr/>
        </p:nvSpPr>
        <p:spPr>
          <a:xfrm rot="10800000" flipH="1">
            <a:off x="298332" y="4724471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/>
          <p:nvPr/>
        </p:nvSpPr>
        <p:spPr>
          <a:xfrm rot="10800000" flipH="1">
            <a:off x="266121" y="4756684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/>
          <p:nvPr/>
        </p:nvSpPr>
        <p:spPr>
          <a:xfrm rot="10800000" flipH="1">
            <a:off x="8866530" y="2555650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1"/>
          <p:cNvSpPr/>
          <p:nvPr/>
        </p:nvSpPr>
        <p:spPr>
          <a:xfrm rot="10800000" flipH="1">
            <a:off x="645606" y="3401211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1"/>
          <p:cNvSpPr/>
          <p:nvPr/>
        </p:nvSpPr>
        <p:spPr>
          <a:xfrm rot="10800000" flipH="1">
            <a:off x="465139" y="4080903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1"/>
          <p:cNvSpPr/>
          <p:nvPr/>
        </p:nvSpPr>
        <p:spPr>
          <a:xfrm rot="10800000" flipH="1">
            <a:off x="8245486" y="31786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1"/>
          <p:cNvSpPr/>
          <p:nvPr/>
        </p:nvSpPr>
        <p:spPr>
          <a:xfrm rot="10800000" flipH="1">
            <a:off x="8698145" y="1144836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1"/>
          <p:cNvSpPr/>
          <p:nvPr/>
        </p:nvSpPr>
        <p:spPr>
          <a:xfrm rot="10800000" flipH="1">
            <a:off x="751845" y="2180946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1"/>
          <p:cNvSpPr/>
          <p:nvPr/>
        </p:nvSpPr>
        <p:spPr>
          <a:xfrm rot="10800000" flipH="1">
            <a:off x="296803" y="2669604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1"/>
          <p:cNvSpPr/>
          <p:nvPr/>
        </p:nvSpPr>
        <p:spPr>
          <a:xfrm rot="10800000" flipH="1">
            <a:off x="7864565" y="1825939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1"/>
          <p:cNvSpPr/>
          <p:nvPr/>
        </p:nvSpPr>
        <p:spPr>
          <a:xfrm rot="10800000" flipH="1">
            <a:off x="1236721" y="760042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1"/>
          <p:cNvSpPr/>
          <p:nvPr/>
        </p:nvSpPr>
        <p:spPr>
          <a:xfrm rot="10800000" flipH="1">
            <a:off x="1204461" y="793710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1"/>
          <p:cNvSpPr/>
          <p:nvPr/>
        </p:nvSpPr>
        <p:spPr>
          <a:xfrm rot="10800000" flipH="1">
            <a:off x="7698120" y="513264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1"/>
          <p:cNvSpPr/>
          <p:nvPr/>
        </p:nvSpPr>
        <p:spPr>
          <a:xfrm rot="10800000" flipH="1">
            <a:off x="7742412" y="78454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1"/>
          <p:cNvSpPr/>
          <p:nvPr/>
        </p:nvSpPr>
        <p:spPr>
          <a:xfrm rot="10800000" flipH="1">
            <a:off x="7710151" y="110667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1"/>
          <p:cNvSpPr/>
          <p:nvPr/>
        </p:nvSpPr>
        <p:spPr>
          <a:xfrm rot="10800000" flipH="1">
            <a:off x="8499974" y="805740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1"/>
          <p:cNvSpPr/>
          <p:nvPr/>
        </p:nvSpPr>
        <p:spPr>
          <a:xfrm rot="10800000" flipH="1">
            <a:off x="8880938" y="138099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1"/>
          <p:cNvSpPr/>
          <p:nvPr/>
        </p:nvSpPr>
        <p:spPr>
          <a:xfrm rot="10800000" flipH="1">
            <a:off x="204436" y="1465206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1"/>
          <p:cNvSpPr/>
          <p:nvPr/>
        </p:nvSpPr>
        <p:spPr>
          <a:xfrm rot="10800000" flipH="1">
            <a:off x="8541840" y="1581587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1"/>
          <p:cNvSpPr/>
          <p:nvPr/>
        </p:nvSpPr>
        <p:spPr>
          <a:xfrm rot="10800000" flipH="1">
            <a:off x="8639425" y="4924745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1"/>
          <p:cNvSpPr/>
          <p:nvPr/>
        </p:nvSpPr>
        <p:spPr>
          <a:xfrm rot="10800000" flipH="1">
            <a:off x="8678449" y="408667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1"/>
          <p:cNvSpPr/>
          <p:nvPr/>
        </p:nvSpPr>
        <p:spPr>
          <a:xfrm rot="10800000" flipH="1">
            <a:off x="42365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1"/>
          <p:cNvSpPr/>
          <p:nvPr/>
        </p:nvSpPr>
        <p:spPr>
          <a:xfrm rot="10800000" flipH="1"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8" name="Google Shape;1088;p61"/>
          <p:cNvGrpSpPr/>
          <p:nvPr/>
        </p:nvGrpSpPr>
        <p:grpSpPr>
          <a:xfrm flipH="1">
            <a:off x="7545770" y="3928755"/>
            <a:ext cx="1086673" cy="897677"/>
            <a:chOff x="6101758" y="2859784"/>
            <a:chExt cx="1222079" cy="1009533"/>
          </a:xfrm>
        </p:grpSpPr>
        <p:sp>
          <p:nvSpPr>
            <p:cNvPr id="1089" name="Google Shape;1089;p61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1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1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1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1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1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1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1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1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1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62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01" name="Google Shape;1101;p6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62"/>
          <p:cNvSpPr/>
          <p:nvPr/>
        </p:nvSpPr>
        <p:spPr>
          <a:xfrm flipH="1">
            <a:off x="7356334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2"/>
          <p:cNvSpPr/>
          <p:nvPr/>
        </p:nvSpPr>
        <p:spPr>
          <a:xfrm>
            <a:off x="680434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6" name="Google Shape;1126;p62"/>
          <p:cNvGrpSpPr/>
          <p:nvPr/>
        </p:nvGrpSpPr>
        <p:grpSpPr>
          <a:xfrm flipH="1">
            <a:off x="7737387" y="58110"/>
            <a:ext cx="889429" cy="734738"/>
            <a:chOff x="6101758" y="2859784"/>
            <a:chExt cx="1222079" cy="1009533"/>
          </a:xfrm>
        </p:grpSpPr>
        <p:sp>
          <p:nvSpPr>
            <p:cNvPr id="1127" name="Google Shape;1127;p6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6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"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63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39" name="Google Shape;1139;p63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3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63"/>
          <p:cNvSpPr/>
          <p:nvPr/>
        </p:nvSpPr>
        <p:spPr>
          <a:xfrm flipH="1">
            <a:off x="78218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3"/>
          <p:cNvSpPr/>
          <p:nvPr/>
        </p:nvSpPr>
        <p:spPr>
          <a:xfrm flipH="1">
            <a:off x="41338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63"/>
          <p:cNvGrpSpPr/>
          <p:nvPr/>
        </p:nvGrpSpPr>
        <p:grpSpPr>
          <a:xfrm flipH="1">
            <a:off x="8377738" y="3548084"/>
            <a:ext cx="1222079" cy="1009533"/>
            <a:chOff x="6101758" y="2859784"/>
            <a:chExt cx="1222079" cy="1009533"/>
          </a:xfrm>
        </p:grpSpPr>
        <p:sp>
          <p:nvSpPr>
            <p:cNvPr id="1165" name="Google Shape;1165;p63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3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3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3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3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3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3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3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3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4"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4"/>
          <p:cNvSpPr/>
          <p:nvPr/>
        </p:nvSpPr>
        <p:spPr>
          <a:xfrm>
            <a:off x="-1233991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4"/>
          <p:cNvSpPr/>
          <p:nvPr/>
        </p:nvSpPr>
        <p:spPr>
          <a:xfrm flipH="1">
            <a:off x="786420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64"/>
          <p:cNvGrpSpPr/>
          <p:nvPr/>
        </p:nvGrpSpPr>
        <p:grpSpPr>
          <a:xfrm flipH="1">
            <a:off x="-57151" y="116972"/>
            <a:ext cx="8939573" cy="4824997"/>
            <a:chOff x="204436" y="116972"/>
            <a:chExt cx="8939573" cy="4824997"/>
          </a:xfrm>
        </p:grpSpPr>
        <p:sp>
          <p:nvSpPr>
            <p:cNvPr id="1179" name="Google Shape;1179;p64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4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4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4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4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4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4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4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4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4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4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4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4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4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4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4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4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4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64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64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64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64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4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64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64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64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64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64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4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64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4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0" name="Google Shape;1230;p64"/>
          <p:cNvGrpSpPr/>
          <p:nvPr/>
        </p:nvGrpSpPr>
        <p:grpSpPr>
          <a:xfrm flipH="1">
            <a:off x="8250443" y="3253983"/>
            <a:ext cx="1190271" cy="1022535"/>
            <a:chOff x="7521697" y="2603884"/>
            <a:chExt cx="1473291" cy="1265671"/>
          </a:xfrm>
        </p:grpSpPr>
        <p:sp>
          <p:nvSpPr>
            <p:cNvPr id="1231" name="Google Shape;1231;p64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4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4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4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64"/>
          <p:cNvGrpSpPr/>
          <p:nvPr/>
        </p:nvGrpSpPr>
        <p:grpSpPr>
          <a:xfrm rot="10800000">
            <a:off x="-270296" y="340481"/>
            <a:ext cx="1086673" cy="897677"/>
            <a:chOff x="6101758" y="2859784"/>
            <a:chExt cx="1222079" cy="1009533"/>
          </a:xfrm>
        </p:grpSpPr>
        <p:sp>
          <p:nvSpPr>
            <p:cNvPr id="1240" name="Google Shape;1240;p6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2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"/>
          <p:cNvSpPr txBox="1">
            <a:spLocks noGrp="1"/>
          </p:cNvSpPr>
          <p:nvPr>
            <p:ph type="title"/>
          </p:nvPr>
        </p:nvSpPr>
        <p:spPr>
          <a:xfrm>
            <a:off x="1071875" y="801900"/>
            <a:ext cx="7302000" cy="14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 b="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Проработка концепции проекта</a:t>
            </a:r>
            <a:endParaRPr b="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5" name="Google Shape;1255;p1"/>
          <p:cNvSpPr txBox="1">
            <a:spLocks noGrp="1"/>
          </p:cNvSpPr>
          <p:nvPr>
            <p:ph type="subTitle" idx="1"/>
          </p:nvPr>
        </p:nvSpPr>
        <p:spPr>
          <a:xfrm>
            <a:off x="929550" y="2478075"/>
            <a:ext cx="8169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3"/>
                </a:solidFill>
              </a:rPr>
              <a:t>Рабочая тетрадь команды в интенсиве Университета 20.35</a:t>
            </a:r>
            <a:endParaRPr/>
          </a:p>
        </p:txBody>
      </p:sp>
      <p:grpSp>
        <p:nvGrpSpPr>
          <p:cNvPr id="1256" name="Google Shape;1256;p1"/>
          <p:cNvGrpSpPr/>
          <p:nvPr/>
        </p:nvGrpSpPr>
        <p:grpSpPr>
          <a:xfrm>
            <a:off x="2285922" y="3059412"/>
            <a:ext cx="4572156" cy="1870287"/>
            <a:chOff x="1843737" y="2818617"/>
            <a:chExt cx="5131488" cy="2099088"/>
          </a:xfrm>
        </p:grpSpPr>
        <p:sp>
          <p:nvSpPr>
            <p:cNvPr id="1257" name="Google Shape;1257;p1"/>
            <p:cNvSpPr/>
            <p:nvPr/>
          </p:nvSpPr>
          <p:spPr>
            <a:xfrm>
              <a:off x="6898414" y="3855561"/>
              <a:ext cx="32096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"/>
            <p:cNvSpPr/>
            <p:nvPr/>
          </p:nvSpPr>
          <p:spPr>
            <a:xfrm>
              <a:off x="3706087" y="3761043"/>
              <a:ext cx="43" cy="32096"/>
            </a:xfrm>
            <a:custGeom>
              <a:avLst/>
              <a:gdLst/>
              <a:ahLst/>
              <a:cxnLst/>
              <a:rect l="l" t="t" r="r" b="b"/>
              <a:pathLst>
                <a:path w="1" h="744" fill="none" extrusionOk="0">
                  <a:moveTo>
                    <a:pt x="1" y="0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"/>
            <p:cNvSpPr/>
            <p:nvPr/>
          </p:nvSpPr>
          <p:spPr>
            <a:xfrm>
              <a:off x="3688572" y="3777306"/>
              <a:ext cx="33822" cy="43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"/>
            <p:cNvSpPr/>
            <p:nvPr/>
          </p:nvSpPr>
          <p:spPr>
            <a:xfrm>
              <a:off x="2046875" y="371484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67"/>
                  </a:moveTo>
                  <a:cubicBezTo>
                    <a:pt x="744" y="575"/>
                    <a:pt x="575" y="744"/>
                    <a:pt x="377" y="744"/>
                  </a:cubicBezTo>
                  <a:cubicBezTo>
                    <a:pt x="169" y="744"/>
                    <a:pt x="0" y="575"/>
                    <a:pt x="0" y="367"/>
                  </a:cubicBezTo>
                  <a:cubicBezTo>
                    <a:pt x="0" y="159"/>
                    <a:pt x="169" y="0"/>
                    <a:pt x="377" y="0"/>
                  </a:cubicBezTo>
                  <a:cubicBezTo>
                    <a:pt x="575" y="0"/>
                    <a:pt x="744" y="159"/>
                    <a:pt x="744" y="3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"/>
            <p:cNvSpPr/>
            <p:nvPr/>
          </p:nvSpPr>
          <p:spPr>
            <a:xfrm>
              <a:off x="1863357" y="3916302"/>
              <a:ext cx="128385" cy="8585"/>
            </a:xfrm>
            <a:custGeom>
              <a:avLst/>
              <a:gdLst/>
              <a:ahLst/>
              <a:cxnLst/>
              <a:rect l="l" t="t" r="r" b="b"/>
              <a:pathLst>
                <a:path w="2976" h="199" fill="none" extrusionOk="0">
                  <a:moveTo>
                    <a:pt x="1" y="80"/>
                  </a:moveTo>
                  <a:cubicBezTo>
                    <a:pt x="1" y="80"/>
                    <a:pt x="1815" y="1"/>
                    <a:pt x="2975" y="199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"/>
            <p:cNvSpPr/>
            <p:nvPr/>
          </p:nvSpPr>
          <p:spPr>
            <a:xfrm>
              <a:off x="2023752" y="3778989"/>
              <a:ext cx="195985" cy="94563"/>
            </a:xfrm>
            <a:custGeom>
              <a:avLst/>
              <a:gdLst/>
              <a:ahLst/>
              <a:cxnLst/>
              <a:rect l="l" t="t" r="r" b="b"/>
              <a:pathLst>
                <a:path w="4543" h="2192" fill="none" extrusionOk="0">
                  <a:moveTo>
                    <a:pt x="1" y="1"/>
                  </a:moveTo>
                  <a:cubicBezTo>
                    <a:pt x="1" y="1"/>
                    <a:pt x="3144" y="1111"/>
                    <a:pt x="4542" y="219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"/>
            <p:cNvSpPr/>
            <p:nvPr/>
          </p:nvSpPr>
          <p:spPr>
            <a:xfrm>
              <a:off x="2018230" y="3607897"/>
              <a:ext cx="135632" cy="42838"/>
            </a:xfrm>
            <a:custGeom>
              <a:avLst/>
              <a:gdLst/>
              <a:ahLst/>
              <a:cxnLst/>
              <a:rect l="l" t="t" r="r" b="b"/>
              <a:pathLst>
                <a:path w="3144" h="993" fill="none" extrusionOk="0">
                  <a:moveTo>
                    <a:pt x="0" y="1"/>
                  </a:moveTo>
                  <a:cubicBezTo>
                    <a:pt x="0" y="1"/>
                    <a:pt x="2152" y="367"/>
                    <a:pt x="3143" y="992"/>
                  </a:cubicBez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"/>
            <p:cNvSpPr/>
            <p:nvPr/>
          </p:nvSpPr>
          <p:spPr>
            <a:xfrm>
              <a:off x="2232075" y="3714840"/>
              <a:ext cx="114278" cy="217339"/>
            </a:xfrm>
            <a:custGeom>
              <a:avLst/>
              <a:gdLst/>
              <a:ahLst/>
              <a:cxnLst/>
              <a:rect l="l" t="t" r="r" b="b"/>
              <a:pathLst>
                <a:path w="2649" h="5038" fill="none" extrusionOk="0">
                  <a:moveTo>
                    <a:pt x="1" y="5037"/>
                  </a:moveTo>
                  <a:cubicBezTo>
                    <a:pt x="1" y="5037"/>
                    <a:pt x="586" y="2767"/>
                    <a:pt x="2648" y="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"/>
            <p:cNvGrpSpPr/>
            <p:nvPr/>
          </p:nvGrpSpPr>
          <p:grpSpPr>
            <a:xfrm>
              <a:off x="1843737" y="3461734"/>
              <a:ext cx="907359" cy="983892"/>
              <a:chOff x="1671534" y="3266758"/>
              <a:chExt cx="1020307" cy="1106367"/>
            </a:xfrm>
          </p:grpSpPr>
          <p:sp>
            <p:nvSpPr>
              <p:cNvPr id="1266" name="Google Shape;1266;p1"/>
              <p:cNvSpPr/>
              <p:nvPr/>
            </p:nvSpPr>
            <p:spPr>
              <a:xfrm>
                <a:off x="2142439" y="3288879"/>
                <a:ext cx="365154" cy="703286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14497" fill="none" extrusionOk="0">
                    <a:moveTo>
                      <a:pt x="1984" y="14497"/>
                    </a:moveTo>
                    <a:cubicBezTo>
                      <a:pt x="1865" y="13555"/>
                      <a:pt x="665" y="12891"/>
                      <a:pt x="784" y="11939"/>
                    </a:cubicBezTo>
                    <a:cubicBezTo>
                      <a:pt x="834" y="11483"/>
                      <a:pt x="1200" y="11116"/>
                      <a:pt x="1329" y="10660"/>
                    </a:cubicBezTo>
                    <a:cubicBezTo>
                      <a:pt x="1577" y="9916"/>
                      <a:pt x="1200" y="9093"/>
                      <a:pt x="784" y="8389"/>
                    </a:cubicBezTo>
                    <a:cubicBezTo>
                      <a:pt x="417" y="7685"/>
                      <a:pt x="1" y="6902"/>
                      <a:pt x="209" y="6158"/>
                    </a:cubicBezTo>
                    <a:cubicBezTo>
                      <a:pt x="457" y="5285"/>
                      <a:pt x="1984" y="4750"/>
                      <a:pt x="2608" y="4135"/>
                    </a:cubicBezTo>
                    <a:cubicBezTo>
                      <a:pt x="3263" y="3550"/>
                      <a:pt x="3392" y="2688"/>
                      <a:pt x="3759" y="1944"/>
                    </a:cubicBezTo>
                    <a:cubicBezTo>
                      <a:pt x="4135" y="1161"/>
                      <a:pt x="4998" y="417"/>
                      <a:pt x="5831" y="169"/>
                    </a:cubicBezTo>
                    <a:cubicBezTo>
                      <a:pt x="6366" y="1"/>
                      <a:pt x="6902" y="169"/>
                      <a:pt x="7189" y="665"/>
                    </a:cubicBezTo>
                    <a:cubicBezTo>
                      <a:pt x="7437" y="1032"/>
                      <a:pt x="7526" y="1528"/>
                      <a:pt x="7526" y="1984"/>
                    </a:cubicBezTo>
                    <a:cubicBezTo>
                      <a:pt x="7526" y="2598"/>
                      <a:pt x="7358" y="3263"/>
                      <a:pt x="7031" y="3838"/>
                    </a:cubicBezTo>
                    <a:cubicBezTo>
                      <a:pt x="6614" y="4502"/>
                      <a:pt x="6039" y="5038"/>
                      <a:pt x="5791" y="5781"/>
                    </a:cubicBezTo>
                    <a:cubicBezTo>
                      <a:pt x="5494" y="6614"/>
                      <a:pt x="5335" y="7358"/>
                      <a:pt x="5583" y="8349"/>
                    </a:cubicBezTo>
                    <a:cubicBezTo>
                      <a:pt x="6039" y="10164"/>
                      <a:pt x="5414" y="11859"/>
                      <a:pt x="4839" y="12068"/>
                    </a:cubicBezTo>
                    <a:cubicBezTo>
                      <a:pt x="3312" y="12682"/>
                      <a:pt x="2688" y="12851"/>
                      <a:pt x="1984" y="1449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"/>
              <p:cNvSpPr/>
              <p:nvPr/>
            </p:nvSpPr>
            <p:spPr>
              <a:xfrm>
                <a:off x="2216517" y="3349033"/>
                <a:ext cx="208798" cy="943762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9454" fill="none" extrusionOk="0">
                    <a:moveTo>
                      <a:pt x="4304" y="0"/>
                    </a:moveTo>
                    <a:cubicBezTo>
                      <a:pt x="3887" y="615"/>
                      <a:pt x="3144" y="2191"/>
                      <a:pt x="2896" y="2935"/>
                    </a:cubicBezTo>
                    <a:cubicBezTo>
                      <a:pt x="953" y="8220"/>
                      <a:pt x="1" y="13842"/>
                      <a:pt x="50" y="194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"/>
              <p:cNvSpPr/>
              <p:nvPr/>
            </p:nvSpPr>
            <p:spPr>
              <a:xfrm>
                <a:off x="1671534" y="3645779"/>
                <a:ext cx="412744" cy="553237"/>
              </a:xfrm>
              <a:custGeom>
                <a:avLst/>
                <a:gdLst/>
                <a:ahLst/>
                <a:cxnLst/>
                <a:rect l="l" t="t" r="r" b="b"/>
                <a:pathLst>
                  <a:path w="8508" h="11404" fill="none" extrusionOk="0">
                    <a:moveTo>
                      <a:pt x="7685" y="11403"/>
                    </a:moveTo>
                    <a:cubicBezTo>
                      <a:pt x="7318" y="10699"/>
                      <a:pt x="6693" y="10283"/>
                      <a:pt x="6118" y="9956"/>
                    </a:cubicBezTo>
                    <a:cubicBezTo>
                      <a:pt x="5454" y="9619"/>
                      <a:pt x="4790" y="9123"/>
                      <a:pt x="4542" y="8429"/>
                    </a:cubicBezTo>
                    <a:cubicBezTo>
                      <a:pt x="4423" y="8181"/>
                      <a:pt x="4423" y="7933"/>
                      <a:pt x="4294" y="7725"/>
                    </a:cubicBezTo>
                    <a:cubicBezTo>
                      <a:pt x="4096" y="7348"/>
                      <a:pt x="3719" y="7140"/>
                      <a:pt x="3352" y="6981"/>
                    </a:cubicBezTo>
                    <a:cubicBezTo>
                      <a:pt x="2936" y="6813"/>
                      <a:pt x="2559" y="6694"/>
                      <a:pt x="2232" y="6396"/>
                    </a:cubicBezTo>
                    <a:cubicBezTo>
                      <a:pt x="1984" y="6148"/>
                      <a:pt x="1775" y="5781"/>
                      <a:pt x="1775" y="5405"/>
                    </a:cubicBezTo>
                    <a:cubicBezTo>
                      <a:pt x="1736" y="5038"/>
                      <a:pt x="1865" y="4661"/>
                      <a:pt x="1736" y="4334"/>
                    </a:cubicBezTo>
                    <a:cubicBezTo>
                      <a:pt x="1617" y="3967"/>
                      <a:pt x="1240" y="3719"/>
                      <a:pt x="952" y="3422"/>
                    </a:cubicBezTo>
                    <a:cubicBezTo>
                      <a:pt x="377" y="2886"/>
                      <a:pt x="1" y="1984"/>
                      <a:pt x="80" y="1191"/>
                    </a:cubicBezTo>
                    <a:cubicBezTo>
                      <a:pt x="248" y="80"/>
                      <a:pt x="1319" y="1"/>
                      <a:pt x="2192" y="368"/>
                    </a:cubicBezTo>
                    <a:cubicBezTo>
                      <a:pt x="2767" y="576"/>
                      <a:pt x="3263" y="943"/>
                      <a:pt x="3848" y="1151"/>
                    </a:cubicBezTo>
                    <a:cubicBezTo>
                      <a:pt x="4344" y="1320"/>
                      <a:pt x="4839" y="1359"/>
                      <a:pt x="5335" y="1567"/>
                    </a:cubicBezTo>
                    <a:cubicBezTo>
                      <a:pt x="5870" y="1815"/>
                      <a:pt x="6277" y="2311"/>
                      <a:pt x="6485" y="2886"/>
                    </a:cubicBezTo>
                    <a:cubicBezTo>
                      <a:pt x="6614" y="3342"/>
                      <a:pt x="6614" y="3838"/>
                      <a:pt x="6693" y="4294"/>
                    </a:cubicBezTo>
                    <a:cubicBezTo>
                      <a:pt x="6773" y="4621"/>
                      <a:pt x="6941" y="4958"/>
                      <a:pt x="7150" y="5246"/>
                    </a:cubicBezTo>
                    <a:cubicBezTo>
                      <a:pt x="7764" y="6029"/>
                      <a:pt x="8429" y="6942"/>
                      <a:pt x="8468" y="7973"/>
                    </a:cubicBezTo>
                    <a:cubicBezTo>
                      <a:pt x="8508" y="9172"/>
                      <a:pt x="8220" y="10362"/>
                      <a:pt x="7685" y="114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"/>
              <p:cNvSpPr/>
              <p:nvPr/>
            </p:nvSpPr>
            <p:spPr>
              <a:xfrm>
                <a:off x="1747552" y="3713598"/>
                <a:ext cx="318970" cy="659527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13595" fill="none" extrusionOk="0">
                    <a:moveTo>
                      <a:pt x="0" y="1"/>
                    </a:moveTo>
                    <a:cubicBezTo>
                      <a:pt x="4214" y="2856"/>
                      <a:pt x="6247" y="8350"/>
                      <a:pt x="6574" y="1359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"/>
              <p:cNvSpPr/>
              <p:nvPr/>
            </p:nvSpPr>
            <p:spPr>
              <a:xfrm>
                <a:off x="1767733" y="3940147"/>
                <a:ext cx="192449" cy="22219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458" fill="none" extrusionOk="0">
                    <a:moveTo>
                      <a:pt x="1" y="1"/>
                    </a:moveTo>
                    <a:cubicBezTo>
                      <a:pt x="1" y="1"/>
                      <a:pt x="2152" y="1"/>
                      <a:pt x="3967" y="4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"/>
              <p:cNvSpPr/>
              <p:nvPr/>
            </p:nvSpPr>
            <p:spPr>
              <a:xfrm>
                <a:off x="1757642" y="3729946"/>
                <a:ext cx="182358" cy="178041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70" fill="none" extrusionOk="0">
                    <a:moveTo>
                      <a:pt x="3312" y="1"/>
                    </a:moveTo>
                    <a:cubicBezTo>
                      <a:pt x="3758" y="1607"/>
                      <a:pt x="3560" y="3670"/>
                      <a:pt x="3560" y="3670"/>
                    </a:cubicBezTo>
                    <a:cubicBezTo>
                      <a:pt x="3560" y="3670"/>
                      <a:pt x="1904" y="3303"/>
                      <a:pt x="0" y="322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"/>
              <p:cNvSpPr/>
              <p:nvPr/>
            </p:nvSpPr>
            <p:spPr>
              <a:xfrm>
                <a:off x="1887994" y="3868010"/>
                <a:ext cx="154464" cy="200648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136" fill="none" extrusionOk="0">
                    <a:moveTo>
                      <a:pt x="0" y="3600"/>
                    </a:moveTo>
                    <a:cubicBezTo>
                      <a:pt x="0" y="3600"/>
                      <a:pt x="1369" y="3719"/>
                      <a:pt x="2440" y="4135"/>
                    </a:cubicBezTo>
                    <a:cubicBezTo>
                      <a:pt x="2440" y="4135"/>
                      <a:pt x="3183" y="2113"/>
                      <a:pt x="2727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"/>
              <p:cNvSpPr/>
              <p:nvPr/>
            </p:nvSpPr>
            <p:spPr>
              <a:xfrm>
                <a:off x="1839870" y="3266758"/>
                <a:ext cx="445005" cy="819716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16897" fill="none" extrusionOk="0">
                    <a:moveTo>
                      <a:pt x="6446" y="16896"/>
                    </a:moveTo>
                    <a:cubicBezTo>
                      <a:pt x="7725" y="15944"/>
                      <a:pt x="8925" y="14457"/>
                      <a:pt x="9093" y="12890"/>
                    </a:cubicBezTo>
                    <a:cubicBezTo>
                      <a:pt x="9173" y="12186"/>
                      <a:pt x="9093" y="11482"/>
                      <a:pt x="8845" y="10828"/>
                    </a:cubicBezTo>
                    <a:cubicBezTo>
                      <a:pt x="8637" y="10124"/>
                      <a:pt x="8141" y="9549"/>
                      <a:pt x="7973" y="8845"/>
                    </a:cubicBezTo>
                    <a:cubicBezTo>
                      <a:pt x="7685" y="7606"/>
                      <a:pt x="8677" y="6198"/>
                      <a:pt x="7894" y="5038"/>
                    </a:cubicBezTo>
                    <a:cubicBezTo>
                      <a:pt x="7606" y="4631"/>
                      <a:pt x="7150" y="4383"/>
                      <a:pt x="6773" y="4006"/>
                    </a:cubicBezTo>
                    <a:cubicBezTo>
                      <a:pt x="5990" y="3223"/>
                      <a:pt x="5990" y="2023"/>
                      <a:pt x="5286" y="1240"/>
                    </a:cubicBezTo>
                    <a:cubicBezTo>
                      <a:pt x="4592" y="457"/>
                      <a:pt x="3303" y="1"/>
                      <a:pt x="2272" y="1"/>
                    </a:cubicBezTo>
                    <a:cubicBezTo>
                      <a:pt x="1201" y="40"/>
                      <a:pt x="1" y="823"/>
                      <a:pt x="1" y="1944"/>
                    </a:cubicBezTo>
                    <a:cubicBezTo>
                      <a:pt x="1" y="2807"/>
                      <a:pt x="745" y="3471"/>
                      <a:pt x="1072" y="4254"/>
                    </a:cubicBezTo>
                    <a:cubicBezTo>
                      <a:pt x="1369" y="4958"/>
                      <a:pt x="1409" y="5781"/>
                      <a:pt x="1121" y="6485"/>
                    </a:cubicBezTo>
                    <a:cubicBezTo>
                      <a:pt x="784" y="7358"/>
                      <a:pt x="41" y="8220"/>
                      <a:pt x="378" y="9053"/>
                    </a:cubicBezTo>
                    <a:cubicBezTo>
                      <a:pt x="665" y="9876"/>
                      <a:pt x="2153" y="10451"/>
                      <a:pt x="2648" y="11076"/>
                    </a:cubicBezTo>
                    <a:cubicBezTo>
                      <a:pt x="3640" y="12276"/>
                      <a:pt x="1984" y="13466"/>
                      <a:pt x="3471" y="14378"/>
                    </a:cubicBezTo>
                    <a:cubicBezTo>
                      <a:pt x="4215" y="14794"/>
                      <a:pt x="5990" y="15201"/>
                      <a:pt x="6446" y="1689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"/>
              <p:cNvSpPr/>
              <p:nvPr/>
            </p:nvSpPr>
            <p:spPr>
              <a:xfrm>
                <a:off x="1901965" y="3551521"/>
                <a:ext cx="166446" cy="77960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607" fill="none" extrusionOk="0">
                    <a:moveTo>
                      <a:pt x="0" y="0"/>
                    </a:moveTo>
                    <a:cubicBezTo>
                      <a:pt x="0" y="0"/>
                      <a:pt x="2568" y="952"/>
                      <a:pt x="3431" y="16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"/>
              <p:cNvSpPr/>
              <p:nvPr/>
            </p:nvSpPr>
            <p:spPr>
              <a:xfrm>
                <a:off x="2048180" y="3371155"/>
                <a:ext cx="74612" cy="18813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3878" fill="none" extrusionOk="0">
                    <a:moveTo>
                      <a:pt x="1537" y="0"/>
                    </a:moveTo>
                    <a:cubicBezTo>
                      <a:pt x="1537" y="0"/>
                      <a:pt x="248" y="1983"/>
                      <a:pt x="0" y="38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"/>
              <p:cNvSpPr/>
              <p:nvPr/>
            </p:nvSpPr>
            <p:spPr>
              <a:xfrm>
                <a:off x="1901965" y="3278789"/>
                <a:ext cx="270845" cy="1082314"/>
              </a:xfrm>
              <a:custGeom>
                <a:avLst/>
                <a:gdLst/>
                <a:ahLst/>
                <a:cxnLst/>
                <a:rect l="l" t="t" r="r" b="b"/>
                <a:pathLst>
                  <a:path w="5583" h="22310" fill="none" extrusionOk="0">
                    <a:moveTo>
                      <a:pt x="0" y="0"/>
                    </a:moveTo>
                    <a:cubicBezTo>
                      <a:pt x="0" y="0"/>
                      <a:pt x="1200" y="952"/>
                      <a:pt x="1983" y="2896"/>
                    </a:cubicBezTo>
                    <a:cubicBezTo>
                      <a:pt x="4551" y="9341"/>
                      <a:pt x="5126" y="15250"/>
                      <a:pt x="5582" y="2231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"/>
              <p:cNvSpPr/>
              <p:nvPr/>
            </p:nvSpPr>
            <p:spPr>
              <a:xfrm>
                <a:off x="1908175" y="3605369"/>
                <a:ext cx="324743" cy="240573"/>
              </a:xfrm>
              <a:custGeom>
                <a:avLst/>
                <a:gdLst/>
                <a:ahLst/>
                <a:cxnLst/>
                <a:rect l="l" t="t" r="r" b="b"/>
                <a:pathLst>
                  <a:path w="6694" h="4959" fill="none" extrusionOk="0">
                    <a:moveTo>
                      <a:pt x="6694" y="1"/>
                    </a:moveTo>
                    <a:cubicBezTo>
                      <a:pt x="5286" y="2192"/>
                      <a:pt x="4334" y="4959"/>
                      <a:pt x="4334" y="4959"/>
                    </a:cubicBezTo>
                    <a:cubicBezTo>
                      <a:pt x="4334" y="4959"/>
                      <a:pt x="2143" y="3679"/>
                      <a:pt x="1" y="314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"/>
              <p:cNvSpPr/>
              <p:nvPr/>
            </p:nvSpPr>
            <p:spPr>
              <a:xfrm>
                <a:off x="2140547" y="3792041"/>
                <a:ext cx="128461" cy="20831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4294" fill="none" extrusionOk="0">
                    <a:moveTo>
                      <a:pt x="0" y="4293"/>
                    </a:moveTo>
                    <a:cubicBezTo>
                      <a:pt x="0" y="4293"/>
                      <a:pt x="1319" y="1487"/>
                      <a:pt x="2647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"/>
              <p:cNvSpPr/>
              <p:nvPr/>
            </p:nvSpPr>
            <p:spPr>
              <a:xfrm>
                <a:off x="2258867" y="3619340"/>
                <a:ext cx="432974" cy="579676"/>
              </a:xfrm>
              <a:custGeom>
                <a:avLst/>
                <a:gdLst/>
                <a:ahLst/>
                <a:cxnLst/>
                <a:rect l="l" t="t" r="r" b="b"/>
                <a:pathLst>
                  <a:path w="8925" h="11949" fill="none" extrusionOk="0">
                    <a:moveTo>
                      <a:pt x="1160" y="11948"/>
                    </a:moveTo>
                    <a:cubicBezTo>
                      <a:pt x="1160" y="10907"/>
                      <a:pt x="367" y="10372"/>
                      <a:pt x="169" y="9509"/>
                    </a:cubicBezTo>
                    <a:cubicBezTo>
                      <a:pt x="0" y="8974"/>
                      <a:pt x="0" y="8389"/>
                      <a:pt x="288" y="7893"/>
                    </a:cubicBezTo>
                    <a:cubicBezTo>
                      <a:pt x="536" y="7397"/>
                      <a:pt x="992" y="7070"/>
                      <a:pt x="1160" y="6535"/>
                    </a:cubicBezTo>
                    <a:cubicBezTo>
                      <a:pt x="1279" y="6039"/>
                      <a:pt x="1031" y="5503"/>
                      <a:pt x="992" y="4918"/>
                    </a:cubicBezTo>
                    <a:cubicBezTo>
                      <a:pt x="863" y="3967"/>
                      <a:pt x="1448" y="2975"/>
                      <a:pt x="2310" y="2608"/>
                    </a:cubicBezTo>
                    <a:cubicBezTo>
                      <a:pt x="2687" y="2440"/>
                      <a:pt x="3054" y="2360"/>
                      <a:pt x="3391" y="2152"/>
                    </a:cubicBezTo>
                    <a:cubicBezTo>
                      <a:pt x="3966" y="1865"/>
                      <a:pt x="4254" y="1289"/>
                      <a:pt x="4789" y="913"/>
                    </a:cubicBezTo>
                    <a:cubicBezTo>
                      <a:pt x="5374" y="546"/>
                      <a:pt x="6068" y="248"/>
                      <a:pt x="6772" y="129"/>
                    </a:cubicBezTo>
                    <a:cubicBezTo>
                      <a:pt x="7149" y="50"/>
                      <a:pt x="7556" y="0"/>
                      <a:pt x="7932" y="129"/>
                    </a:cubicBezTo>
                    <a:cubicBezTo>
                      <a:pt x="8299" y="248"/>
                      <a:pt x="8636" y="546"/>
                      <a:pt x="8755" y="913"/>
                    </a:cubicBezTo>
                    <a:cubicBezTo>
                      <a:pt x="8924" y="1537"/>
                      <a:pt x="8428" y="2112"/>
                      <a:pt x="7972" y="2608"/>
                    </a:cubicBezTo>
                    <a:cubicBezTo>
                      <a:pt x="7516" y="3064"/>
                      <a:pt x="7020" y="3679"/>
                      <a:pt x="7268" y="4304"/>
                    </a:cubicBezTo>
                    <a:cubicBezTo>
                      <a:pt x="7357" y="4462"/>
                      <a:pt x="7476" y="4631"/>
                      <a:pt x="7556" y="4839"/>
                    </a:cubicBezTo>
                    <a:cubicBezTo>
                      <a:pt x="7972" y="5751"/>
                      <a:pt x="7189" y="6535"/>
                      <a:pt x="6406" y="6902"/>
                    </a:cubicBezTo>
                    <a:cubicBezTo>
                      <a:pt x="5989" y="7110"/>
                      <a:pt x="5533" y="7278"/>
                      <a:pt x="5166" y="7566"/>
                    </a:cubicBezTo>
                    <a:cubicBezTo>
                      <a:pt x="4581" y="7982"/>
                      <a:pt x="4541" y="8478"/>
                      <a:pt x="4462" y="9093"/>
                    </a:cubicBezTo>
                    <a:cubicBezTo>
                      <a:pt x="4383" y="9717"/>
                      <a:pt x="4046" y="10124"/>
                      <a:pt x="3510" y="10372"/>
                    </a:cubicBezTo>
                    <a:cubicBezTo>
                      <a:pt x="3054" y="10580"/>
                      <a:pt x="1944" y="10749"/>
                      <a:pt x="1160" y="1194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"/>
              <p:cNvSpPr/>
              <p:nvPr/>
            </p:nvSpPr>
            <p:spPr>
              <a:xfrm>
                <a:off x="2303110" y="3695794"/>
                <a:ext cx="274241" cy="651377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13427" fill="none" extrusionOk="0">
                    <a:moveTo>
                      <a:pt x="5652" y="1"/>
                    </a:moveTo>
                    <a:cubicBezTo>
                      <a:pt x="4710" y="784"/>
                      <a:pt x="2678" y="3223"/>
                      <a:pt x="1934" y="4919"/>
                    </a:cubicBezTo>
                    <a:cubicBezTo>
                      <a:pt x="655" y="7844"/>
                      <a:pt x="80" y="10204"/>
                      <a:pt x="0" y="1342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"/>
              <p:cNvSpPr/>
              <p:nvPr/>
            </p:nvSpPr>
            <p:spPr>
              <a:xfrm>
                <a:off x="2303110" y="3960376"/>
                <a:ext cx="31776" cy="14626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015" fill="none" extrusionOk="0">
                    <a:moveTo>
                      <a:pt x="0" y="0"/>
                    </a:moveTo>
                    <a:cubicBezTo>
                      <a:pt x="0" y="0"/>
                      <a:pt x="199" y="2063"/>
                      <a:pt x="655" y="30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"/>
              <p:cNvSpPr/>
              <p:nvPr/>
            </p:nvSpPr>
            <p:spPr>
              <a:xfrm>
                <a:off x="2355067" y="3754008"/>
                <a:ext cx="272786" cy="206421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4255" fill="none" extrusionOk="0">
                    <a:moveTo>
                      <a:pt x="0" y="1"/>
                    </a:moveTo>
                    <a:cubicBezTo>
                      <a:pt x="0" y="1"/>
                      <a:pt x="169" y="2886"/>
                      <a:pt x="665" y="4254"/>
                    </a:cubicBezTo>
                    <a:cubicBezTo>
                      <a:pt x="665" y="4254"/>
                      <a:pt x="2896" y="2767"/>
                      <a:pt x="5622" y="21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"/>
              <p:cNvSpPr/>
              <p:nvPr/>
            </p:nvSpPr>
            <p:spPr>
              <a:xfrm>
                <a:off x="2441175" y="3713598"/>
                <a:ext cx="176585" cy="116479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2401" fill="none" extrusionOk="0">
                    <a:moveTo>
                      <a:pt x="0" y="1"/>
                    </a:moveTo>
                    <a:cubicBezTo>
                      <a:pt x="0" y="1"/>
                      <a:pt x="40" y="1280"/>
                      <a:pt x="377" y="2400"/>
                    </a:cubicBezTo>
                    <a:cubicBezTo>
                      <a:pt x="377" y="2400"/>
                      <a:pt x="1656" y="1776"/>
                      <a:pt x="3639" y="13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"/>
              <p:cNvSpPr/>
              <p:nvPr/>
            </p:nvSpPr>
            <p:spPr>
              <a:xfrm>
                <a:off x="2429144" y="3811737"/>
                <a:ext cx="178477" cy="64522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1330" fill="none" extrusionOk="0">
                    <a:moveTo>
                      <a:pt x="0" y="1329"/>
                    </a:moveTo>
                    <a:cubicBezTo>
                      <a:pt x="0" y="1329"/>
                      <a:pt x="1864" y="338"/>
                      <a:pt x="3679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"/>
              <p:cNvSpPr/>
              <p:nvPr/>
            </p:nvSpPr>
            <p:spPr>
              <a:xfrm>
                <a:off x="2355067" y="3986330"/>
                <a:ext cx="154464" cy="563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161" fill="none" extrusionOk="0">
                    <a:moveTo>
                      <a:pt x="0" y="1161"/>
                    </a:moveTo>
                    <a:cubicBezTo>
                      <a:pt x="0" y="1161"/>
                      <a:pt x="1240" y="249"/>
                      <a:pt x="31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6" name="Google Shape;1286;p1"/>
            <p:cNvSpPr/>
            <p:nvPr/>
          </p:nvSpPr>
          <p:spPr>
            <a:xfrm>
              <a:off x="2111024" y="4350889"/>
              <a:ext cx="406422" cy="566816"/>
            </a:xfrm>
            <a:custGeom>
              <a:avLst/>
              <a:gdLst/>
              <a:ahLst/>
              <a:cxnLst/>
              <a:rect l="l" t="t" r="r" b="b"/>
              <a:pathLst>
                <a:path w="9421" h="13139" extrusionOk="0">
                  <a:moveTo>
                    <a:pt x="1" y="0"/>
                  </a:moveTo>
                  <a:lnTo>
                    <a:pt x="1" y="2816"/>
                  </a:lnTo>
                  <a:cubicBezTo>
                    <a:pt x="1" y="9093"/>
                    <a:pt x="1865" y="13138"/>
                    <a:pt x="1865" y="13138"/>
                  </a:cubicBezTo>
                  <a:lnTo>
                    <a:pt x="7566" y="13138"/>
                  </a:lnTo>
                  <a:cubicBezTo>
                    <a:pt x="7566" y="13138"/>
                    <a:pt x="9420" y="9093"/>
                    <a:pt x="9420" y="2816"/>
                  </a:cubicBezTo>
                  <a:lnTo>
                    <a:pt x="94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"/>
            <p:cNvGrpSpPr/>
            <p:nvPr/>
          </p:nvGrpSpPr>
          <p:grpSpPr>
            <a:xfrm>
              <a:off x="5984084" y="3408282"/>
              <a:ext cx="991141" cy="1251251"/>
              <a:chOff x="6327271" y="3206652"/>
              <a:chExt cx="1114518" cy="1407007"/>
            </a:xfrm>
          </p:grpSpPr>
          <p:sp>
            <p:nvSpPr>
              <p:cNvPr id="1288" name="Google Shape;1288;p1"/>
              <p:cNvSpPr/>
              <p:nvPr/>
            </p:nvSpPr>
            <p:spPr>
              <a:xfrm>
                <a:off x="6842419" y="3254727"/>
                <a:ext cx="356955" cy="862019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"/>
              <p:cNvSpPr/>
              <p:nvPr/>
            </p:nvSpPr>
            <p:spPr>
              <a:xfrm>
                <a:off x="7008863" y="3312941"/>
                <a:ext cx="46184" cy="16649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"/>
              <p:cNvSpPr/>
              <p:nvPr/>
            </p:nvSpPr>
            <p:spPr>
              <a:xfrm>
                <a:off x="7017013" y="3555353"/>
                <a:ext cx="132342" cy="8038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"/>
              <p:cNvSpPr/>
              <p:nvPr/>
            </p:nvSpPr>
            <p:spPr>
              <a:xfrm>
                <a:off x="6982861" y="3369214"/>
                <a:ext cx="50065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"/>
              <p:cNvSpPr/>
              <p:nvPr/>
            </p:nvSpPr>
            <p:spPr>
              <a:xfrm>
                <a:off x="7055046" y="3429320"/>
                <a:ext cx="122203" cy="50113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"/>
              <p:cNvSpPr/>
              <p:nvPr/>
            </p:nvSpPr>
            <p:spPr>
              <a:xfrm>
                <a:off x="6932845" y="3268698"/>
                <a:ext cx="216511" cy="113669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"/>
              <p:cNvSpPr/>
              <p:nvPr/>
            </p:nvSpPr>
            <p:spPr>
              <a:xfrm>
                <a:off x="6884721" y="3611627"/>
                <a:ext cx="260318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"/>
              <p:cNvSpPr/>
              <p:nvPr/>
            </p:nvSpPr>
            <p:spPr>
              <a:xfrm>
                <a:off x="6854450" y="3805964"/>
                <a:ext cx="104399" cy="220344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"/>
              <p:cNvSpPr/>
              <p:nvPr/>
            </p:nvSpPr>
            <p:spPr>
              <a:xfrm>
                <a:off x="6327271" y="3613567"/>
                <a:ext cx="439184" cy="699453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"/>
              <p:cNvSpPr/>
              <p:nvPr/>
            </p:nvSpPr>
            <p:spPr>
              <a:xfrm>
                <a:off x="6441710" y="3735719"/>
                <a:ext cx="280499" cy="74563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"/>
              <p:cNvSpPr/>
              <p:nvPr/>
            </p:nvSpPr>
            <p:spPr>
              <a:xfrm>
                <a:off x="6688005" y="4038286"/>
                <a:ext cx="34201" cy="170327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"/>
              <p:cNvSpPr/>
              <p:nvPr/>
            </p:nvSpPr>
            <p:spPr>
              <a:xfrm>
                <a:off x="6637989" y="3804024"/>
                <a:ext cx="30369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"/>
              <p:cNvSpPr/>
              <p:nvPr/>
            </p:nvSpPr>
            <p:spPr>
              <a:xfrm>
                <a:off x="6401348" y="3757889"/>
                <a:ext cx="180418" cy="13423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"/>
              <p:cNvSpPr/>
              <p:nvPr/>
            </p:nvSpPr>
            <p:spPr>
              <a:xfrm>
                <a:off x="6511956" y="4068606"/>
                <a:ext cx="158296" cy="65928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"/>
              <p:cNvSpPr/>
              <p:nvPr/>
            </p:nvSpPr>
            <p:spPr>
              <a:xfrm>
                <a:off x="6994892" y="3643402"/>
                <a:ext cx="446897" cy="615721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"/>
              <p:cNvSpPr/>
              <p:nvPr/>
            </p:nvSpPr>
            <p:spPr>
              <a:xfrm>
                <a:off x="7004982" y="3721796"/>
                <a:ext cx="360836" cy="735498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"/>
              <p:cNvSpPr/>
              <p:nvPr/>
            </p:nvSpPr>
            <p:spPr>
              <a:xfrm>
                <a:off x="7137274" y="3972407"/>
                <a:ext cx="196282" cy="19745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"/>
              <p:cNvSpPr/>
              <p:nvPr/>
            </p:nvSpPr>
            <p:spPr>
              <a:xfrm>
                <a:off x="7165168" y="3729946"/>
                <a:ext cx="180418" cy="202103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"/>
              <p:cNvSpPr/>
              <p:nvPr/>
            </p:nvSpPr>
            <p:spPr>
              <a:xfrm>
                <a:off x="7271458" y="3793933"/>
                <a:ext cx="146314" cy="824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170" fill="none" extrusionOk="0">
                    <a:moveTo>
                      <a:pt x="3015" y="169"/>
                    </a:moveTo>
                    <a:cubicBezTo>
                      <a:pt x="3015" y="169"/>
                      <a:pt x="1151" y="1"/>
                      <a:pt x="1" y="1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"/>
              <p:cNvSpPr/>
              <p:nvPr/>
            </p:nvSpPr>
            <p:spPr>
              <a:xfrm>
                <a:off x="7053106" y="3918026"/>
                <a:ext cx="152038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"/>
              <p:cNvSpPr/>
              <p:nvPr/>
            </p:nvSpPr>
            <p:spPr>
              <a:xfrm>
                <a:off x="6503806" y="3206652"/>
                <a:ext cx="424775" cy="1001977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"/>
              <p:cNvSpPr/>
              <p:nvPr/>
            </p:nvSpPr>
            <p:spPr>
              <a:xfrm>
                <a:off x="6587974" y="3278789"/>
                <a:ext cx="244406" cy="1334870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"/>
              <p:cNvSpPr/>
              <p:nvPr/>
            </p:nvSpPr>
            <p:spPr>
              <a:xfrm>
                <a:off x="6503806" y="3286939"/>
                <a:ext cx="210253" cy="184299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"/>
              <p:cNvSpPr/>
              <p:nvPr/>
            </p:nvSpPr>
            <p:spPr>
              <a:xfrm>
                <a:off x="6523986" y="3447124"/>
                <a:ext cx="182358" cy="861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"/>
              <p:cNvSpPr/>
              <p:nvPr/>
            </p:nvSpPr>
            <p:spPr>
              <a:xfrm>
                <a:off x="6598064" y="3499080"/>
                <a:ext cx="202540" cy="216511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"/>
              <p:cNvSpPr/>
              <p:nvPr/>
            </p:nvSpPr>
            <p:spPr>
              <a:xfrm>
                <a:off x="6617760" y="3589505"/>
                <a:ext cx="270894" cy="278559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1"/>
              <p:cNvSpPr/>
              <p:nvPr/>
            </p:nvSpPr>
            <p:spPr>
              <a:xfrm>
                <a:off x="6788522" y="3657810"/>
                <a:ext cx="129965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"/>
              <p:cNvSpPr/>
              <p:nvPr/>
            </p:nvSpPr>
            <p:spPr>
              <a:xfrm>
                <a:off x="6694263" y="3968090"/>
                <a:ext cx="110220" cy="62581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6" name="Google Shape;1316;p1"/>
            <p:cNvSpPr/>
            <p:nvPr/>
          </p:nvSpPr>
          <p:spPr>
            <a:xfrm>
              <a:off x="6240527" y="4431301"/>
              <a:ext cx="458147" cy="481270"/>
            </a:xfrm>
            <a:custGeom>
              <a:avLst/>
              <a:gdLst/>
              <a:ahLst/>
              <a:cxnLst/>
              <a:rect l="l" t="t" r="r" b="b"/>
              <a:pathLst>
                <a:path w="10620" h="11156" extrusionOk="0">
                  <a:moveTo>
                    <a:pt x="0" y="1"/>
                  </a:moveTo>
                  <a:lnTo>
                    <a:pt x="0" y="2390"/>
                  </a:lnTo>
                  <a:cubicBezTo>
                    <a:pt x="0" y="7725"/>
                    <a:pt x="2073" y="11155"/>
                    <a:pt x="2073" y="11155"/>
                  </a:cubicBezTo>
                  <a:lnTo>
                    <a:pt x="8557" y="11155"/>
                  </a:lnTo>
                  <a:cubicBezTo>
                    <a:pt x="8557" y="11155"/>
                    <a:pt x="10620" y="7725"/>
                    <a:pt x="10620" y="2390"/>
                  </a:cubicBezTo>
                  <a:lnTo>
                    <a:pt x="10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"/>
            <p:cNvSpPr/>
            <p:nvPr/>
          </p:nvSpPr>
          <p:spPr>
            <a:xfrm>
              <a:off x="1959602" y="4914205"/>
              <a:ext cx="4883621" cy="43"/>
            </a:xfrm>
            <a:custGeom>
              <a:avLst/>
              <a:gdLst/>
              <a:ahLst/>
              <a:cxnLst/>
              <a:rect l="l" t="t" r="r" b="b"/>
              <a:pathLst>
                <a:path w="113204" h="1" fill="none" extrusionOk="0">
                  <a:moveTo>
                    <a:pt x="1" y="1"/>
                  </a:moveTo>
                  <a:lnTo>
                    <a:pt x="113204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"/>
            <p:cNvSpPr/>
            <p:nvPr/>
          </p:nvSpPr>
          <p:spPr>
            <a:xfrm>
              <a:off x="5290495" y="4587854"/>
              <a:ext cx="292619" cy="303317"/>
            </a:xfrm>
            <a:custGeom>
              <a:avLst/>
              <a:gdLst/>
              <a:ahLst/>
              <a:cxnLst/>
              <a:rect l="l" t="t" r="r" b="b"/>
              <a:pathLst>
                <a:path w="6783" h="7031" extrusionOk="0">
                  <a:moveTo>
                    <a:pt x="2935" y="1"/>
                  </a:moveTo>
                  <a:lnTo>
                    <a:pt x="2856" y="5256"/>
                  </a:lnTo>
                  <a:lnTo>
                    <a:pt x="20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98" y="6991"/>
                  </a:cubicBezTo>
                  <a:lnTo>
                    <a:pt x="6495" y="7031"/>
                  </a:lnTo>
                  <a:lnTo>
                    <a:pt x="6445" y="5454"/>
                  </a:lnTo>
                  <a:lnTo>
                    <a:pt x="6782" y="417"/>
                  </a:lnTo>
                  <a:lnTo>
                    <a:pt x="2935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"/>
            <p:cNvSpPr/>
            <p:nvPr/>
          </p:nvSpPr>
          <p:spPr>
            <a:xfrm>
              <a:off x="5274662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119" y="1647"/>
                  </a:cubicBezTo>
                  <a:cubicBezTo>
                    <a:pt x="119" y="1686"/>
                    <a:pt x="0" y="2390"/>
                    <a:pt x="169" y="2390"/>
                  </a:cubicBezTo>
                  <a:lnTo>
                    <a:pt x="7060" y="2390"/>
                  </a:lnTo>
                  <a:cubicBezTo>
                    <a:pt x="7149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"/>
            <p:cNvSpPr/>
            <p:nvPr/>
          </p:nvSpPr>
          <p:spPr>
            <a:xfrm>
              <a:off x="5388854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1" y="0"/>
                  </a:moveTo>
                  <a:cubicBezTo>
                    <a:pt x="120" y="208"/>
                    <a:pt x="288" y="456"/>
                    <a:pt x="368" y="70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"/>
            <p:cNvSpPr/>
            <p:nvPr/>
          </p:nvSpPr>
          <p:spPr>
            <a:xfrm>
              <a:off x="5372634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"/>
            <p:cNvSpPr/>
            <p:nvPr/>
          </p:nvSpPr>
          <p:spPr>
            <a:xfrm>
              <a:off x="536020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1" y="1"/>
                  </a:moveTo>
                  <a:cubicBezTo>
                    <a:pt x="80" y="169"/>
                    <a:pt x="209" y="378"/>
                    <a:pt x="288" y="54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"/>
            <p:cNvSpPr/>
            <p:nvPr/>
          </p:nvSpPr>
          <p:spPr>
            <a:xfrm>
              <a:off x="5278070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"/>
            <p:cNvSpPr/>
            <p:nvPr/>
          </p:nvSpPr>
          <p:spPr>
            <a:xfrm>
              <a:off x="5497524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1775" y="0"/>
                  </a:moveTo>
                  <a:cubicBezTo>
                    <a:pt x="1775" y="0"/>
                    <a:pt x="11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"/>
            <p:cNvSpPr/>
            <p:nvPr/>
          </p:nvSpPr>
          <p:spPr>
            <a:xfrm>
              <a:off x="5317457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"/>
            <p:cNvSpPr/>
            <p:nvPr/>
          </p:nvSpPr>
          <p:spPr>
            <a:xfrm>
              <a:off x="5372634" y="3670363"/>
              <a:ext cx="272947" cy="1110035"/>
            </a:xfrm>
            <a:custGeom>
              <a:avLst/>
              <a:gdLst/>
              <a:ahLst/>
              <a:cxnLst/>
              <a:rect l="l" t="t" r="r" b="b"/>
              <a:pathLst>
                <a:path w="6327" h="25731" extrusionOk="0">
                  <a:moveTo>
                    <a:pt x="169" y="0"/>
                  </a:moveTo>
                  <a:cubicBezTo>
                    <a:pt x="169" y="0"/>
                    <a:pt x="0" y="13713"/>
                    <a:pt x="536" y="25730"/>
                  </a:cubicBezTo>
                  <a:lnTo>
                    <a:pt x="5206" y="25730"/>
                  </a:lnTo>
                  <a:cubicBezTo>
                    <a:pt x="5206" y="25730"/>
                    <a:pt x="5830" y="9995"/>
                    <a:pt x="5830" y="4294"/>
                  </a:cubicBezTo>
                  <a:cubicBezTo>
                    <a:pt x="5989" y="3262"/>
                    <a:pt x="6326" y="1815"/>
                    <a:pt x="6118" y="11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"/>
            <p:cNvSpPr/>
            <p:nvPr/>
          </p:nvSpPr>
          <p:spPr>
            <a:xfrm>
              <a:off x="5561674" y="3855561"/>
              <a:ext cx="26574" cy="924835"/>
            </a:xfrm>
            <a:custGeom>
              <a:avLst/>
              <a:gdLst/>
              <a:ahLst/>
              <a:cxnLst/>
              <a:rect l="l" t="t" r="r" b="b"/>
              <a:pathLst>
                <a:path w="616" h="21438" fill="none" extrusionOk="0">
                  <a:moveTo>
                    <a:pt x="1" y="21437"/>
                  </a:moveTo>
                  <a:cubicBezTo>
                    <a:pt x="1" y="21437"/>
                    <a:pt x="615" y="5702"/>
                    <a:pt x="615" y="1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"/>
            <p:cNvSpPr/>
            <p:nvPr/>
          </p:nvSpPr>
          <p:spPr>
            <a:xfrm>
              <a:off x="5664779" y="4559641"/>
              <a:ext cx="276355" cy="326311"/>
            </a:xfrm>
            <a:custGeom>
              <a:avLst/>
              <a:gdLst/>
              <a:ahLst/>
              <a:cxnLst/>
              <a:rect l="l" t="t" r="r" b="b"/>
              <a:pathLst>
                <a:path w="6406" h="7564" extrusionOk="0">
                  <a:moveTo>
                    <a:pt x="4799" y="0"/>
                  </a:moveTo>
                  <a:lnTo>
                    <a:pt x="952" y="327"/>
                  </a:lnTo>
                  <a:lnTo>
                    <a:pt x="2529" y="5325"/>
                  </a:lnTo>
                  <a:lnTo>
                    <a:pt x="129" y="7060"/>
                  </a:lnTo>
                  <a:cubicBezTo>
                    <a:pt x="50" y="7100"/>
                    <a:pt x="0" y="7228"/>
                    <a:pt x="0" y="7347"/>
                  </a:cubicBezTo>
                  <a:cubicBezTo>
                    <a:pt x="43" y="7459"/>
                    <a:pt x="138" y="7563"/>
                    <a:pt x="273" y="7563"/>
                  </a:cubicBezTo>
                  <a:cubicBezTo>
                    <a:pt x="293" y="7563"/>
                    <a:pt x="315" y="7561"/>
                    <a:pt x="337" y="7556"/>
                  </a:cubicBezTo>
                  <a:lnTo>
                    <a:pt x="6406" y="6405"/>
                  </a:lnTo>
                  <a:lnTo>
                    <a:pt x="6078" y="4869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"/>
            <p:cNvSpPr/>
            <p:nvPr/>
          </p:nvSpPr>
          <p:spPr>
            <a:xfrm>
              <a:off x="5656194" y="4766236"/>
              <a:ext cx="304612" cy="151465"/>
            </a:xfrm>
            <a:custGeom>
              <a:avLst/>
              <a:gdLst/>
              <a:ahLst/>
              <a:cxnLst/>
              <a:rect l="l" t="t" r="r" b="b"/>
              <a:pathLst>
                <a:path w="7061" h="3511" extrusionOk="0">
                  <a:moveTo>
                    <a:pt x="6277" y="0"/>
                  </a:moveTo>
                  <a:cubicBezTo>
                    <a:pt x="6277" y="0"/>
                    <a:pt x="4940" y="613"/>
                    <a:pt x="3538" y="613"/>
                  </a:cubicBezTo>
                  <a:cubicBezTo>
                    <a:pt x="3267" y="613"/>
                    <a:pt x="2994" y="590"/>
                    <a:pt x="2728" y="536"/>
                  </a:cubicBezTo>
                  <a:lnTo>
                    <a:pt x="160" y="2271"/>
                  </a:lnTo>
                  <a:cubicBezTo>
                    <a:pt x="80" y="2360"/>
                    <a:pt x="1" y="2608"/>
                    <a:pt x="1" y="2806"/>
                  </a:cubicBezTo>
                  <a:cubicBezTo>
                    <a:pt x="1" y="2806"/>
                    <a:pt x="41" y="3510"/>
                    <a:pt x="160" y="3510"/>
                  </a:cubicBezTo>
                  <a:lnTo>
                    <a:pt x="6942" y="2192"/>
                  </a:lnTo>
                  <a:cubicBezTo>
                    <a:pt x="7021" y="2192"/>
                    <a:pt x="7061" y="2112"/>
                    <a:pt x="7021" y="2023"/>
                  </a:cubicBezTo>
                  <a:lnTo>
                    <a:pt x="6277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"/>
            <p:cNvSpPr/>
            <p:nvPr/>
          </p:nvSpPr>
          <p:spPr>
            <a:xfrm>
              <a:off x="5748600" y="4800015"/>
              <a:ext cx="23166" cy="25280"/>
            </a:xfrm>
            <a:custGeom>
              <a:avLst/>
              <a:gdLst/>
              <a:ahLst/>
              <a:cxnLst/>
              <a:rect l="l" t="t" r="r" b="b"/>
              <a:pathLst>
                <a:path w="537" h="586" fill="none" extrusionOk="0">
                  <a:moveTo>
                    <a:pt x="1" y="1"/>
                  </a:moveTo>
                  <a:cubicBezTo>
                    <a:pt x="209" y="169"/>
                    <a:pt x="377" y="377"/>
                    <a:pt x="536" y="58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"/>
            <p:cNvSpPr/>
            <p:nvPr/>
          </p:nvSpPr>
          <p:spPr>
            <a:xfrm>
              <a:off x="5736219" y="4812439"/>
              <a:ext cx="17989" cy="21397"/>
            </a:xfrm>
            <a:custGeom>
              <a:avLst/>
              <a:gdLst/>
              <a:ahLst/>
              <a:cxnLst/>
              <a:rect l="l" t="t" r="r" b="b"/>
              <a:pathLst>
                <a:path w="417" h="496" fill="none" extrusionOk="0">
                  <a:moveTo>
                    <a:pt x="0" y="0"/>
                  </a:moveTo>
                  <a:cubicBezTo>
                    <a:pt x="208" y="169"/>
                    <a:pt x="288" y="298"/>
                    <a:pt x="417" y="49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"/>
            <p:cNvSpPr/>
            <p:nvPr/>
          </p:nvSpPr>
          <p:spPr>
            <a:xfrm>
              <a:off x="5723794" y="4821412"/>
              <a:ext cx="18033" cy="19715"/>
            </a:xfrm>
            <a:custGeom>
              <a:avLst/>
              <a:gdLst/>
              <a:ahLst/>
              <a:cxnLst/>
              <a:rect l="l" t="t" r="r" b="b"/>
              <a:pathLst>
                <a:path w="418" h="457" fill="none" extrusionOk="0">
                  <a:moveTo>
                    <a:pt x="1" y="0"/>
                  </a:moveTo>
                  <a:cubicBezTo>
                    <a:pt x="169" y="129"/>
                    <a:pt x="288" y="288"/>
                    <a:pt x="417" y="45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"/>
            <p:cNvSpPr/>
            <p:nvPr/>
          </p:nvSpPr>
          <p:spPr>
            <a:xfrm>
              <a:off x="5656194" y="4841083"/>
              <a:ext cx="299478" cy="55219"/>
            </a:xfrm>
            <a:custGeom>
              <a:avLst/>
              <a:gdLst/>
              <a:ahLst/>
              <a:cxnLst/>
              <a:rect l="l" t="t" r="r" b="b"/>
              <a:pathLst>
                <a:path w="6942" h="1280" fill="none" extrusionOk="0">
                  <a:moveTo>
                    <a:pt x="6942" y="0"/>
                  </a:moveTo>
                  <a:lnTo>
                    <a:pt x="1" y="1280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"/>
            <p:cNvSpPr/>
            <p:nvPr/>
          </p:nvSpPr>
          <p:spPr>
            <a:xfrm>
              <a:off x="5867969" y="4798289"/>
              <a:ext cx="69757" cy="59102"/>
            </a:xfrm>
            <a:custGeom>
              <a:avLst/>
              <a:gdLst/>
              <a:ahLst/>
              <a:cxnLst/>
              <a:rect l="l" t="t" r="r" b="b"/>
              <a:pathLst>
                <a:path w="1617" h="1370" fill="none" extrusionOk="0">
                  <a:moveTo>
                    <a:pt x="1616" y="1"/>
                  </a:moveTo>
                  <a:cubicBezTo>
                    <a:pt x="1616" y="1"/>
                    <a:pt x="0" y="328"/>
                    <a:pt x="50" y="1369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"/>
            <p:cNvSpPr/>
            <p:nvPr/>
          </p:nvSpPr>
          <p:spPr>
            <a:xfrm>
              <a:off x="5686176" y="4850056"/>
              <a:ext cx="30414" cy="35547"/>
            </a:xfrm>
            <a:custGeom>
              <a:avLst/>
              <a:gdLst/>
              <a:ahLst/>
              <a:cxnLst/>
              <a:rect l="l" t="t" r="r" b="b"/>
              <a:pathLst>
                <a:path w="705" h="824" fill="none" extrusionOk="0">
                  <a:moveTo>
                    <a:pt x="0" y="1"/>
                  </a:moveTo>
                  <a:cubicBezTo>
                    <a:pt x="0" y="1"/>
                    <a:pt x="585" y="536"/>
                    <a:pt x="704" y="82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"/>
            <p:cNvSpPr/>
            <p:nvPr/>
          </p:nvSpPr>
          <p:spPr>
            <a:xfrm>
              <a:off x="5554426" y="3670363"/>
              <a:ext cx="377734" cy="1095929"/>
            </a:xfrm>
            <a:custGeom>
              <a:avLst/>
              <a:gdLst/>
              <a:ahLst/>
              <a:cxnLst/>
              <a:rect l="l" t="t" r="r" b="b"/>
              <a:pathLst>
                <a:path w="8756" h="25404" extrusionOk="0">
                  <a:moveTo>
                    <a:pt x="417" y="0"/>
                  </a:moveTo>
                  <a:lnTo>
                    <a:pt x="417" y="0"/>
                  </a:lnTo>
                  <a:cubicBezTo>
                    <a:pt x="417" y="0"/>
                    <a:pt x="0" y="7347"/>
                    <a:pt x="1031" y="13634"/>
                  </a:cubicBezTo>
                  <a:cubicBezTo>
                    <a:pt x="1815" y="18383"/>
                    <a:pt x="3927" y="25403"/>
                    <a:pt x="3927" y="25403"/>
                  </a:cubicBezTo>
                  <a:lnTo>
                    <a:pt x="8755" y="24332"/>
                  </a:lnTo>
                  <a:cubicBezTo>
                    <a:pt x="8755" y="24332"/>
                    <a:pt x="7109" y="17471"/>
                    <a:pt x="6445" y="13792"/>
                  </a:cubicBezTo>
                  <a:cubicBezTo>
                    <a:pt x="5781" y="10035"/>
                    <a:pt x="5989" y="6564"/>
                    <a:pt x="6118" y="4462"/>
                  </a:cubicBezTo>
                  <a:cubicBezTo>
                    <a:pt x="6118" y="4333"/>
                    <a:pt x="6118" y="4254"/>
                    <a:pt x="6158" y="4125"/>
                  </a:cubicBezTo>
                  <a:cubicBezTo>
                    <a:pt x="6326" y="3094"/>
                    <a:pt x="6614" y="1735"/>
                    <a:pt x="6405" y="11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"/>
            <p:cNvSpPr/>
            <p:nvPr/>
          </p:nvSpPr>
          <p:spPr>
            <a:xfrm>
              <a:off x="5775562" y="3675497"/>
              <a:ext cx="130067" cy="1049726"/>
            </a:xfrm>
            <a:custGeom>
              <a:avLst/>
              <a:gdLst/>
              <a:ahLst/>
              <a:cxnLst/>
              <a:rect l="l" t="t" r="r" b="b"/>
              <a:pathLst>
                <a:path w="3015" h="24333" fill="none" extrusionOk="0">
                  <a:moveTo>
                    <a:pt x="3015" y="24332"/>
                  </a:moveTo>
                  <a:cubicBezTo>
                    <a:pt x="3015" y="24332"/>
                    <a:pt x="1319" y="17352"/>
                    <a:pt x="655" y="13673"/>
                  </a:cubicBezTo>
                  <a:cubicBezTo>
                    <a:pt x="0" y="9916"/>
                    <a:pt x="209" y="6445"/>
                    <a:pt x="328" y="4343"/>
                  </a:cubicBezTo>
                  <a:cubicBezTo>
                    <a:pt x="328" y="4214"/>
                    <a:pt x="328" y="4135"/>
                    <a:pt x="367" y="4006"/>
                  </a:cubicBezTo>
                  <a:cubicBezTo>
                    <a:pt x="536" y="2975"/>
                    <a:pt x="823" y="1616"/>
                    <a:pt x="615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"/>
            <p:cNvSpPr/>
            <p:nvPr/>
          </p:nvSpPr>
          <p:spPr>
            <a:xfrm>
              <a:off x="5570647" y="3670363"/>
              <a:ext cx="37273" cy="668152"/>
            </a:xfrm>
            <a:custGeom>
              <a:avLst/>
              <a:gdLst/>
              <a:ahLst/>
              <a:cxnLst/>
              <a:rect l="l" t="t" r="r" b="b"/>
              <a:pathLst>
                <a:path w="864" h="15488" fill="none" extrusionOk="0">
                  <a:moveTo>
                    <a:pt x="41" y="0"/>
                  </a:moveTo>
                  <a:cubicBezTo>
                    <a:pt x="41" y="0"/>
                    <a:pt x="1" y="8091"/>
                    <a:pt x="407" y="12682"/>
                  </a:cubicBezTo>
                  <a:cubicBezTo>
                    <a:pt x="497" y="13673"/>
                    <a:pt x="695" y="14824"/>
                    <a:pt x="864" y="15488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"/>
            <p:cNvSpPr/>
            <p:nvPr/>
          </p:nvSpPr>
          <p:spPr>
            <a:xfrm>
              <a:off x="5713095" y="3696851"/>
              <a:ext cx="90723" cy="73209"/>
            </a:xfrm>
            <a:custGeom>
              <a:avLst/>
              <a:gdLst/>
              <a:ahLst/>
              <a:cxnLst/>
              <a:rect l="l" t="t" r="r" b="b"/>
              <a:pathLst>
                <a:path w="2103" h="1697" fill="none" extrusionOk="0">
                  <a:moveTo>
                    <a:pt x="1" y="1"/>
                  </a:moveTo>
                  <a:cubicBezTo>
                    <a:pt x="1" y="1"/>
                    <a:pt x="576" y="1072"/>
                    <a:pt x="2103" y="1696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"/>
            <p:cNvSpPr/>
            <p:nvPr/>
          </p:nvSpPr>
          <p:spPr>
            <a:xfrm>
              <a:off x="5376042" y="3686195"/>
              <a:ext cx="83864" cy="69757"/>
            </a:xfrm>
            <a:custGeom>
              <a:avLst/>
              <a:gdLst/>
              <a:ahLst/>
              <a:cxnLst/>
              <a:rect l="l" t="t" r="r" b="b"/>
              <a:pathLst>
                <a:path w="1944" h="1617" fill="none" extrusionOk="0">
                  <a:moveTo>
                    <a:pt x="0" y="1616"/>
                  </a:moveTo>
                  <a:cubicBezTo>
                    <a:pt x="0" y="1616"/>
                    <a:pt x="1577" y="1200"/>
                    <a:pt x="1944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"/>
            <p:cNvSpPr/>
            <p:nvPr/>
          </p:nvSpPr>
          <p:spPr>
            <a:xfrm>
              <a:off x="5393988" y="4739705"/>
              <a:ext cx="204958" cy="43"/>
            </a:xfrm>
            <a:custGeom>
              <a:avLst/>
              <a:gdLst/>
              <a:ahLst/>
              <a:cxnLst/>
              <a:rect l="l" t="t" r="r" b="b"/>
              <a:pathLst>
                <a:path w="4751" h="1" fill="none" extrusionOk="0">
                  <a:moveTo>
                    <a:pt x="1" y="1"/>
                  </a:moveTo>
                  <a:lnTo>
                    <a:pt x="4750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"/>
            <p:cNvSpPr/>
            <p:nvPr/>
          </p:nvSpPr>
          <p:spPr>
            <a:xfrm>
              <a:off x="5713095" y="4684099"/>
              <a:ext cx="210523" cy="44952"/>
            </a:xfrm>
            <a:custGeom>
              <a:avLst/>
              <a:gdLst/>
              <a:ahLst/>
              <a:cxnLst/>
              <a:rect l="l" t="t" r="r" b="b"/>
              <a:pathLst>
                <a:path w="4880" h="1042" fill="none" extrusionOk="0">
                  <a:moveTo>
                    <a:pt x="1" y="1042"/>
                  </a:moveTo>
                  <a:lnTo>
                    <a:pt x="4879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"/>
            <p:cNvSpPr/>
            <p:nvPr/>
          </p:nvSpPr>
          <p:spPr>
            <a:xfrm>
              <a:off x="5508223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39" y="1"/>
                  </a:moveTo>
                  <a:lnTo>
                    <a:pt x="159" y="209"/>
                  </a:lnTo>
                  <a:lnTo>
                    <a:pt x="0" y="1736"/>
                  </a:lnTo>
                  <a:cubicBezTo>
                    <a:pt x="0" y="1736"/>
                    <a:pt x="119" y="2361"/>
                    <a:pt x="1071" y="2480"/>
                  </a:cubicBezTo>
                  <a:cubicBezTo>
                    <a:pt x="1142" y="2488"/>
                    <a:pt x="1211" y="2492"/>
                    <a:pt x="1278" y="2492"/>
                  </a:cubicBezTo>
                  <a:cubicBezTo>
                    <a:pt x="2262" y="2492"/>
                    <a:pt x="2767" y="1657"/>
                    <a:pt x="2767" y="1657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"/>
            <p:cNvSpPr/>
            <p:nvPr/>
          </p:nvSpPr>
          <p:spPr>
            <a:xfrm>
              <a:off x="5459863" y="2882463"/>
              <a:ext cx="65918" cy="103579"/>
            </a:xfrm>
            <a:custGeom>
              <a:avLst/>
              <a:gdLst/>
              <a:ahLst/>
              <a:cxnLst/>
              <a:rect l="l" t="t" r="r" b="b"/>
              <a:pathLst>
                <a:path w="1528" h="2401" extrusionOk="0">
                  <a:moveTo>
                    <a:pt x="873" y="0"/>
                  </a:moveTo>
                  <a:cubicBezTo>
                    <a:pt x="625" y="40"/>
                    <a:pt x="417" y="169"/>
                    <a:pt x="378" y="417"/>
                  </a:cubicBezTo>
                  <a:cubicBezTo>
                    <a:pt x="338" y="536"/>
                    <a:pt x="378" y="664"/>
                    <a:pt x="338" y="744"/>
                  </a:cubicBezTo>
                  <a:cubicBezTo>
                    <a:pt x="288" y="952"/>
                    <a:pt x="130" y="1031"/>
                    <a:pt x="40" y="1200"/>
                  </a:cubicBezTo>
                  <a:cubicBezTo>
                    <a:pt x="1" y="1319"/>
                    <a:pt x="1" y="1448"/>
                    <a:pt x="1" y="1567"/>
                  </a:cubicBezTo>
                  <a:cubicBezTo>
                    <a:pt x="40" y="1696"/>
                    <a:pt x="130" y="1815"/>
                    <a:pt x="169" y="1904"/>
                  </a:cubicBezTo>
                  <a:cubicBezTo>
                    <a:pt x="288" y="2063"/>
                    <a:pt x="417" y="2231"/>
                    <a:pt x="536" y="2310"/>
                  </a:cubicBezTo>
                  <a:cubicBezTo>
                    <a:pt x="638" y="2365"/>
                    <a:pt x="755" y="2400"/>
                    <a:pt x="869" y="2400"/>
                  </a:cubicBezTo>
                  <a:cubicBezTo>
                    <a:pt x="943" y="2400"/>
                    <a:pt x="1015" y="2385"/>
                    <a:pt x="1082" y="2350"/>
                  </a:cubicBezTo>
                  <a:cubicBezTo>
                    <a:pt x="1161" y="2310"/>
                    <a:pt x="1201" y="2231"/>
                    <a:pt x="1240" y="2191"/>
                  </a:cubicBezTo>
                  <a:cubicBezTo>
                    <a:pt x="1409" y="1944"/>
                    <a:pt x="1528" y="1696"/>
                    <a:pt x="1528" y="1408"/>
                  </a:cubicBezTo>
                  <a:lnTo>
                    <a:pt x="873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"/>
            <p:cNvSpPr/>
            <p:nvPr/>
          </p:nvSpPr>
          <p:spPr>
            <a:xfrm>
              <a:off x="5458180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80" y="3614"/>
                    <a:pt x="1616" y="3614"/>
                  </a:cubicBezTo>
                  <a:cubicBezTo>
                    <a:pt x="2409" y="3614"/>
                    <a:pt x="3283" y="3100"/>
                    <a:pt x="335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"/>
            <p:cNvSpPr/>
            <p:nvPr/>
          </p:nvSpPr>
          <p:spPr>
            <a:xfrm>
              <a:off x="5504384" y="2994497"/>
              <a:ext cx="28688" cy="19888"/>
            </a:xfrm>
            <a:custGeom>
              <a:avLst/>
              <a:gdLst/>
              <a:ahLst/>
              <a:cxnLst/>
              <a:rect l="l" t="t" r="r" b="b"/>
              <a:pathLst>
                <a:path w="665" h="461" extrusionOk="0">
                  <a:moveTo>
                    <a:pt x="625" y="1"/>
                  </a:moveTo>
                  <a:lnTo>
                    <a:pt x="0" y="170"/>
                  </a:lnTo>
                  <a:cubicBezTo>
                    <a:pt x="0" y="170"/>
                    <a:pt x="79" y="460"/>
                    <a:pt x="329" y="460"/>
                  </a:cubicBezTo>
                  <a:cubicBezTo>
                    <a:pt x="345" y="460"/>
                    <a:pt x="360" y="459"/>
                    <a:pt x="377" y="457"/>
                  </a:cubicBezTo>
                  <a:cubicBezTo>
                    <a:pt x="545" y="417"/>
                    <a:pt x="664" y="249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"/>
            <p:cNvSpPr/>
            <p:nvPr/>
          </p:nvSpPr>
          <p:spPr>
            <a:xfrm>
              <a:off x="5511631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1" y="328"/>
                  </a:moveTo>
                  <a:cubicBezTo>
                    <a:pt x="1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"/>
            <p:cNvSpPr/>
            <p:nvPr/>
          </p:nvSpPr>
          <p:spPr>
            <a:xfrm>
              <a:off x="5470562" y="2818617"/>
              <a:ext cx="181835" cy="188263"/>
            </a:xfrm>
            <a:custGeom>
              <a:avLst/>
              <a:gdLst/>
              <a:ahLst/>
              <a:cxnLst/>
              <a:rect l="l" t="t" r="r" b="b"/>
              <a:pathLst>
                <a:path w="4215" h="4364" extrusionOk="0">
                  <a:moveTo>
                    <a:pt x="1028" y="1"/>
                  </a:moveTo>
                  <a:cubicBezTo>
                    <a:pt x="839" y="1"/>
                    <a:pt x="647" y="68"/>
                    <a:pt x="496" y="161"/>
                  </a:cubicBezTo>
                  <a:cubicBezTo>
                    <a:pt x="288" y="280"/>
                    <a:pt x="130" y="449"/>
                    <a:pt x="90" y="657"/>
                  </a:cubicBezTo>
                  <a:cubicBezTo>
                    <a:pt x="1" y="905"/>
                    <a:pt x="40" y="1153"/>
                    <a:pt x="169" y="1351"/>
                  </a:cubicBezTo>
                  <a:cubicBezTo>
                    <a:pt x="209" y="1351"/>
                    <a:pt x="209" y="1401"/>
                    <a:pt x="209" y="1401"/>
                  </a:cubicBezTo>
                  <a:cubicBezTo>
                    <a:pt x="417" y="1649"/>
                    <a:pt x="705" y="1768"/>
                    <a:pt x="953" y="1897"/>
                  </a:cubicBezTo>
                  <a:cubicBezTo>
                    <a:pt x="1280" y="2016"/>
                    <a:pt x="1617" y="1936"/>
                    <a:pt x="1944" y="2055"/>
                  </a:cubicBezTo>
                  <a:cubicBezTo>
                    <a:pt x="2152" y="2144"/>
                    <a:pt x="2400" y="2303"/>
                    <a:pt x="2519" y="2511"/>
                  </a:cubicBezTo>
                  <a:cubicBezTo>
                    <a:pt x="2648" y="2720"/>
                    <a:pt x="2480" y="2967"/>
                    <a:pt x="2608" y="3176"/>
                  </a:cubicBezTo>
                  <a:cubicBezTo>
                    <a:pt x="2648" y="3255"/>
                    <a:pt x="2727" y="3295"/>
                    <a:pt x="2767" y="3384"/>
                  </a:cubicBezTo>
                  <a:cubicBezTo>
                    <a:pt x="2856" y="3463"/>
                    <a:pt x="2817" y="3582"/>
                    <a:pt x="2817" y="3711"/>
                  </a:cubicBezTo>
                  <a:cubicBezTo>
                    <a:pt x="2767" y="3790"/>
                    <a:pt x="2817" y="3959"/>
                    <a:pt x="2817" y="4038"/>
                  </a:cubicBezTo>
                  <a:cubicBezTo>
                    <a:pt x="2856" y="4167"/>
                    <a:pt x="2856" y="4247"/>
                    <a:pt x="2936" y="4326"/>
                  </a:cubicBezTo>
                  <a:cubicBezTo>
                    <a:pt x="2975" y="4351"/>
                    <a:pt x="3027" y="4363"/>
                    <a:pt x="3079" y="4363"/>
                  </a:cubicBezTo>
                  <a:cubicBezTo>
                    <a:pt x="3131" y="4363"/>
                    <a:pt x="3184" y="4351"/>
                    <a:pt x="3223" y="4326"/>
                  </a:cubicBezTo>
                  <a:cubicBezTo>
                    <a:pt x="3848" y="4247"/>
                    <a:pt x="3719" y="3424"/>
                    <a:pt x="3888" y="3007"/>
                  </a:cubicBezTo>
                  <a:cubicBezTo>
                    <a:pt x="3927" y="2888"/>
                    <a:pt x="4007" y="2799"/>
                    <a:pt x="4056" y="2680"/>
                  </a:cubicBezTo>
                  <a:cubicBezTo>
                    <a:pt x="4215" y="2224"/>
                    <a:pt x="3888" y="1599"/>
                    <a:pt x="3471" y="1351"/>
                  </a:cubicBezTo>
                  <a:cubicBezTo>
                    <a:pt x="3312" y="1312"/>
                    <a:pt x="3144" y="1272"/>
                    <a:pt x="3065" y="1153"/>
                  </a:cubicBezTo>
                  <a:cubicBezTo>
                    <a:pt x="2936" y="1024"/>
                    <a:pt x="2936" y="816"/>
                    <a:pt x="2856" y="657"/>
                  </a:cubicBezTo>
                  <a:cubicBezTo>
                    <a:pt x="2727" y="409"/>
                    <a:pt x="2440" y="320"/>
                    <a:pt x="2152" y="320"/>
                  </a:cubicBezTo>
                  <a:cubicBezTo>
                    <a:pt x="2066" y="320"/>
                    <a:pt x="1985" y="338"/>
                    <a:pt x="1902" y="338"/>
                  </a:cubicBezTo>
                  <a:cubicBezTo>
                    <a:pt x="1860" y="338"/>
                    <a:pt x="1819" y="333"/>
                    <a:pt x="1776" y="320"/>
                  </a:cubicBezTo>
                  <a:cubicBezTo>
                    <a:pt x="1577" y="280"/>
                    <a:pt x="1448" y="72"/>
                    <a:pt x="1240" y="33"/>
                  </a:cubicBezTo>
                  <a:cubicBezTo>
                    <a:pt x="1172" y="11"/>
                    <a:pt x="1100" y="1"/>
                    <a:pt x="1028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"/>
            <p:cNvSpPr/>
            <p:nvPr/>
          </p:nvSpPr>
          <p:spPr>
            <a:xfrm>
              <a:off x="5572372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07" y="1"/>
                  </a:moveTo>
                  <a:cubicBezTo>
                    <a:pt x="352" y="1"/>
                    <a:pt x="232" y="197"/>
                    <a:pt x="159" y="359"/>
                  </a:cubicBezTo>
                  <a:lnTo>
                    <a:pt x="1" y="736"/>
                  </a:lnTo>
                  <a:cubicBezTo>
                    <a:pt x="80" y="905"/>
                    <a:pt x="159" y="1063"/>
                    <a:pt x="328" y="1103"/>
                  </a:cubicBezTo>
                  <a:cubicBezTo>
                    <a:pt x="340" y="1105"/>
                    <a:pt x="352" y="1106"/>
                    <a:pt x="365" y="1106"/>
                  </a:cubicBezTo>
                  <a:cubicBezTo>
                    <a:pt x="636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5" y="32"/>
                  </a:cubicBezTo>
                  <a:cubicBezTo>
                    <a:pt x="578" y="11"/>
                    <a:pt x="542" y="1"/>
                    <a:pt x="50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"/>
            <p:cNvSpPr/>
            <p:nvPr/>
          </p:nvSpPr>
          <p:spPr>
            <a:xfrm>
              <a:off x="5490234" y="2946612"/>
              <a:ext cx="19715" cy="39387"/>
            </a:xfrm>
            <a:custGeom>
              <a:avLst/>
              <a:gdLst/>
              <a:ahLst/>
              <a:cxnLst/>
              <a:rect l="l" t="t" r="r" b="b"/>
              <a:pathLst>
                <a:path w="457" h="913" fill="none" extrusionOk="0">
                  <a:moveTo>
                    <a:pt x="378" y="0"/>
                  </a:moveTo>
                  <a:cubicBezTo>
                    <a:pt x="378" y="0"/>
                    <a:pt x="1" y="576"/>
                    <a:pt x="40" y="744"/>
                  </a:cubicBezTo>
                  <a:cubicBezTo>
                    <a:pt x="80" y="913"/>
                    <a:pt x="457" y="823"/>
                    <a:pt x="457" y="823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"/>
            <p:cNvSpPr/>
            <p:nvPr/>
          </p:nvSpPr>
          <p:spPr>
            <a:xfrm>
              <a:off x="5485747" y="2937380"/>
              <a:ext cx="7248" cy="11130"/>
            </a:xfrm>
            <a:custGeom>
              <a:avLst/>
              <a:gdLst/>
              <a:ahLst/>
              <a:cxnLst/>
              <a:rect l="l" t="t" r="r" b="b"/>
              <a:pathLst>
                <a:path w="168" h="258" extrusionOk="0">
                  <a:moveTo>
                    <a:pt x="108" y="0"/>
                  </a:moveTo>
                  <a:cubicBezTo>
                    <a:pt x="86" y="0"/>
                    <a:pt x="65" y="12"/>
                    <a:pt x="65" y="46"/>
                  </a:cubicBezTo>
                  <a:cubicBezTo>
                    <a:pt x="25" y="86"/>
                    <a:pt x="25" y="135"/>
                    <a:pt x="25" y="175"/>
                  </a:cubicBezTo>
                  <a:cubicBezTo>
                    <a:pt x="1" y="224"/>
                    <a:pt x="37" y="258"/>
                    <a:pt x="78" y="258"/>
                  </a:cubicBezTo>
                  <a:cubicBezTo>
                    <a:pt x="103" y="258"/>
                    <a:pt x="129" y="245"/>
                    <a:pt x="144" y="214"/>
                  </a:cubicBezTo>
                  <a:lnTo>
                    <a:pt x="144" y="46"/>
                  </a:lnTo>
                  <a:cubicBezTo>
                    <a:pt x="167" y="23"/>
                    <a:pt x="137" y="0"/>
                    <a:pt x="10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"/>
            <p:cNvSpPr/>
            <p:nvPr/>
          </p:nvSpPr>
          <p:spPr>
            <a:xfrm>
              <a:off x="5485100" y="2917967"/>
              <a:ext cx="17601" cy="9016"/>
            </a:xfrm>
            <a:custGeom>
              <a:avLst/>
              <a:gdLst/>
              <a:ahLst/>
              <a:cxnLst/>
              <a:rect l="l" t="t" r="r" b="b"/>
              <a:pathLst>
                <a:path w="408" h="209" fill="none" extrusionOk="0">
                  <a:moveTo>
                    <a:pt x="407" y="208"/>
                  </a:moveTo>
                  <a:cubicBezTo>
                    <a:pt x="40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"/>
            <p:cNvSpPr/>
            <p:nvPr/>
          </p:nvSpPr>
          <p:spPr>
            <a:xfrm>
              <a:off x="5537256" y="2948035"/>
              <a:ext cx="7506" cy="11173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114" y="1"/>
                  </a:moveTo>
                  <a:cubicBezTo>
                    <a:pt x="92" y="1"/>
                    <a:pt x="71" y="13"/>
                    <a:pt x="71" y="47"/>
                  </a:cubicBezTo>
                  <a:cubicBezTo>
                    <a:pt x="31" y="86"/>
                    <a:pt x="31" y="136"/>
                    <a:pt x="31" y="176"/>
                  </a:cubicBezTo>
                  <a:cubicBezTo>
                    <a:pt x="1" y="225"/>
                    <a:pt x="38" y="259"/>
                    <a:pt x="81" y="259"/>
                  </a:cubicBezTo>
                  <a:cubicBezTo>
                    <a:pt x="107" y="259"/>
                    <a:pt x="135" y="246"/>
                    <a:pt x="150" y="215"/>
                  </a:cubicBezTo>
                  <a:lnTo>
                    <a:pt x="150" y="47"/>
                  </a:lnTo>
                  <a:cubicBezTo>
                    <a:pt x="173" y="24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"/>
            <p:cNvSpPr/>
            <p:nvPr/>
          </p:nvSpPr>
          <p:spPr>
            <a:xfrm>
              <a:off x="5536437" y="2928666"/>
              <a:ext cx="23554" cy="12424"/>
            </a:xfrm>
            <a:custGeom>
              <a:avLst/>
              <a:gdLst/>
              <a:ahLst/>
              <a:cxnLst/>
              <a:rect l="l" t="t" r="r" b="b"/>
              <a:pathLst>
                <a:path w="546" h="288" fill="none" extrusionOk="0">
                  <a:moveTo>
                    <a:pt x="1" y="89"/>
                  </a:moveTo>
                  <a:cubicBezTo>
                    <a:pt x="1" y="89"/>
                    <a:pt x="249" y="0"/>
                    <a:pt x="54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"/>
            <p:cNvSpPr/>
            <p:nvPr/>
          </p:nvSpPr>
          <p:spPr>
            <a:xfrm>
              <a:off x="4836229" y="3069387"/>
              <a:ext cx="554392" cy="212853"/>
            </a:xfrm>
            <a:custGeom>
              <a:avLst/>
              <a:gdLst/>
              <a:ahLst/>
              <a:cxnLst/>
              <a:rect l="l" t="t" r="r" b="b"/>
              <a:pathLst>
                <a:path w="12851" h="4934" extrusionOk="0">
                  <a:moveTo>
                    <a:pt x="1359" y="0"/>
                  </a:moveTo>
                  <a:lnTo>
                    <a:pt x="0" y="1904"/>
                  </a:lnTo>
                  <a:cubicBezTo>
                    <a:pt x="0" y="1904"/>
                    <a:pt x="4670" y="4760"/>
                    <a:pt x="7060" y="4918"/>
                  </a:cubicBezTo>
                  <a:cubicBezTo>
                    <a:pt x="7194" y="4929"/>
                    <a:pt x="7335" y="4934"/>
                    <a:pt x="7481" y="4934"/>
                  </a:cubicBezTo>
                  <a:cubicBezTo>
                    <a:pt x="9625" y="4934"/>
                    <a:pt x="12851" y="3847"/>
                    <a:pt x="12851" y="3847"/>
                  </a:cubicBezTo>
                  <a:lnTo>
                    <a:pt x="10947" y="744"/>
                  </a:lnTo>
                  <a:cubicBezTo>
                    <a:pt x="10947" y="744"/>
                    <a:pt x="8520" y="1626"/>
                    <a:pt x="7479" y="1626"/>
                  </a:cubicBezTo>
                  <a:cubicBezTo>
                    <a:pt x="7417" y="1626"/>
                    <a:pt x="7360" y="1623"/>
                    <a:pt x="7308" y="1616"/>
                  </a:cubicBezTo>
                  <a:cubicBezTo>
                    <a:pt x="5573" y="1368"/>
                    <a:pt x="1359" y="0"/>
                    <a:pt x="135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"/>
            <p:cNvSpPr/>
            <p:nvPr/>
          </p:nvSpPr>
          <p:spPr>
            <a:xfrm>
              <a:off x="5251582" y="3065159"/>
              <a:ext cx="256683" cy="205735"/>
            </a:xfrm>
            <a:custGeom>
              <a:avLst/>
              <a:gdLst/>
              <a:ahLst/>
              <a:cxnLst/>
              <a:rect l="l" t="t" r="r" b="b"/>
              <a:pathLst>
                <a:path w="5950" h="4769" extrusionOk="0">
                  <a:moveTo>
                    <a:pt x="5090" y="0"/>
                  </a:moveTo>
                  <a:cubicBezTo>
                    <a:pt x="4442" y="0"/>
                    <a:pt x="3620" y="116"/>
                    <a:pt x="2638" y="306"/>
                  </a:cubicBezTo>
                  <a:cubicBezTo>
                    <a:pt x="1527" y="515"/>
                    <a:pt x="0" y="1050"/>
                    <a:pt x="0" y="1050"/>
                  </a:cubicBezTo>
                  <a:lnTo>
                    <a:pt x="1239" y="4768"/>
                  </a:lnTo>
                  <a:lnTo>
                    <a:pt x="4373" y="3985"/>
                  </a:lnTo>
                  <a:lnTo>
                    <a:pt x="5949" y="98"/>
                  </a:lnTo>
                  <a:cubicBezTo>
                    <a:pt x="5710" y="31"/>
                    <a:pt x="5423" y="0"/>
                    <a:pt x="509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"/>
            <p:cNvSpPr/>
            <p:nvPr/>
          </p:nvSpPr>
          <p:spPr>
            <a:xfrm>
              <a:off x="5372634" y="3065936"/>
              <a:ext cx="486792" cy="638256"/>
            </a:xfrm>
            <a:custGeom>
              <a:avLst/>
              <a:gdLst/>
              <a:ahLst/>
              <a:cxnLst/>
              <a:rect l="l" t="t" r="r" b="b"/>
              <a:pathLst>
                <a:path w="11284" h="14795" extrusionOk="0">
                  <a:moveTo>
                    <a:pt x="5910" y="1"/>
                  </a:moveTo>
                  <a:cubicBezTo>
                    <a:pt x="5910" y="1"/>
                    <a:pt x="5245" y="626"/>
                    <a:pt x="4383" y="626"/>
                  </a:cubicBezTo>
                  <a:cubicBezTo>
                    <a:pt x="3351" y="626"/>
                    <a:pt x="3143" y="80"/>
                    <a:pt x="3143" y="80"/>
                  </a:cubicBezTo>
                  <a:cubicBezTo>
                    <a:pt x="3143" y="80"/>
                    <a:pt x="664" y="1032"/>
                    <a:pt x="288" y="4096"/>
                  </a:cubicBezTo>
                  <a:cubicBezTo>
                    <a:pt x="79" y="6029"/>
                    <a:pt x="0" y="14795"/>
                    <a:pt x="0" y="14795"/>
                  </a:cubicBezTo>
                  <a:lnTo>
                    <a:pt x="10738" y="14795"/>
                  </a:lnTo>
                  <a:cubicBezTo>
                    <a:pt x="10738" y="14795"/>
                    <a:pt x="11284" y="1121"/>
                    <a:pt x="5910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"/>
            <p:cNvSpPr/>
            <p:nvPr/>
          </p:nvSpPr>
          <p:spPr>
            <a:xfrm>
              <a:off x="5459863" y="3418817"/>
              <a:ext cx="314016" cy="365353"/>
            </a:xfrm>
            <a:custGeom>
              <a:avLst/>
              <a:gdLst/>
              <a:ahLst/>
              <a:cxnLst/>
              <a:rect l="l" t="t" r="r" b="b"/>
              <a:pathLst>
                <a:path w="7279" h="8469" extrusionOk="0">
                  <a:moveTo>
                    <a:pt x="5048" y="1"/>
                  </a:moveTo>
                  <a:lnTo>
                    <a:pt x="1" y="1657"/>
                  </a:lnTo>
                  <a:lnTo>
                    <a:pt x="2232" y="8469"/>
                  </a:lnTo>
                  <a:lnTo>
                    <a:pt x="7279" y="6773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"/>
            <p:cNvSpPr/>
            <p:nvPr/>
          </p:nvSpPr>
          <p:spPr>
            <a:xfrm>
              <a:off x="5500932" y="3423562"/>
              <a:ext cx="128385" cy="59490"/>
            </a:xfrm>
            <a:custGeom>
              <a:avLst/>
              <a:gdLst/>
              <a:ahLst/>
              <a:cxnLst/>
              <a:rect l="l" t="t" r="r" b="b"/>
              <a:pathLst>
                <a:path w="2976" h="1379" extrusionOk="0">
                  <a:moveTo>
                    <a:pt x="2728" y="0"/>
                  </a:moveTo>
                  <a:cubicBezTo>
                    <a:pt x="2713" y="0"/>
                    <a:pt x="2699" y="6"/>
                    <a:pt x="2688" y="20"/>
                  </a:cubicBezTo>
                  <a:lnTo>
                    <a:pt x="80" y="843"/>
                  </a:lnTo>
                  <a:cubicBezTo>
                    <a:pt x="40" y="883"/>
                    <a:pt x="1" y="962"/>
                    <a:pt x="1" y="1011"/>
                  </a:cubicBezTo>
                  <a:lnTo>
                    <a:pt x="130" y="1378"/>
                  </a:lnTo>
                  <a:lnTo>
                    <a:pt x="2975" y="426"/>
                  </a:lnTo>
                  <a:lnTo>
                    <a:pt x="2856" y="99"/>
                  </a:lnTo>
                  <a:cubicBezTo>
                    <a:pt x="2820" y="42"/>
                    <a:pt x="2769" y="0"/>
                    <a:pt x="272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"/>
            <p:cNvSpPr/>
            <p:nvPr/>
          </p:nvSpPr>
          <p:spPr>
            <a:xfrm>
              <a:off x="5536437" y="3413942"/>
              <a:ext cx="42838" cy="36367"/>
            </a:xfrm>
            <a:custGeom>
              <a:avLst/>
              <a:gdLst/>
              <a:ahLst/>
              <a:cxnLst/>
              <a:rect l="l" t="t" r="r" b="b"/>
              <a:pathLst>
                <a:path w="993" h="843" extrusionOk="0">
                  <a:moveTo>
                    <a:pt x="417" y="243"/>
                  </a:moveTo>
                  <a:cubicBezTo>
                    <a:pt x="546" y="243"/>
                    <a:pt x="625" y="283"/>
                    <a:pt x="665" y="362"/>
                  </a:cubicBezTo>
                  <a:cubicBezTo>
                    <a:pt x="665" y="441"/>
                    <a:pt x="625" y="530"/>
                    <a:pt x="546" y="570"/>
                  </a:cubicBezTo>
                  <a:cubicBezTo>
                    <a:pt x="522" y="581"/>
                    <a:pt x="496" y="586"/>
                    <a:pt x="471" y="586"/>
                  </a:cubicBezTo>
                  <a:cubicBezTo>
                    <a:pt x="402" y="586"/>
                    <a:pt x="338" y="549"/>
                    <a:pt x="338" y="491"/>
                  </a:cubicBezTo>
                  <a:cubicBezTo>
                    <a:pt x="298" y="362"/>
                    <a:pt x="338" y="283"/>
                    <a:pt x="417" y="243"/>
                  </a:cubicBezTo>
                  <a:close/>
                  <a:moveTo>
                    <a:pt x="524" y="1"/>
                  </a:moveTo>
                  <a:cubicBezTo>
                    <a:pt x="464" y="1"/>
                    <a:pt x="401" y="12"/>
                    <a:pt x="338" y="35"/>
                  </a:cubicBezTo>
                  <a:cubicBezTo>
                    <a:pt x="130" y="74"/>
                    <a:pt x="1" y="322"/>
                    <a:pt x="50" y="570"/>
                  </a:cubicBezTo>
                  <a:cubicBezTo>
                    <a:pt x="113" y="734"/>
                    <a:pt x="280" y="843"/>
                    <a:pt x="469" y="843"/>
                  </a:cubicBezTo>
                  <a:cubicBezTo>
                    <a:pt x="520" y="843"/>
                    <a:pt x="573" y="835"/>
                    <a:pt x="625" y="818"/>
                  </a:cubicBezTo>
                  <a:cubicBezTo>
                    <a:pt x="873" y="739"/>
                    <a:pt x="992" y="491"/>
                    <a:pt x="913" y="283"/>
                  </a:cubicBezTo>
                  <a:cubicBezTo>
                    <a:pt x="854" y="98"/>
                    <a:pt x="701" y="1"/>
                    <a:pt x="5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"/>
            <p:cNvSpPr/>
            <p:nvPr/>
          </p:nvSpPr>
          <p:spPr>
            <a:xfrm>
              <a:off x="5600586" y="3242592"/>
              <a:ext cx="340547" cy="489812"/>
            </a:xfrm>
            <a:custGeom>
              <a:avLst/>
              <a:gdLst/>
              <a:ahLst/>
              <a:cxnLst/>
              <a:rect l="l" t="t" r="r" b="b"/>
              <a:pathLst>
                <a:path w="7894" h="11354" extrusionOk="0">
                  <a:moveTo>
                    <a:pt x="6496" y="1"/>
                  </a:moveTo>
                  <a:lnTo>
                    <a:pt x="2857" y="943"/>
                  </a:lnTo>
                  <a:cubicBezTo>
                    <a:pt x="2857" y="943"/>
                    <a:pt x="3769" y="4255"/>
                    <a:pt x="3561" y="4790"/>
                  </a:cubicBezTo>
                  <a:cubicBezTo>
                    <a:pt x="3104" y="6069"/>
                    <a:pt x="1" y="9123"/>
                    <a:pt x="1" y="9123"/>
                  </a:cubicBezTo>
                  <a:lnTo>
                    <a:pt x="1578" y="11354"/>
                  </a:lnTo>
                  <a:cubicBezTo>
                    <a:pt x="1578" y="11354"/>
                    <a:pt x="6327" y="8300"/>
                    <a:pt x="7190" y="5950"/>
                  </a:cubicBezTo>
                  <a:cubicBezTo>
                    <a:pt x="7894" y="4086"/>
                    <a:pt x="6496" y="1"/>
                    <a:pt x="6496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"/>
            <p:cNvSpPr/>
            <p:nvPr/>
          </p:nvSpPr>
          <p:spPr>
            <a:xfrm>
              <a:off x="5627549" y="3065849"/>
              <a:ext cx="279806" cy="283732"/>
            </a:xfrm>
            <a:custGeom>
              <a:avLst/>
              <a:gdLst/>
              <a:ahLst/>
              <a:cxnLst/>
              <a:rect l="l" t="t" r="r" b="b"/>
              <a:pathLst>
                <a:path w="6486" h="6577" extrusionOk="0">
                  <a:moveTo>
                    <a:pt x="161" y="0"/>
                  </a:moveTo>
                  <a:cubicBezTo>
                    <a:pt x="58" y="0"/>
                    <a:pt x="1" y="3"/>
                    <a:pt x="1" y="3"/>
                  </a:cubicBezTo>
                  <a:lnTo>
                    <a:pt x="1448" y="3553"/>
                  </a:lnTo>
                  <a:lnTo>
                    <a:pt x="2440" y="6577"/>
                  </a:lnTo>
                  <a:lnTo>
                    <a:pt x="6485" y="5912"/>
                  </a:lnTo>
                  <a:cubicBezTo>
                    <a:pt x="6485" y="5912"/>
                    <a:pt x="6158" y="3761"/>
                    <a:pt x="5077" y="2154"/>
                  </a:cubicBezTo>
                  <a:cubicBezTo>
                    <a:pt x="3744" y="129"/>
                    <a:pt x="869" y="0"/>
                    <a:pt x="1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"/>
            <p:cNvSpPr/>
            <p:nvPr/>
          </p:nvSpPr>
          <p:spPr>
            <a:xfrm>
              <a:off x="5695149" y="3238752"/>
              <a:ext cx="37661" cy="110827"/>
            </a:xfrm>
            <a:custGeom>
              <a:avLst/>
              <a:gdLst/>
              <a:ahLst/>
              <a:cxnLst/>
              <a:rect l="l" t="t" r="r" b="b"/>
              <a:pathLst>
                <a:path w="873" h="2569" fill="none" extrusionOk="0">
                  <a:moveTo>
                    <a:pt x="873" y="256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"/>
            <p:cNvSpPr/>
            <p:nvPr/>
          </p:nvSpPr>
          <p:spPr>
            <a:xfrm>
              <a:off x="5385015" y="3154932"/>
              <a:ext cx="28688" cy="87704"/>
            </a:xfrm>
            <a:custGeom>
              <a:avLst/>
              <a:gdLst/>
              <a:ahLst/>
              <a:cxnLst/>
              <a:rect l="l" t="t" r="r" b="b"/>
              <a:pathLst>
                <a:path w="665" h="2033" fill="none" extrusionOk="0">
                  <a:moveTo>
                    <a:pt x="1" y="2033"/>
                  </a:moveTo>
                  <a:cubicBezTo>
                    <a:pt x="1" y="2033"/>
                    <a:pt x="130" y="744"/>
                    <a:pt x="665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"/>
            <p:cNvSpPr/>
            <p:nvPr/>
          </p:nvSpPr>
          <p:spPr>
            <a:xfrm>
              <a:off x="5488551" y="3065936"/>
              <a:ext cx="169411" cy="48403"/>
            </a:xfrm>
            <a:custGeom>
              <a:avLst/>
              <a:gdLst/>
              <a:ahLst/>
              <a:cxnLst/>
              <a:rect l="l" t="t" r="r" b="b"/>
              <a:pathLst>
                <a:path w="3927" h="1122" fill="none" extrusionOk="0">
                  <a:moveTo>
                    <a:pt x="0" y="1"/>
                  </a:moveTo>
                  <a:cubicBezTo>
                    <a:pt x="0" y="1"/>
                    <a:pt x="0" y="1121"/>
                    <a:pt x="1487" y="1121"/>
                  </a:cubicBezTo>
                  <a:cubicBezTo>
                    <a:pt x="3302" y="1121"/>
                    <a:pt x="3927" y="1"/>
                    <a:pt x="3927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"/>
            <p:cNvSpPr/>
            <p:nvPr/>
          </p:nvSpPr>
          <p:spPr>
            <a:xfrm>
              <a:off x="5509905" y="3597199"/>
              <a:ext cx="221222" cy="194561"/>
            </a:xfrm>
            <a:custGeom>
              <a:avLst/>
              <a:gdLst/>
              <a:ahLst/>
              <a:cxnLst/>
              <a:rect l="l" t="t" r="r" b="b"/>
              <a:pathLst>
                <a:path w="5128" h="4510" extrusionOk="0">
                  <a:moveTo>
                    <a:pt x="3095" y="1"/>
                  </a:moveTo>
                  <a:cubicBezTo>
                    <a:pt x="2440" y="705"/>
                    <a:pt x="249" y="2440"/>
                    <a:pt x="288" y="2598"/>
                  </a:cubicBezTo>
                  <a:cubicBezTo>
                    <a:pt x="301" y="2631"/>
                    <a:pt x="331" y="2645"/>
                    <a:pt x="373" y="2645"/>
                  </a:cubicBezTo>
                  <a:cubicBezTo>
                    <a:pt x="565" y="2645"/>
                    <a:pt x="1007" y="2362"/>
                    <a:pt x="1154" y="2362"/>
                  </a:cubicBezTo>
                  <a:cubicBezTo>
                    <a:pt x="1179" y="2362"/>
                    <a:pt x="1196" y="2371"/>
                    <a:pt x="1201" y="2390"/>
                  </a:cubicBezTo>
                  <a:cubicBezTo>
                    <a:pt x="1201" y="2559"/>
                    <a:pt x="1" y="3511"/>
                    <a:pt x="120" y="3719"/>
                  </a:cubicBezTo>
                  <a:cubicBezTo>
                    <a:pt x="132" y="3738"/>
                    <a:pt x="152" y="3746"/>
                    <a:pt x="179" y="3746"/>
                  </a:cubicBezTo>
                  <a:cubicBezTo>
                    <a:pt x="450" y="3746"/>
                    <a:pt x="1408" y="2886"/>
                    <a:pt x="1409" y="2886"/>
                  </a:cubicBezTo>
                  <a:lnTo>
                    <a:pt x="1409" y="2886"/>
                  </a:lnTo>
                  <a:cubicBezTo>
                    <a:pt x="1408" y="2887"/>
                    <a:pt x="209" y="4086"/>
                    <a:pt x="368" y="4254"/>
                  </a:cubicBezTo>
                  <a:cubicBezTo>
                    <a:pt x="376" y="4262"/>
                    <a:pt x="388" y="4266"/>
                    <a:pt x="403" y="4266"/>
                  </a:cubicBezTo>
                  <a:cubicBezTo>
                    <a:pt x="621" y="4266"/>
                    <a:pt x="1515" y="3492"/>
                    <a:pt x="1905" y="3223"/>
                  </a:cubicBezTo>
                  <a:lnTo>
                    <a:pt x="1905" y="3223"/>
                  </a:lnTo>
                  <a:cubicBezTo>
                    <a:pt x="1488" y="3590"/>
                    <a:pt x="913" y="4254"/>
                    <a:pt x="1032" y="4373"/>
                  </a:cubicBezTo>
                  <a:cubicBezTo>
                    <a:pt x="1045" y="4386"/>
                    <a:pt x="1063" y="4392"/>
                    <a:pt x="1085" y="4392"/>
                  </a:cubicBezTo>
                  <a:cubicBezTo>
                    <a:pt x="1295" y="4392"/>
                    <a:pt x="1908" y="3887"/>
                    <a:pt x="2400" y="3511"/>
                  </a:cubicBezTo>
                  <a:lnTo>
                    <a:pt x="2400" y="3511"/>
                  </a:lnTo>
                  <a:cubicBezTo>
                    <a:pt x="2063" y="3798"/>
                    <a:pt x="1528" y="4373"/>
                    <a:pt x="1657" y="4502"/>
                  </a:cubicBezTo>
                  <a:cubicBezTo>
                    <a:pt x="1662" y="4507"/>
                    <a:pt x="1670" y="4510"/>
                    <a:pt x="1680" y="4510"/>
                  </a:cubicBezTo>
                  <a:cubicBezTo>
                    <a:pt x="1922" y="4510"/>
                    <a:pt x="3579" y="3248"/>
                    <a:pt x="5127" y="2023"/>
                  </a:cubicBezTo>
                  <a:lnTo>
                    <a:pt x="309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"/>
            <p:cNvSpPr/>
            <p:nvPr/>
          </p:nvSpPr>
          <p:spPr>
            <a:xfrm>
              <a:off x="3207344" y="4587854"/>
              <a:ext cx="279806" cy="303317"/>
            </a:xfrm>
            <a:custGeom>
              <a:avLst/>
              <a:gdLst/>
              <a:ahLst/>
              <a:cxnLst/>
              <a:rect l="l" t="t" r="r" b="b"/>
              <a:pathLst>
                <a:path w="6486" h="7031" extrusionOk="0">
                  <a:moveTo>
                    <a:pt x="4215" y="1"/>
                  </a:moveTo>
                  <a:lnTo>
                    <a:pt x="368" y="417"/>
                  </a:lnTo>
                  <a:lnTo>
                    <a:pt x="40" y="5454"/>
                  </a:lnTo>
                  <a:lnTo>
                    <a:pt x="1" y="7031"/>
                  </a:lnTo>
                  <a:lnTo>
                    <a:pt x="6198" y="6991"/>
                  </a:lnTo>
                  <a:cubicBezTo>
                    <a:pt x="6356" y="6991"/>
                    <a:pt x="6485" y="6862"/>
                    <a:pt x="6485" y="6693"/>
                  </a:cubicBezTo>
                  <a:cubicBezTo>
                    <a:pt x="6485" y="6614"/>
                    <a:pt x="6396" y="6495"/>
                    <a:pt x="6277" y="6446"/>
                  </a:cubicBezTo>
                  <a:lnTo>
                    <a:pt x="3630" y="525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"/>
            <p:cNvSpPr/>
            <p:nvPr/>
          </p:nvSpPr>
          <p:spPr>
            <a:xfrm>
              <a:off x="3192806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967" y="1"/>
                  </a:moveTo>
                  <a:cubicBezTo>
                    <a:pt x="3367" y="236"/>
                    <a:pt x="2701" y="309"/>
                    <a:pt x="2107" y="309"/>
                  </a:cubicBezTo>
                  <a:cubicBezTo>
                    <a:pt x="1148" y="309"/>
                    <a:pt x="377" y="120"/>
                    <a:pt x="377" y="120"/>
                  </a:cubicBezTo>
                  <a:lnTo>
                    <a:pt x="1" y="2271"/>
                  </a:lnTo>
                  <a:cubicBezTo>
                    <a:pt x="1" y="2311"/>
                    <a:pt x="40" y="2390"/>
                    <a:pt x="129" y="2390"/>
                  </a:cubicBezTo>
                  <a:lnTo>
                    <a:pt x="7031" y="2390"/>
                  </a:lnTo>
                  <a:cubicBezTo>
                    <a:pt x="7189" y="2390"/>
                    <a:pt x="7070" y="1686"/>
                    <a:pt x="7070" y="1647"/>
                  </a:cubicBezTo>
                  <a:cubicBezTo>
                    <a:pt x="7031" y="1488"/>
                    <a:pt x="6902" y="1240"/>
                    <a:pt x="6783" y="1191"/>
                  </a:cubicBezTo>
                  <a:lnTo>
                    <a:pt x="3967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"/>
            <p:cNvSpPr/>
            <p:nvPr/>
          </p:nvSpPr>
          <p:spPr>
            <a:xfrm>
              <a:off x="3372873" y="4818004"/>
              <a:ext cx="16307" cy="30371"/>
            </a:xfrm>
            <a:custGeom>
              <a:avLst/>
              <a:gdLst/>
              <a:ahLst/>
              <a:cxnLst/>
              <a:rect l="l" t="t" r="r" b="b"/>
              <a:pathLst>
                <a:path w="378" h="704" fill="none" extrusionOk="0">
                  <a:moveTo>
                    <a:pt x="378" y="0"/>
                  </a:moveTo>
                  <a:cubicBezTo>
                    <a:pt x="249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"/>
            <p:cNvSpPr/>
            <p:nvPr/>
          </p:nvSpPr>
          <p:spPr>
            <a:xfrm>
              <a:off x="3390862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328" y="1"/>
                  </a:moveTo>
                  <a:cubicBezTo>
                    <a:pt x="159" y="209"/>
                    <a:pt x="80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"/>
            <p:cNvSpPr/>
            <p:nvPr/>
          </p:nvSpPr>
          <p:spPr>
            <a:xfrm>
              <a:off x="340496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288" y="1"/>
                  </a:moveTo>
                  <a:cubicBezTo>
                    <a:pt x="209" y="169"/>
                    <a:pt x="80" y="378"/>
                    <a:pt x="1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"/>
            <p:cNvSpPr/>
            <p:nvPr/>
          </p:nvSpPr>
          <p:spPr>
            <a:xfrm>
              <a:off x="3194532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0" y="40"/>
                  </a:moveTo>
                  <a:lnTo>
                    <a:pt x="7070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"/>
            <p:cNvSpPr/>
            <p:nvPr/>
          </p:nvSpPr>
          <p:spPr>
            <a:xfrm>
              <a:off x="3203505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0" y="0"/>
                  </a:moveTo>
                  <a:cubicBezTo>
                    <a:pt x="0" y="0"/>
                    <a:pt x="165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"/>
            <p:cNvSpPr/>
            <p:nvPr/>
          </p:nvSpPr>
          <p:spPr>
            <a:xfrm>
              <a:off x="3437065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0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"/>
            <p:cNvSpPr/>
            <p:nvPr/>
          </p:nvSpPr>
          <p:spPr>
            <a:xfrm>
              <a:off x="3012739" y="3571962"/>
              <a:ext cx="387138" cy="1212277"/>
            </a:xfrm>
            <a:custGeom>
              <a:avLst/>
              <a:gdLst/>
              <a:ahLst/>
              <a:cxnLst/>
              <a:rect l="l" t="t" r="r" b="b"/>
              <a:pathLst>
                <a:path w="8974" h="28101" extrusionOk="0">
                  <a:moveTo>
                    <a:pt x="0" y="1"/>
                  </a:moveTo>
                  <a:cubicBezTo>
                    <a:pt x="248" y="546"/>
                    <a:pt x="89" y="4760"/>
                    <a:pt x="2439" y="8637"/>
                  </a:cubicBezTo>
                  <a:cubicBezTo>
                    <a:pt x="3143" y="17313"/>
                    <a:pt x="3639" y="28101"/>
                    <a:pt x="3639" y="28101"/>
                  </a:cubicBezTo>
                  <a:lnTo>
                    <a:pt x="8974" y="28101"/>
                  </a:lnTo>
                  <a:cubicBezTo>
                    <a:pt x="8974" y="28101"/>
                    <a:pt x="8478" y="10749"/>
                    <a:pt x="7774" y="240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"/>
            <p:cNvSpPr/>
            <p:nvPr/>
          </p:nvSpPr>
          <p:spPr>
            <a:xfrm>
              <a:off x="3139355" y="3894904"/>
              <a:ext cx="62467" cy="889331"/>
            </a:xfrm>
            <a:custGeom>
              <a:avLst/>
              <a:gdLst/>
              <a:ahLst/>
              <a:cxnLst/>
              <a:rect l="l" t="t" r="r" b="b"/>
              <a:pathLst>
                <a:path w="1448" h="20615" fill="none" extrusionOk="0">
                  <a:moveTo>
                    <a:pt x="1448" y="20615"/>
                  </a:moveTo>
                  <a:cubicBezTo>
                    <a:pt x="1448" y="20615"/>
                    <a:pt x="952" y="8131"/>
                    <a:pt x="0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"/>
            <p:cNvSpPr/>
            <p:nvPr/>
          </p:nvSpPr>
          <p:spPr>
            <a:xfrm>
              <a:off x="2854458" y="4587854"/>
              <a:ext cx="295638" cy="303317"/>
            </a:xfrm>
            <a:custGeom>
              <a:avLst/>
              <a:gdLst/>
              <a:ahLst/>
              <a:cxnLst/>
              <a:rect l="l" t="t" r="r" b="b"/>
              <a:pathLst>
                <a:path w="6853" h="7031" extrusionOk="0">
                  <a:moveTo>
                    <a:pt x="3798" y="1"/>
                  </a:moveTo>
                  <a:lnTo>
                    <a:pt x="1" y="417"/>
                  </a:lnTo>
                  <a:lnTo>
                    <a:pt x="407" y="5454"/>
                  </a:lnTo>
                  <a:lnTo>
                    <a:pt x="367" y="7031"/>
                  </a:lnTo>
                  <a:lnTo>
                    <a:pt x="6564" y="6991"/>
                  </a:lnTo>
                  <a:cubicBezTo>
                    <a:pt x="6733" y="6991"/>
                    <a:pt x="6852" y="6862"/>
                    <a:pt x="6852" y="6693"/>
                  </a:cubicBezTo>
                  <a:cubicBezTo>
                    <a:pt x="6852" y="6614"/>
                    <a:pt x="6773" y="6495"/>
                    <a:pt x="6644" y="6446"/>
                  </a:cubicBezTo>
                  <a:lnTo>
                    <a:pt x="4006" y="5256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"/>
            <p:cNvSpPr/>
            <p:nvPr/>
          </p:nvSpPr>
          <p:spPr>
            <a:xfrm>
              <a:off x="2856184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966" y="1"/>
                  </a:moveTo>
                  <a:cubicBezTo>
                    <a:pt x="3363" y="236"/>
                    <a:pt x="2694" y="309"/>
                    <a:pt x="2099" y="309"/>
                  </a:cubicBezTo>
                  <a:cubicBezTo>
                    <a:pt x="1138" y="309"/>
                    <a:pt x="367" y="120"/>
                    <a:pt x="367" y="120"/>
                  </a:cubicBezTo>
                  <a:lnTo>
                    <a:pt x="0" y="2271"/>
                  </a:lnTo>
                  <a:cubicBezTo>
                    <a:pt x="0" y="2311"/>
                    <a:pt x="40" y="2390"/>
                    <a:pt x="119" y="2390"/>
                  </a:cubicBezTo>
                  <a:lnTo>
                    <a:pt x="7020" y="2390"/>
                  </a:lnTo>
                  <a:cubicBezTo>
                    <a:pt x="7149" y="2390"/>
                    <a:pt x="7060" y="1686"/>
                    <a:pt x="7060" y="1647"/>
                  </a:cubicBezTo>
                  <a:cubicBezTo>
                    <a:pt x="7020" y="1488"/>
                    <a:pt x="6901" y="1240"/>
                    <a:pt x="6772" y="1191"/>
                  </a:cubicBezTo>
                  <a:lnTo>
                    <a:pt x="3966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"/>
            <p:cNvSpPr/>
            <p:nvPr/>
          </p:nvSpPr>
          <p:spPr>
            <a:xfrm>
              <a:off x="3036250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367" y="0"/>
                  </a:moveTo>
                  <a:cubicBezTo>
                    <a:pt x="248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"/>
            <p:cNvSpPr/>
            <p:nvPr/>
          </p:nvSpPr>
          <p:spPr>
            <a:xfrm>
              <a:off x="3053808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337" y="1"/>
                  </a:moveTo>
                  <a:cubicBezTo>
                    <a:pt x="169" y="209"/>
                    <a:pt x="89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"/>
            <p:cNvSpPr/>
            <p:nvPr/>
          </p:nvSpPr>
          <p:spPr>
            <a:xfrm>
              <a:off x="3068347" y="4833793"/>
              <a:ext cx="12424" cy="23598"/>
            </a:xfrm>
            <a:custGeom>
              <a:avLst/>
              <a:gdLst/>
              <a:ahLst/>
              <a:cxnLst/>
              <a:rect l="l" t="t" r="r" b="b"/>
              <a:pathLst>
                <a:path w="288" h="547" fill="none" extrusionOk="0">
                  <a:moveTo>
                    <a:pt x="288" y="1"/>
                  </a:moveTo>
                  <a:cubicBezTo>
                    <a:pt x="198" y="169"/>
                    <a:pt x="80" y="378"/>
                    <a:pt x="0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"/>
            <p:cNvSpPr/>
            <p:nvPr/>
          </p:nvSpPr>
          <p:spPr>
            <a:xfrm>
              <a:off x="2857866" y="4896259"/>
              <a:ext cx="304612" cy="1769"/>
            </a:xfrm>
            <a:custGeom>
              <a:avLst/>
              <a:gdLst/>
              <a:ahLst/>
              <a:cxnLst/>
              <a:rect l="l" t="t" r="r" b="b"/>
              <a:pathLst>
                <a:path w="7061" h="41" fill="none" extrusionOk="0">
                  <a:moveTo>
                    <a:pt x="1" y="40"/>
                  </a:moveTo>
                  <a:lnTo>
                    <a:pt x="7061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"/>
            <p:cNvSpPr/>
            <p:nvPr/>
          </p:nvSpPr>
          <p:spPr>
            <a:xfrm>
              <a:off x="2866882" y="4851782"/>
              <a:ext cx="76574" cy="44520"/>
            </a:xfrm>
            <a:custGeom>
              <a:avLst/>
              <a:gdLst/>
              <a:ahLst/>
              <a:cxnLst/>
              <a:rect l="l" t="t" r="r" b="b"/>
              <a:pathLst>
                <a:path w="1775" h="1032" fill="none" extrusionOk="0">
                  <a:moveTo>
                    <a:pt x="0" y="0"/>
                  </a:moveTo>
                  <a:cubicBezTo>
                    <a:pt x="0" y="0"/>
                    <a:pt x="164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"/>
            <p:cNvSpPr/>
            <p:nvPr/>
          </p:nvSpPr>
          <p:spPr>
            <a:xfrm>
              <a:off x="3100400" y="4855190"/>
              <a:ext cx="23166" cy="41112"/>
            </a:xfrm>
            <a:custGeom>
              <a:avLst/>
              <a:gdLst/>
              <a:ahLst/>
              <a:cxnLst/>
              <a:rect l="l" t="t" r="r" b="b"/>
              <a:pathLst>
                <a:path w="537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1" y="953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"/>
            <p:cNvSpPr/>
            <p:nvPr/>
          </p:nvSpPr>
          <p:spPr>
            <a:xfrm>
              <a:off x="2847167" y="3638267"/>
              <a:ext cx="319150" cy="1145971"/>
            </a:xfrm>
            <a:custGeom>
              <a:avLst/>
              <a:gdLst/>
              <a:ahLst/>
              <a:cxnLst/>
              <a:rect l="l" t="t" r="r" b="b"/>
              <a:pathLst>
                <a:path w="7398" h="26564" extrusionOk="0">
                  <a:moveTo>
                    <a:pt x="7398" y="1"/>
                  </a:moveTo>
                  <a:lnTo>
                    <a:pt x="328" y="159"/>
                  </a:lnTo>
                  <a:cubicBezTo>
                    <a:pt x="170" y="1894"/>
                    <a:pt x="170" y="4046"/>
                    <a:pt x="457" y="6108"/>
                  </a:cubicBezTo>
                  <a:cubicBezTo>
                    <a:pt x="1" y="15320"/>
                    <a:pt x="41" y="26564"/>
                    <a:pt x="41" y="26564"/>
                  </a:cubicBezTo>
                  <a:lnTo>
                    <a:pt x="5375" y="26564"/>
                  </a:lnTo>
                  <a:cubicBezTo>
                    <a:pt x="5375" y="26564"/>
                    <a:pt x="6862" y="6693"/>
                    <a:pt x="739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"/>
            <p:cNvSpPr/>
            <p:nvPr/>
          </p:nvSpPr>
          <p:spPr>
            <a:xfrm>
              <a:off x="2886554" y="3645127"/>
              <a:ext cx="19284" cy="1139112"/>
            </a:xfrm>
            <a:custGeom>
              <a:avLst/>
              <a:gdLst/>
              <a:ahLst/>
              <a:cxnLst/>
              <a:rect l="l" t="t" r="r" b="b"/>
              <a:pathLst>
                <a:path w="447" h="26405" fill="none" extrusionOk="0">
                  <a:moveTo>
                    <a:pt x="327" y="0"/>
                  </a:moveTo>
                  <a:cubicBezTo>
                    <a:pt x="159" y="1735"/>
                    <a:pt x="198" y="3887"/>
                    <a:pt x="446" y="5949"/>
                  </a:cubicBezTo>
                  <a:cubicBezTo>
                    <a:pt x="0" y="15161"/>
                    <a:pt x="40" y="26405"/>
                    <a:pt x="40" y="26405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"/>
            <p:cNvSpPr/>
            <p:nvPr/>
          </p:nvSpPr>
          <p:spPr>
            <a:xfrm>
              <a:off x="3128657" y="3693443"/>
              <a:ext cx="37661" cy="409830"/>
            </a:xfrm>
            <a:custGeom>
              <a:avLst/>
              <a:gdLst/>
              <a:ahLst/>
              <a:cxnLst/>
              <a:rect l="l" t="t" r="r" b="b"/>
              <a:pathLst>
                <a:path w="873" h="9500" fill="none" extrusionOk="0">
                  <a:moveTo>
                    <a:pt x="0" y="9500"/>
                  </a:moveTo>
                  <a:cubicBezTo>
                    <a:pt x="0" y="9500"/>
                    <a:pt x="833" y="2351"/>
                    <a:pt x="873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"/>
            <p:cNvSpPr/>
            <p:nvPr/>
          </p:nvSpPr>
          <p:spPr>
            <a:xfrm>
              <a:off x="2897253" y="3716566"/>
              <a:ext cx="103105" cy="92837"/>
            </a:xfrm>
            <a:custGeom>
              <a:avLst/>
              <a:gdLst/>
              <a:ahLst/>
              <a:cxnLst/>
              <a:rect l="l" t="t" r="r" b="b"/>
              <a:pathLst>
                <a:path w="2390" h="2152" fill="none" extrusionOk="0">
                  <a:moveTo>
                    <a:pt x="0" y="2023"/>
                  </a:moveTo>
                  <a:cubicBezTo>
                    <a:pt x="0" y="2023"/>
                    <a:pt x="1527" y="2152"/>
                    <a:pt x="2390" y="0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"/>
            <p:cNvSpPr/>
            <p:nvPr/>
          </p:nvSpPr>
          <p:spPr>
            <a:xfrm>
              <a:off x="3159027" y="3698577"/>
              <a:ext cx="30414" cy="105262"/>
            </a:xfrm>
            <a:custGeom>
              <a:avLst/>
              <a:gdLst/>
              <a:ahLst/>
              <a:cxnLst/>
              <a:rect l="l" t="t" r="r" b="b"/>
              <a:pathLst>
                <a:path w="705" h="2440" fill="none" extrusionOk="0">
                  <a:moveTo>
                    <a:pt x="0" y="2440"/>
                  </a:moveTo>
                  <a:cubicBezTo>
                    <a:pt x="0" y="2440"/>
                    <a:pt x="456" y="2321"/>
                    <a:pt x="536" y="2152"/>
                  </a:cubicBezTo>
                  <a:cubicBezTo>
                    <a:pt x="575" y="1984"/>
                    <a:pt x="704" y="1"/>
                    <a:pt x="704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"/>
            <p:cNvSpPr/>
            <p:nvPr/>
          </p:nvSpPr>
          <p:spPr>
            <a:xfrm>
              <a:off x="3273219" y="3716566"/>
              <a:ext cx="85590" cy="87272"/>
            </a:xfrm>
            <a:custGeom>
              <a:avLst/>
              <a:gdLst/>
              <a:ahLst/>
              <a:cxnLst/>
              <a:rect l="l" t="t" r="r" b="b"/>
              <a:pathLst>
                <a:path w="1984" h="2023" fill="none" extrusionOk="0">
                  <a:moveTo>
                    <a:pt x="40" y="0"/>
                  </a:moveTo>
                  <a:cubicBezTo>
                    <a:pt x="40" y="0"/>
                    <a:pt x="1" y="1735"/>
                    <a:pt x="1984" y="202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"/>
            <p:cNvSpPr/>
            <p:nvPr/>
          </p:nvSpPr>
          <p:spPr>
            <a:xfrm>
              <a:off x="3066190" y="2980390"/>
              <a:ext cx="133950" cy="127349"/>
            </a:xfrm>
            <a:custGeom>
              <a:avLst/>
              <a:gdLst/>
              <a:ahLst/>
              <a:cxnLst/>
              <a:rect l="l" t="t" r="r" b="b"/>
              <a:pathLst>
                <a:path w="3105" h="2952" extrusionOk="0">
                  <a:moveTo>
                    <a:pt x="586" y="1"/>
                  </a:moveTo>
                  <a:lnTo>
                    <a:pt x="1" y="2311"/>
                  </a:lnTo>
                  <a:cubicBezTo>
                    <a:pt x="1" y="2311"/>
                    <a:pt x="980" y="2952"/>
                    <a:pt x="1909" y="2952"/>
                  </a:cubicBezTo>
                  <a:cubicBezTo>
                    <a:pt x="2358" y="2952"/>
                    <a:pt x="2794" y="2803"/>
                    <a:pt x="3104" y="2361"/>
                  </a:cubicBezTo>
                  <a:lnTo>
                    <a:pt x="2975" y="744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"/>
            <p:cNvSpPr/>
            <p:nvPr/>
          </p:nvSpPr>
          <p:spPr>
            <a:xfrm>
              <a:off x="3091427" y="2890013"/>
              <a:ext cx="160438" cy="146245"/>
            </a:xfrm>
            <a:custGeom>
              <a:avLst/>
              <a:gdLst/>
              <a:ahLst/>
              <a:cxnLst/>
              <a:rect l="l" t="t" r="r" b="b"/>
              <a:pathLst>
                <a:path w="3719" h="3390" extrusionOk="0">
                  <a:moveTo>
                    <a:pt x="2039" y="0"/>
                  </a:moveTo>
                  <a:cubicBezTo>
                    <a:pt x="1457" y="0"/>
                    <a:pt x="665" y="141"/>
                    <a:pt x="209" y="817"/>
                  </a:cubicBezTo>
                  <a:cubicBezTo>
                    <a:pt x="1" y="1144"/>
                    <a:pt x="536" y="2879"/>
                    <a:pt x="903" y="3127"/>
                  </a:cubicBezTo>
                  <a:cubicBezTo>
                    <a:pt x="1106" y="3312"/>
                    <a:pt x="1432" y="3390"/>
                    <a:pt x="1768" y="3390"/>
                  </a:cubicBezTo>
                  <a:cubicBezTo>
                    <a:pt x="2187" y="3390"/>
                    <a:pt x="2621" y="3269"/>
                    <a:pt x="2846" y="3087"/>
                  </a:cubicBezTo>
                  <a:cubicBezTo>
                    <a:pt x="3719" y="2344"/>
                    <a:pt x="2767" y="73"/>
                    <a:pt x="2767" y="73"/>
                  </a:cubicBezTo>
                  <a:cubicBezTo>
                    <a:pt x="2767" y="73"/>
                    <a:pt x="2457" y="0"/>
                    <a:pt x="203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"/>
            <p:cNvSpPr/>
            <p:nvPr/>
          </p:nvSpPr>
          <p:spPr>
            <a:xfrm>
              <a:off x="3191080" y="2939321"/>
              <a:ext cx="18033" cy="39430"/>
            </a:xfrm>
            <a:custGeom>
              <a:avLst/>
              <a:gdLst/>
              <a:ahLst/>
              <a:cxnLst/>
              <a:rect l="l" t="t" r="r" b="b"/>
              <a:pathLst>
                <a:path w="418" h="914" fill="none" extrusionOk="0">
                  <a:moveTo>
                    <a:pt x="1" y="1"/>
                  </a:moveTo>
                  <a:cubicBezTo>
                    <a:pt x="1" y="1"/>
                    <a:pt x="417" y="536"/>
                    <a:pt x="417" y="705"/>
                  </a:cubicBezTo>
                  <a:cubicBezTo>
                    <a:pt x="417" y="873"/>
                    <a:pt x="1" y="913"/>
                    <a:pt x="1" y="91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"/>
            <p:cNvSpPr/>
            <p:nvPr/>
          </p:nvSpPr>
          <p:spPr>
            <a:xfrm>
              <a:off x="3166275" y="2985955"/>
              <a:ext cx="51811" cy="26919"/>
            </a:xfrm>
            <a:custGeom>
              <a:avLst/>
              <a:gdLst/>
              <a:ahLst/>
              <a:cxnLst/>
              <a:rect l="l" t="t" r="r" b="b"/>
              <a:pathLst>
                <a:path w="1201" h="624" extrusionOk="0">
                  <a:moveTo>
                    <a:pt x="1032" y="1"/>
                  </a:moveTo>
                  <a:lnTo>
                    <a:pt x="1" y="249"/>
                  </a:lnTo>
                  <a:cubicBezTo>
                    <a:pt x="1" y="249"/>
                    <a:pt x="202" y="624"/>
                    <a:pt x="582" y="624"/>
                  </a:cubicBezTo>
                  <a:cubicBezTo>
                    <a:pt x="656" y="624"/>
                    <a:pt x="737" y="610"/>
                    <a:pt x="824" y="576"/>
                  </a:cubicBezTo>
                  <a:cubicBezTo>
                    <a:pt x="1201" y="447"/>
                    <a:pt x="1032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"/>
            <p:cNvSpPr/>
            <p:nvPr/>
          </p:nvSpPr>
          <p:spPr>
            <a:xfrm>
              <a:off x="3203505" y="2927975"/>
              <a:ext cx="8369" cy="11562"/>
            </a:xfrm>
            <a:custGeom>
              <a:avLst/>
              <a:gdLst/>
              <a:ahLst/>
              <a:cxnLst/>
              <a:rect l="l" t="t" r="r" b="b"/>
              <a:pathLst>
                <a:path w="194" h="268" extrusionOk="0">
                  <a:moveTo>
                    <a:pt x="74" y="1"/>
                  </a:moveTo>
                  <a:cubicBezTo>
                    <a:pt x="49" y="1"/>
                    <a:pt x="0" y="39"/>
                    <a:pt x="0" y="105"/>
                  </a:cubicBezTo>
                  <a:cubicBezTo>
                    <a:pt x="0" y="145"/>
                    <a:pt x="40" y="185"/>
                    <a:pt x="40" y="224"/>
                  </a:cubicBezTo>
                  <a:cubicBezTo>
                    <a:pt x="59" y="255"/>
                    <a:pt x="88" y="267"/>
                    <a:pt x="115" y="267"/>
                  </a:cubicBezTo>
                  <a:cubicBezTo>
                    <a:pt x="157" y="267"/>
                    <a:pt x="194" y="234"/>
                    <a:pt x="169" y="185"/>
                  </a:cubicBezTo>
                  <a:cubicBezTo>
                    <a:pt x="169" y="145"/>
                    <a:pt x="129" y="105"/>
                    <a:pt x="90" y="16"/>
                  </a:cubicBezTo>
                  <a:cubicBezTo>
                    <a:pt x="90" y="6"/>
                    <a:pt x="84" y="1"/>
                    <a:pt x="7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"/>
            <p:cNvSpPr/>
            <p:nvPr/>
          </p:nvSpPr>
          <p:spPr>
            <a:xfrm>
              <a:off x="3192806" y="291110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1" y="248"/>
                  </a:moveTo>
                  <a:cubicBezTo>
                    <a:pt x="1" y="248"/>
                    <a:pt x="129" y="0"/>
                    <a:pt x="377" y="11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"/>
            <p:cNvSpPr/>
            <p:nvPr/>
          </p:nvSpPr>
          <p:spPr>
            <a:xfrm>
              <a:off x="3153894" y="2945921"/>
              <a:ext cx="7938" cy="11562"/>
            </a:xfrm>
            <a:custGeom>
              <a:avLst/>
              <a:gdLst/>
              <a:ahLst/>
              <a:cxnLst/>
              <a:rect l="l" t="t" r="r" b="b"/>
              <a:pathLst>
                <a:path w="184" h="268" extrusionOk="0">
                  <a:moveTo>
                    <a:pt x="77" y="0"/>
                  </a:moveTo>
                  <a:cubicBezTo>
                    <a:pt x="40" y="0"/>
                    <a:pt x="0" y="28"/>
                    <a:pt x="0" y="56"/>
                  </a:cubicBezTo>
                  <a:cubicBezTo>
                    <a:pt x="0" y="96"/>
                    <a:pt x="40" y="185"/>
                    <a:pt x="40" y="225"/>
                  </a:cubicBezTo>
                  <a:cubicBezTo>
                    <a:pt x="55" y="255"/>
                    <a:pt x="82" y="268"/>
                    <a:pt x="107" y="268"/>
                  </a:cubicBezTo>
                  <a:cubicBezTo>
                    <a:pt x="147" y="268"/>
                    <a:pt x="183" y="234"/>
                    <a:pt x="159" y="185"/>
                  </a:cubicBezTo>
                  <a:cubicBezTo>
                    <a:pt x="159" y="135"/>
                    <a:pt x="119" y="56"/>
                    <a:pt x="119" y="16"/>
                  </a:cubicBezTo>
                  <a:cubicBezTo>
                    <a:pt x="108" y="5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"/>
            <p:cNvSpPr/>
            <p:nvPr/>
          </p:nvSpPr>
          <p:spPr>
            <a:xfrm>
              <a:off x="3137630" y="2926940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496" y="80"/>
                  </a:moveTo>
                  <a:cubicBezTo>
                    <a:pt x="496" y="80"/>
                    <a:pt x="248" y="0"/>
                    <a:pt x="0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"/>
            <p:cNvSpPr/>
            <p:nvPr/>
          </p:nvSpPr>
          <p:spPr>
            <a:xfrm>
              <a:off x="3041384" y="2829704"/>
              <a:ext cx="199781" cy="186796"/>
            </a:xfrm>
            <a:custGeom>
              <a:avLst/>
              <a:gdLst/>
              <a:ahLst/>
              <a:cxnLst/>
              <a:rect l="l" t="t" r="r" b="b"/>
              <a:pathLst>
                <a:path w="4631" h="4330" extrusionOk="0">
                  <a:moveTo>
                    <a:pt x="2726" y="1"/>
                  </a:moveTo>
                  <a:cubicBezTo>
                    <a:pt x="2524" y="1"/>
                    <a:pt x="2328" y="54"/>
                    <a:pt x="2152" y="192"/>
                  </a:cubicBezTo>
                  <a:cubicBezTo>
                    <a:pt x="2112" y="232"/>
                    <a:pt x="2023" y="271"/>
                    <a:pt x="1984" y="311"/>
                  </a:cubicBezTo>
                  <a:cubicBezTo>
                    <a:pt x="1904" y="365"/>
                    <a:pt x="1812" y="380"/>
                    <a:pt x="1714" y="380"/>
                  </a:cubicBezTo>
                  <a:cubicBezTo>
                    <a:pt x="1588" y="380"/>
                    <a:pt x="1452" y="355"/>
                    <a:pt x="1320" y="355"/>
                  </a:cubicBezTo>
                  <a:cubicBezTo>
                    <a:pt x="1235" y="355"/>
                    <a:pt x="1151" y="366"/>
                    <a:pt x="1071" y="400"/>
                  </a:cubicBezTo>
                  <a:cubicBezTo>
                    <a:pt x="992" y="480"/>
                    <a:pt x="913" y="599"/>
                    <a:pt x="823" y="727"/>
                  </a:cubicBezTo>
                  <a:cubicBezTo>
                    <a:pt x="784" y="846"/>
                    <a:pt x="744" y="1015"/>
                    <a:pt x="625" y="1144"/>
                  </a:cubicBezTo>
                  <a:cubicBezTo>
                    <a:pt x="576" y="1184"/>
                    <a:pt x="496" y="1223"/>
                    <a:pt x="457" y="1263"/>
                  </a:cubicBezTo>
                  <a:cubicBezTo>
                    <a:pt x="129" y="1511"/>
                    <a:pt x="1" y="2006"/>
                    <a:pt x="169" y="2383"/>
                  </a:cubicBezTo>
                  <a:cubicBezTo>
                    <a:pt x="248" y="2542"/>
                    <a:pt x="328" y="2710"/>
                    <a:pt x="417" y="2919"/>
                  </a:cubicBezTo>
                  <a:cubicBezTo>
                    <a:pt x="457" y="2998"/>
                    <a:pt x="457" y="3077"/>
                    <a:pt x="496" y="3167"/>
                  </a:cubicBezTo>
                  <a:cubicBezTo>
                    <a:pt x="496" y="3246"/>
                    <a:pt x="536" y="3325"/>
                    <a:pt x="536" y="3454"/>
                  </a:cubicBezTo>
                  <a:cubicBezTo>
                    <a:pt x="625" y="3702"/>
                    <a:pt x="665" y="4029"/>
                    <a:pt x="913" y="4198"/>
                  </a:cubicBezTo>
                  <a:cubicBezTo>
                    <a:pt x="1024" y="4288"/>
                    <a:pt x="1157" y="4330"/>
                    <a:pt x="1270" y="4330"/>
                  </a:cubicBezTo>
                  <a:cubicBezTo>
                    <a:pt x="1368" y="4330"/>
                    <a:pt x="1451" y="4298"/>
                    <a:pt x="1488" y="4237"/>
                  </a:cubicBezTo>
                  <a:cubicBezTo>
                    <a:pt x="1567" y="4029"/>
                    <a:pt x="1369" y="3742"/>
                    <a:pt x="1280" y="3533"/>
                  </a:cubicBezTo>
                  <a:cubicBezTo>
                    <a:pt x="1200" y="3286"/>
                    <a:pt x="1448" y="3127"/>
                    <a:pt x="1567" y="2919"/>
                  </a:cubicBezTo>
                  <a:cubicBezTo>
                    <a:pt x="1656" y="2829"/>
                    <a:pt x="1736" y="2710"/>
                    <a:pt x="1815" y="2582"/>
                  </a:cubicBezTo>
                  <a:cubicBezTo>
                    <a:pt x="1865" y="2463"/>
                    <a:pt x="1815" y="2294"/>
                    <a:pt x="1904" y="2215"/>
                  </a:cubicBezTo>
                  <a:cubicBezTo>
                    <a:pt x="1949" y="2142"/>
                    <a:pt x="2010" y="2126"/>
                    <a:pt x="2076" y="2126"/>
                  </a:cubicBezTo>
                  <a:cubicBezTo>
                    <a:pt x="2126" y="2126"/>
                    <a:pt x="2180" y="2135"/>
                    <a:pt x="2231" y="2135"/>
                  </a:cubicBezTo>
                  <a:cubicBezTo>
                    <a:pt x="2519" y="2086"/>
                    <a:pt x="2608" y="1798"/>
                    <a:pt x="2807" y="1719"/>
                  </a:cubicBezTo>
                  <a:cubicBezTo>
                    <a:pt x="2855" y="1703"/>
                    <a:pt x="2905" y="1697"/>
                    <a:pt x="2957" y="1697"/>
                  </a:cubicBezTo>
                  <a:cubicBezTo>
                    <a:pt x="3169" y="1697"/>
                    <a:pt x="3400" y="1806"/>
                    <a:pt x="3600" y="1838"/>
                  </a:cubicBezTo>
                  <a:cubicBezTo>
                    <a:pt x="3708" y="1838"/>
                    <a:pt x="3823" y="1847"/>
                    <a:pt x="3939" y="1847"/>
                  </a:cubicBezTo>
                  <a:cubicBezTo>
                    <a:pt x="4090" y="1847"/>
                    <a:pt x="4243" y="1831"/>
                    <a:pt x="4383" y="1759"/>
                  </a:cubicBezTo>
                  <a:cubicBezTo>
                    <a:pt x="4462" y="1719"/>
                    <a:pt x="4542" y="1679"/>
                    <a:pt x="4591" y="1550"/>
                  </a:cubicBezTo>
                  <a:cubicBezTo>
                    <a:pt x="4631" y="1471"/>
                    <a:pt x="4631" y="1392"/>
                    <a:pt x="4631" y="1302"/>
                  </a:cubicBezTo>
                  <a:cubicBezTo>
                    <a:pt x="4631" y="1055"/>
                    <a:pt x="4591" y="807"/>
                    <a:pt x="4423" y="688"/>
                  </a:cubicBezTo>
                  <a:cubicBezTo>
                    <a:pt x="4215" y="519"/>
                    <a:pt x="3967" y="559"/>
                    <a:pt x="3798" y="400"/>
                  </a:cubicBezTo>
                  <a:cubicBezTo>
                    <a:pt x="3639" y="271"/>
                    <a:pt x="3600" y="192"/>
                    <a:pt x="3392" y="152"/>
                  </a:cubicBezTo>
                  <a:cubicBezTo>
                    <a:pt x="3174" y="64"/>
                    <a:pt x="2946" y="1"/>
                    <a:pt x="2726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"/>
            <p:cNvSpPr/>
            <p:nvPr/>
          </p:nvSpPr>
          <p:spPr>
            <a:xfrm>
              <a:off x="3075163" y="2956275"/>
              <a:ext cx="39430" cy="47670"/>
            </a:xfrm>
            <a:custGeom>
              <a:avLst/>
              <a:gdLst/>
              <a:ahLst/>
              <a:cxnLst/>
              <a:rect l="l" t="t" r="r" b="b"/>
              <a:pathLst>
                <a:path w="914" h="1105" extrusionOk="0">
                  <a:moveTo>
                    <a:pt x="399" y="0"/>
                  </a:moveTo>
                  <a:cubicBezTo>
                    <a:pt x="327" y="0"/>
                    <a:pt x="262" y="39"/>
                    <a:pt x="209" y="104"/>
                  </a:cubicBezTo>
                  <a:cubicBezTo>
                    <a:pt x="1" y="312"/>
                    <a:pt x="249" y="847"/>
                    <a:pt x="378" y="937"/>
                  </a:cubicBezTo>
                  <a:cubicBezTo>
                    <a:pt x="529" y="1041"/>
                    <a:pt x="659" y="1104"/>
                    <a:pt x="753" y="1104"/>
                  </a:cubicBezTo>
                  <a:cubicBezTo>
                    <a:pt x="838" y="1104"/>
                    <a:pt x="894" y="1054"/>
                    <a:pt x="913" y="937"/>
                  </a:cubicBezTo>
                  <a:lnTo>
                    <a:pt x="744" y="272"/>
                  </a:lnTo>
                  <a:cubicBezTo>
                    <a:pt x="622" y="79"/>
                    <a:pt x="502" y="0"/>
                    <a:pt x="39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"/>
            <p:cNvSpPr/>
            <p:nvPr/>
          </p:nvSpPr>
          <p:spPr>
            <a:xfrm>
              <a:off x="3130339" y="3021459"/>
              <a:ext cx="64235" cy="19715"/>
            </a:xfrm>
            <a:custGeom>
              <a:avLst/>
              <a:gdLst/>
              <a:ahLst/>
              <a:cxnLst/>
              <a:rect l="l" t="t" r="r" b="b"/>
              <a:pathLst>
                <a:path w="1489" h="457" fill="none" extrusionOk="0">
                  <a:moveTo>
                    <a:pt x="1488" y="328"/>
                  </a:moveTo>
                  <a:cubicBezTo>
                    <a:pt x="705" y="457"/>
                    <a:pt x="1" y="1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"/>
            <p:cNvSpPr/>
            <p:nvPr/>
          </p:nvSpPr>
          <p:spPr>
            <a:xfrm>
              <a:off x="3194532" y="2912833"/>
              <a:ext cx="35979" cy="37230"/>
            </a:xfrm>
            <a:custGeom>
              <a:avLst/>
              <a:gdLst/>
              <a:ahLst/>
              <a:cxnLst/>
              <a:rect l="l" t="t" r="r" b="b"/>
              <a:pathLst>
                <a:path w="834" h="863" fill="none" extrusionOk="0">
                  <a:moveTo>
                    <a:pt x="833" y="407"/>
                  </a:moveTo>
                  <a:cubicBezTo>
                    <a:pt x="833" y="655"/>
                    <a:pt x="665" y="863"/>
                    <a:pt x="417" y="863"/>
                  </a:cubicBezTo>
                  <a:cubicBezTo>
                    <a:pt x="169" y="863"/>
                    <a:pt x="0" y="655"/>
                    <a:pt x="0" y="407"/>
                  </a:cubicBezTo>
                  <a:cubicBezTo>
                    <a:pt x="0" y="159"/>
                    <a:pt x="169" y="0"/>
                    <a:pt x="417" y="0"/>
                  </a:cubicBezTo>
                  <a:cubicBezTo>
                    <a:pt x="665" y="0"/>
                    <a:pt x="833" y="159"/>
                    <a:pt x="833" y="40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"/>
            <p:cNvSpPr/>
            <p:nvPr/>
          </p:nvSpPr>
          <p:spPr>
            <a:xfrm>
              <a:off x="3141038" y="2935913"/>
              <a:ext cx="35979" cy="37273"/>
            </a:xfrm>
            <a:custGeom>
              <a:avLst/>
              <a:gdLst/>
              <a:ahLst/>
              <a:cxnLst/>
              <a:rect l="l" t="t" r="r" b="b"/>
              <a:pathLst>
                <a:path w="834" h="864" fill="none" extrusionOk="0">
                  <a:moveTo>
                    <a:pt x="834" y="417"/>
                  </a:moveTo>
                  <a:cubicBezTo>
                    <a:pt x="834" y="665"/>
                    <a:pt x="665" y="863"/>
                    <a:pt x="417" y="863"/>
                  </a:cubicBezTo>
                  <a:cubicBezTo>
                    <a:pt x="169" y="863"/>
                    <a:pt x="1" y="665"/>
                    <a:pt x="1" y="417"/>
                  </a:cubicBezTo>
                  <a:cubicBezTo>
                    <a:pt x="1" y="169"/>
                    <a:pt x="169" y="1"/>
                    <a:pt x="417" y="1"/>
                  </a:cubicBezTo>
                  <a:cubicBezTo>
                    <a:pt x="665" y="1"/>
                    <a:pt x="834" y="169"/>
                    <a:pt x="834" y="41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"/>
            <p:cNvSpPr/>
            <p:nvPr/>
          </p:nvSpPr>
          <p:spPr>
            <a:xfrm>
              <a:off x="3176974" y="2937639"/>
              <a:ext cx="17601" cy="10742"/>
            </a:xfrm>
            <a:custGeom>
              <a:avLst/>
              <a:gdLst/>
              <a:ahLst/>
              <a:cxnLst/>
              <a:rect l="l" t="t" r="r" b="b"/>
              <a:pathLst>
                <a:path w="408" h="249" fill="none" extrusionOk="0">
                  <a:moveTo>
                    <a:pt x="1" y="248"/>
                  </a:moveTo>
                  <a:lnTo>
                    <a:pt x="407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"/>
            <p:cNvSpPr/>
            <p:nvPr/>
          </p:nvSpPr>
          <p:spPr>
            <a:xfrm>
              <a:off x="3102125" y="2957310"/>
              <a:ext cx="41112" cy="7291"/>
            </a:xfrm>
            <a:custGeom>
              <a:avLst/>
              <a:gdLst/>
              <a:ahLst/>
              <a:cxnLst/>
              <a:rect l="l" t="t" r="r" b="b"/>
              <a:pathLst>
                <a:path w="953" h="169" fill="none" extrusionOk="0">
                  <a:moveTo>
                    <a:pt x="952" y="16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"/>
            <p:cNvSpPr/>
            <p:nvPr/>
          </p:nvSpPr>
          <p:spPr>
            <a:xfrm>
              <a:off x="2839920" y="3065936"/>
              <a:ext cx="482952" cy="645116"/>
            </a:xfrm>
            <a:custGeom>
              <a:avLst/>
              <a:gdLst/>
              <a:ahLst/>
              <a:cxnLst/>
              <a:rect l="l" t="t" r="r" b="b"/>
              <a:pathLst>
                <a:path w="11195" h="14954" extrusionOk="0">
                  <a:moveTo>
                    <a:pt x="5335" y="1"/>
                  </a:moveTo>
                  <a:cubicBezTo>
                    <a:pt x="0" y="1121"/>
                    <a:pt x="536" y="14953"/>
                    <a:pt x="536" y="14953"/>
                  </a:cubicBezTo>
                  <a:lnTo>
                    <a:pt x="11076" y="14953"/>
                  </a:lnTo>
                  <a:cubicBezTo>
                    <a:pt x="11076" y="14953"/>
                    <a:pt x="11195" y="12147"/>
                    <a:pt x="10947" y="6485"/>
                  </a:cubicBezTo>
                  <a:cubicBezTo>
                    <a:pt x="10699" y="784"/>
                    <a:pt x="8349" y="328"/>
                    <a:pt x="8349" y="328"/>
                  </a:cubicBezTo>
                  <a:cubicBezTo>
                    <a:pt x="8349" y="328"/>
                    <a:pt x="8197" y="668"/>
                    <a:pt x="7264" y="668"/>
                  </a:cubicBezTo>
                  <a:cubicBezTo>
                    <a:pt x="7215" y="668"/>
                    <a:pt x="7163" y="667"/>
                    <a:pt x="7110" y="665"/>
                  </a:cubicBezTo>
                  <a:cubicBezTo>
                    <a:pt x="5702" y="576"/>
                    <a:pt x="5335" y="1"/>
                    <a:pt x="5335" y="1"/>
                  </a:cubicBezTo>
                  <a:close/>
                </a:path>
              </a:pathLst>
            </a:custGeom>
            <a:solidFill>
              <a:srgbClr val="454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"/>
            <p:cNvSpPr/>
            <p:nvPr/>
          </p:nvSpPr>
          <p:spPr>
            <a:xfrm>
              <a:off x="3043110" y="3074952"/>
              <a:ext cx="198056" cy="42795"/>
            </a:xfrm>
            <a:custGeom>
              <a:avLst/>
              <a:gdLst/>
              <a:ahLst/>
              <a:cxnLst/>
              <a:rect l="l" t="t" r="r" b="b"/>
              <a:pathLst>
                <a:path w="4591" h="992" fill="none" extrusionOk="0">
                  <a:moveTo>
                    <a:pt x="0" y="0"/>
                  </a:moveTo>
                  <a:cubicBezTo>
                    <a:pt x="0" y="0"/>
                    <a:pt x="417" y="952"/>
                    <a:pt x="2608" y="952"/>
                  </a:cubicBezTo>
                  <a:cubicBezTo>
                    <a:pt x="4056" y="992"/>
                    <a:pt x="4591" y="456"/>
                    <a:pt x="4591" y="45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"/>
            <p:cNvSpPr/>
            <p:nvPr/>
          </p:nvSpPr>
          <p:spPr>
            <a:xfrm>
              <a:off x="3437065" y="3613031"/>
              <a:ext cx="210480" cy="196675"/>
            </a:xfrm>
            <a:custGeom>
              <a:avLst/>
              <a:gdLst/>
              <a:ahLst/>
              <a:cxnLst/>
              <a:rect l="l" t="t" r="r" b="b"/>
              <a:pathLst>
                <a:path w="4879" h="4559" extrusionOk="0">
                  <a:moveTo>
                    <a:pt x="2152" y="1"/>
                  </a:moveTo>
                  <a:lnTo>
                    <a:pt x="0" y="1656"/>
                  </a:lnTo>
                  <a:cubicBezTo>
                    <a:pt x="1395" y="3089"/>
                    <a:pt x="2862" y="4558"/>
                    <a:pt x="3119" y="4558"/>
                  </a:cubicBezTo>
                  <a:cubicBezTo>
                    <a:pt x="3129" y="4558"/>
                    <a:pt x="3137" y="4556"/>
                    <a:pt x="3143" y="4552"/>
                  </a:cubicBezTo>
                  <a:cubicBezTo>
                    <a:pt x="3262" y="4462"/>
                    <a:pt x="2806" y="3808"/>
                    <a:pt x="2519" y="3471"/>
                  </a:cubicBezTo>
                  <a:lnTo>
                    <a:pt x="2519" y="3471"/>
                  </a:lnTo>
                  <a:cubicBezTo>
                    <a:pt x="2987" y="3939"/>
                    <a:pt x="3535" y="4558"/>
                    <a:pt x="3728" y="4558"/>
                  </a:cubicBezTo>
                  <a:cubicBezTo>
                    <a:pt x="3739" y="4558"/>
                    <a:pt x="3749" y="4556"/>
                    <a:pt x="3758" y="4552"/>
                  </a:cubicBezTo>
                  <a:cubicBezTo>
                    <a:pt x="3927" y="4423"/>
                    <a:pt x="3391" y="3679"/>
                    <a:pt x="3054" y="3263"/>
                  </a:cubicBezTo>
                  <a:lnTo>
                    <a:pt x="3054" y="3263"/>
                  </a:lnTo>
                  <a:cubicBezTo>
                    <a:pt x="3409" y="3580"/>
                    <a:pt x="4195" y="4513"/>
                    <a:pt x="4393" y="4513"/>
                  </a:cubicBezTo>
                  <a:cubicBezTo>
                    <a:pt x="4405" y="4513"/>
                    <a:pt x="4415" y="4510"/>
                    <a:pt x="4422" y="4502"/>
                  </a:cubicBezTo>
                  <a:cubicBezTo>
                    <a:pt x="4631" y="4383"/>
                    <a:pt x="3550" y="3015"/>
                    <a:pt x="3550" y="3015"/>
                  </a:cubicBezTo>
                  <a:lnTo>
                    <a:pt x="3550" y="3015"/>
                  </a:lnTo>
                  <a:cubicBezTo>
                    <a:pt x="3550" y="3015"/>
                    <a:pt x="4405" y="4000"/>
                    <a:pt x="4683" y="4000"/>
                  </a:cubicBezTo>
                  <a:cubicBezTo>
                    <a:pt x="4712" y="4000"/>
                    <a:pt x="4735" y="3990"/>
                    <a:pt x="4750" y="3967"/>
                  </a:cubicBezTo>
                  <a:cubicBezTo>
                    <a:pt x="4879" y="3808"/>
                    <a:pt x="3847" y="2727"/>
                    <a:pt x="3887" y="2569"/>
                  </a:cubicBezTo>
                  <a:cubicBezTo>
                    <a:pt x="3892" y="2549"/>
                    <a:pt x="3905" y="2541"/>
                    <a:pt x="3925" y="2541"/>
                  </a:cubicBezTo>
                  <a:cubicBezTo>
                    <a:pt x="4059" y="2541"/>
                    <a:pt x="4502" y="2923"/>
                    <a:pt x="4660" y="2923"/>
                  </a:cubicBezTo>
                  <a:cubicBezTo>
                    <a:pt x="4684" y="2923"/>
                    <a:pt x="4701" y="2915"/>
                    <a:pt x="4710" y="2896"/>
                  </a:cubicBezTo>
                  <a:cubicBezTo>
                    <a:pt x="4789" y="2688"/>
                    <a:pt x="2727" y="784"/>
                    <a:pt x="215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"/>
            <p:cNvSpPr/>
            <p:nvPr/>
          </p:nvSpPr>
          <p:spPr>
            <a:xfrm>
              <a:off x="3556391" y="3695168"/>
              <a:ext cx="30414" cy="15876"/>
            </a:xfrm>
            <a:custGeom>
              <a:avLst/>
              <a:gdLst/>
              <a:ahLst/>
              <a:cxnLst/>
              <a:rect l="l" t="t" r="r" b="b"/>
              <a:pathLst>
                <a:path w="705" h="368" fill="none" extrusionOk="0">
                  <a:moveTo>
                    <a:pt x="1" y="119"/>
                  </a:moveTo>
                  <a:lnTo>
                    <a:pt x="1" y="0"/>
                  </a:lnTo>
                  <a:cubicBezTo>
                    <a:pt x="209" y="209"/>
                    <a:pt x="417" y="327"/>
                    <a:pt x="705" y="367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"/>
            <p:cNvSpPr/>
            <p:nvPr/>
          </p:nvSpPr>
          <p:spPr>
            <a:xfrm>
              <a:off x="3515322" y="3700302"/>
              <a:ext cx="23598" cy="51811"/>
            </a:xfrm>
            <a:custGeom>
              <a:avLst/>
              <a:gdLst/>
              <a:ahLst/>
              <a:cxnLst/>
              <a:rect l="l" t="t" r="r" b="b"/>
              <a:pathLst>
                <a:path w="547" h="1201" fill="none" extrusionOk="0">
                  <a:moveTo>
                    <a:pt x="1" y="0"/>
                  </a:moveTo>
                  <a:cubicBezTo>
                    <a:pt x="298" y="377"/>
                    <a:pt x="457" y="793"/>
                    <a:pt x="546" y="1200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"/>
            <p:cNvSpPr/>
            <p:nvPr/>
          </p:nvSpPr>
          <p:spPr>
            <a:xfrm>
              <a:off x="3200097" y="3080085"/>
              <a:ext cx="388433" cy="665176"/>
            </a:xfrm>
            <a:custGeom>
              <a:avLst/>
              <a:gdLst/>
              <a:ahLst/>
              <a:cxnLst/>
              <a:rect l="l" t="t" r="r" b="b"/>
              <a:pathLst>
                <a:path w="9004" h="15419" extrusionOk="0">
                  <a:moveTo>
                    <a:pt x="0" y="0"/>
                  </a:moveTo>
                  <a:lnTo>
                    <a:pt x="1527" y="9261"/>
                  </a:lnTo>
                  <a:cubicBezTo>
                    <a:pt x="2895" y="11948"/>
                    <a:pt x="6614" y="15418"/>
                    <a:pt x="6614" y="15418"/>
                  </a:cubicBezTo>
                  <a:lnTo>
                    <a:pt x="9003" y="13435"/>
                  </a:lnTo>
                  <a:cubicBezTo>
                    <a:pt x="9003" y="13435"/>
                    <a:pt x="6237" y="10124"/>
                    <a:pt x="5493" y="8309"/>
                  </a:cubicBezTo>
                  <a:cubicBezTo>
                    <a:pt x="4710" y="6495"/>
                    <a:pt x="4829" y="4591"/>
                    <a:pt x="3798" y="2360"/>
                  </a:cubicBezTo>
                  <a:cubicBezTo>
                    <a:pt x="2767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"/>
            <p:cNvSpPr/>
            <p:nvPr/>
          </p:nvSpPr>
          <p:spPr>
            <a:xfrm>
              <a:off x="3200097" y="3080085"/>
              <a:ext cx="165571" cy="668584"/>
            </a:xfrm>
            <a:custGeom>
              <a:avLst/>
              <a:gdLst/>
              <a:ahLst/>
              <a:cxnLst/>
              <a:rect l="l" t="t" r="r" b="b"/>
              <a:pathLst>
                <a:path w="3838" h="154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456" y="1904"/>
                    <a:pt x="704" y="4918"/>
                  </a:cubicBezTo>
                  <a:cubicBezTo>
                    <a:pt x="952" y="7893"/>
                    <a:pt x="704" y="15498"/>
                    <a:pt x="704" y="15498"/>
                  </a:cubicBezTo>
                  <a:lnTo>
                    <a:pt x="3837" y="15418"/>
                  </a:lnTo>
                  <a:cubicBezTo>
                    <a:pt x="3837" y="10709"/>
                    <a:pt x="2935" y="2439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"/>
            <p:cNvSpPr/>
            <p:nvPr/>
          </p:nvSpPr>
          <p:spPr>
            <a:xfrm>
              <a:off x="2845485" y="3065936"/>
              <a:ext cx="261817" cy="681051"/>
            </a:xfrm>
            <a:custGeom>
              <a:avLst/>
              <a:gdLst/>
              <a:ahLst/>
              <a:cxnLst/>
              <a:rect l="l" t="t" r="r" b="b"/>
              <a:pathLst>
                <a:path w="6069" h="15787" extrusionOk="0">
                  <a:moveTo>
                    <a:pt x="5206" y="1"/>
                  </a:moveTo>
                  <a:cubicBezTo>
                    <a:pt x="5206" y="1"/>
                    <a:pt x="1983" y="1488"/>
                    <a:pt x="1111" y="4294"/>
                  </a:cubicBezTo>
                  <a:cubicBezTo>
                    <a:pt x="209" y="7070"/>
                    <a:pt x="0" y="15786"/>
                    <a:pt x="0" y="15786"/>
                  </a:cubicBezTo>
                  <a:lnTo>
                    <a:pt x="5117" y="15786"/>
                  </a:lnTo>
                  <a:cubicBezTo>
                    <a:pt x="5117" y="15786"/>
                    <a:pt x="6068" y="3511"/>
                    <a:pt x="5206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"/>
            <p:cNvSpPr/>
            <p:nvPr/>
          </p:nvSpPr>
          <p:spPr>
            <a:xfrm>
              <a:off x="2986208" y="3349535"/>
              <a:ext cx="313585" cy="365353"/>
            </a:xfrm>
            <a:custGeom>
              <a:avLst/>
              <a:gdLst/>
              <a:ahLst/>
              <a:cxnLst/>
              <a:rect l="l" t="t" r="r" b="b"/>
              <a:pathLst>
                <a:path w="7269" h="8469" extrusionOk="0">
                  <a:moveTo>
                    <a:pt x="2231" y="1"/>
                  </a:moveTo>
                  <a:lnTo>
                    <a:pt x="0" y="6773"/>
                  </a:lnTo>
                  <a:lnTo>
                    <a:pt x="5037" y="8468"/>
                  </a:lnTo>
                  <a:lnTo>
                    <a:pt x="7268" y="164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rgbClr val="E8E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"/>
            <p:cNvSpPr/>
            <p:nvPr/>
          </p:nvSpPr>
          <p:spPr>
            <a:xfrm>
              <a:off x="3130339" y="3354021"/>
              <a:ext cx="128385" cy="59706"/>
            </a:xfrm>
            <a:custGeom>
              <a:avLst/>
              <a:gdLst/>
              <a:ahLst/>
              <a:cxnLst/>
              <a:rect l="l" t="t" r="r" b="b"/>
              <a:pathLst>
                <a:path w="2976" h="1384" extrusionOk="0">
                  <a:moveTo>
                    <a:pt x="253" y="0"/>
                  </a:moveTo>
                  <a:cubicBezTo>
                    <a:pt x="209" y="0"/>
                    <a:pt x="159" y="37"/>
                    <a:pt x="130" y="95"/>
                  </a:cubicBezTo>
                  <a:lnTo>
                    <a:pt x="1" y="432"/>
                  </a:lnTo>
                  <a:lnTo>
                    <a:pt x="2857" y="1384"/>
                  </a:lnTo>
                  <a:lnTo>
                    <a:pt x="2976" y="1007"/>
                  </a:lnTo>
                  <a:cubicBezTo>
                    <a:pt x="2976" y="968"/>
                    <a:pt x="2936" y="888"/>
                    <a:pt x="2896" y="839"/>
                  </a:cubicBezTo>
                  <a:lnTo>
                    <a:pt x="298" y="16"/>
                  </a:lnTo>
                  <a:cubicBezTo>
                    <a:pt x="285" y="5"/>
                    <a:pt x="270" y="0"/>
                    <a:pt x="253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"/>
            <p:cNvSpPr/>
            <p:nvPr/>
          </p:nvSpPr>
          <p:spPr>
            <a:xfrm>
              <a:off x="3180425" y="3344401"/>
              <a:ext cx="44520" cy="36367"/>
            </a:xfrm>
            <a:custGeom>
              <a:avLst/>
              <a:gdLst/>
              <a:ahLst/>
              <a:cxnLst/>
              <a:rect l="l" t="t" r="r" b="b"/>
              <a:pathLst>
                <a:path w="1032" h="843" extrusionOk="0">
                  <a:moveTo>
                    <a:pt x="487" y="224"/>
                  </a:moveTo>
                  <a:cubicBezTo>
                    <a:pt x="516" y="224"/>
                    <a:pt x="546" y="229"/>
                    <a:pt x="575" y="239"/>
                  </a:cubicBezTo>
                  <a:cubicBezTo>
                    <a:pt x="704" y="278"/>
                    <a:pt x="744" y="368"/>
                    <a:pt x="704" y="487"/>
                  </a:cubicBezTo>
                  <a:cubicBezTo>
                    <a:pt x="704" y="552"/>
                    <a:pt x="615" y="625"/>
                    <a:pt x="517" y="625"/>
                  </a:cubicBezTo>
                  <a:cubicBezTo>
                    <a:pt x="497" y="625"/>
                    <a:pt x="476" y="622"/>
                    <a:pt x="456" y="615"/>
                  </a:cubicBezTo>
                  <a:cubicBezTo>
                    <a:pt x="327" y="566"/>
                    <a:pt x="288" y="447"/>
                    <a:pt x="327" y="368"/>
                  </a:cubicBezTo>
                  <a:cubicBezTo>
                    <a:pt x="327" y="270"/>
                    <a:pt x="400" y="224"/>
                    <a:pt x="487" y="224"/>
                  </a:cubicBezTo>
                  <a:close/>
                  <a:moveTo>
                    <a:pt x="482" y="1"/>
                  </a:moveTo>
                  <a:cubicBezTo>
                    <a:pt x="303" y="1"/>
                    <a:pt x="146" y="92"/>
                    <a:pt x="79" y="278"/>
                  </a:cubicBezTo>
                  <a:cubicBezTo>
                    <a:pt x="0" y="487"/>
                    <a:pt x="169" y="734"/>
                    <a:pt x="377" y="814"/>
                  </a:cubicBezTo>
                  <a:cubicBezTo>
                    <a:pt x="431" y="833"/>
                    <a:pt x="486" y="842"/>
                    <a:pt x="539" y="842"/>
                  </a:cubicBezTo>
                  <a:cubicBezTo>
                    <a:pt x="726" y="842"/>
                    <a:pt x="890" y="728"/>
                    <a:pt x="952" y="566"/>
                  </a:cubicBezTo>
                  <a:cubicBezTo>
                    <a:pt x="1031" y="318"/>
                    <a:pt x="873" y="70"/>
                    <a:pt x="664" y="30"/>
                  </a:cubicBezTo>
                  <a:cubicBezTo>
                    <a:pt x="603" y="11"/>
                    <a:pt x="541" y="1"/>
                    <a:pt x="482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"/>
            <p:cNvSpPr/>
            <p:nvPr/>
          </p:nvSpPr>
          <p:spPr>
            <a:xfrm>
              <a:off x="3091427" y="3486416"/>
              <a:ext cx="220747" cy="115960"/>
            </a:xfrm>
            <a:custGeom>
              <a:avLst/>
              <a:gdLst/>
              <a:ahLst/>
              <a:cxnLst/>
              <a:rect l="l" t="t" r="r" b="b"/>
              <a:pathLst>
                <a:path w="5117" h="2688" extrusionOk="0">
                  <a:moveTo>
                    <a:pt x="249" y="1"/>
                  </a:moveTo>
                  <a:lnTo>
                    <a:pt x="1" y="2688"/>
                  </a:lnTo>
                  <a:cubicBezTo>
                    <a:pt x="2023" y="2648"/>
                    <a:pt x="4215" y="2569"/>
                    <a:pt x="4254" y="2400"/>
                  </a:cubicBezTo>
                  <a:cubicBezTo>
                    <a:pt x="4254" y="2232"/>
                    <a:pt x="3471" y="2152"/>
                    <a:pt x="3055" y="2113"/>
                  </a:cubicBezTo>
                  <a:cubicBezTo>
                    <a:pt x="3719" y="2113"/>
                    <a:pt x="4621" y="2113"/>
                    <a:pt x="4671" y="1944"/>
                  </a:cubicBezTo>
                  <a:cubicBezTo>
                    <a:pt x="4710" y="1736"/>
                    <a:pt x="3798" y="1617"/>
                    <a:pt x="3263" y="1577"/>
                  </a:cubicBezTo>
                  <a:cubicBezTo>
                    <a:pt x="3759" y="1537"/>
                    <a:pt x="5077" y="1617"/>
                    <a:pt x="5077" y="1448"/>
                  </a:cubicBezTo>
                  <a:cubicBezTo>
                    <a:pt x="5117" y="1200"/>
                    <a:pt x="3431" y="1042"/>
                    <a:pt x="3431" y="1042"/>
                  </a:cubicBezTo>
                  <a:lnTo>
                    <a:pt x="3431" y="1042"/>
                  </a:lnTo>
                  <a:cubicBezTo>
                    <a:pt x="3431" y="1042"/>
                    <a:pt x="3523" y="1044"/>
                    <a:pt x="3662" y="1044"/>
                  </a:cubicBezTo>
                  <a:cubicBezTo>
                    <a:pt x="4096" y="1044"/>
                    <a:pt x="4988" y="1021"/>
                    <a:pt x="4958" y="833"/>
                  </a:cubicBezTo>
                  <a:cubicBezTo>
                    <a:pt x="4919" y="625"/>
                    <a:pt x="3382" y="625"/>
                    <a:pt x="3302" y="496"/>
                  </a:cubicBezTo>
                  <a:cubicBezTo>
                    <a:pt x="3183" y="377"/>
                    <a:pt x="4175" y="298"/>
                    <a:pt x="4125" y="90"/>
                  </a:cubicBezTo>
                  <a:cubicBezTo>
                    <a:pt x="4096" y="27"/>
                    <a:pt x="3683" y="11"/>
                    <a:pt x="3127" y="11"/>
                  </a:cubicBezTo>
                  <a:cubicBezTo>
                    <a:pt x="2546" y="11"/>
                    <a:pt x="1810" y="29"/>
                    <a:pt x="1192" y="29"/>
                  </a:cubicBezTo>
                  <a:cubicBezTo>
                    <a:pt x="812" y="29"/>
                    <a:pt x="476" y="22"/>
                    <a:pt x="24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"/>
            <p:cNvSpPr/>
            <p:nvPr/>
          </p:nvSpPr>
          <p:spPr>
            <a:xfrm>
              <a:off x="2709895" y="3065936"/>
              <a:ext cx="433341" cy="546023"/>
            </a:xfrm>
            <a:custGeom>
              <a:avLst/>
              <a:gdLst/>
              <a:ahLst/>
              <a:cxnLst/>
              <a:rect l="l" t="t" r="r" b="b"/>
              <a:pathLst>
                <a:path w="10045" h="12657" extrusionOk="0">
                  <a:moveTo>
                    <a:pt x="8333" y="1"/>
                  </a:moveTo>
                  <a:cubicBezTo>
                    <a:pt x="8065" y="1"/>
                    <a:pt x="4499" y="38"/>
                    <a:pt x="3431" y="1984"/>
                  </a:cubicBezTo>
                  <a:cubicBezTo>
                    <a:pt x="1656" y="5038"/>
                    <a:pt x="0" y="11612"/>
                    <a:pt x="1775" y="12276"/>
                  </a:cubicBezTo>
                  <a:cubicBezTo>
                    <a:pt x="2664" y="12585"/>
                    <a:pt x="4969" y="12656"/>
                    <a:pt x="6913" y="12656"/>
                  </a:cubicBezTo>
                  <a:cubicBezTo>
                    <a:pt x="8588" y="12656"/>
                    <a:pt x="9995" y="12603"/>
                    <a:pt x="9995" y="12603"/>
                  </a:cubicBezTo>
                  <a:lnTo>
                    <a:pt x="10044" y="9420"/>
                  </a:lnTo>
                  <a:cubicBezTo>
                    <a:pt x="10044" y="9420"/>
                    <a:pt x="5582" y="9252"/>
                    <a:pt x="5285" y="8756"/>
                  </a:cubicBezTo>
                  <a:cubicBezTo>
                    <a:pt x="4997" y="8221"/>
                    <a:pt x="6277" y="5583"/>
                    <a:pt x="6277" y="5583"/>
                  </a:cubicBezTo>
                  <a:lnTo>
                    <a:pt x="8349" y="1"/>
                  </a:lnTo>
                  <a:cubicBezTo>
                    <a:pt x="8349" y="1"/>
                    <a:pt x="8343" y="1"/>
                    <a:pt x="83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"/>
            <p:cNvSpPr/>
            <p:nvPr/>
          </p:nvSpPr>
          <p:spPr>
            <a:xfrm>
              <a:off x="2925467" y="3293928"/>
              <a:ext cx="121525" cy="167728"/>
            </a:xfrm>
            <a:custGeom>
              <a:avLst/>
              <a:gdLst/>
              <a:ahLst/>
              <a:cxnLst/>
              <a:rect l="l" t="t" r="r" b="b"/>
              <a:pathLst>
                <a:path w="2817" h="3888" fill="none" extrusionOk="0">
                  <a:moveTo>
                    <a:pt x="2816" y="3888"/>
                  </a:moveTo>
                  <a:cubicBezTo>
                    <a:pt x="2816" y="3888"/>
                    <a:pt x="338" y="3640"/>
                    <a:pt x="209" y="3352"/>
                  </a:cubicBezTo>
                  <a:cubicBezTo>
                    <a:pt x="0" y="2817"/>
                    <a:pt x="1448" y="1"/>
                    <a:pt x="1448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"/>
            <p:cNvSpPr/>
            <p:nvPr/>
          </p:nvSpPr>
          <p:spPr>
            <a:xfrm>
              <a:off x="3333529" y="3238752"/>
              <a:ext cx="27006" cy="372600"/>
            </a:xfrm>
            <a:custGeom>
              <a:avLst/>
              <a:gdLst/>
              <a:ahLst/>
              <a:cxnLst/>
              <a:rect l="l" t="t" r="r" b="b"/>
              <a:pathLst>
                <a:path w="626" h="8637" fill="none" extrusionOk="0">
                  <a:moveTo>
                    <a:pt x="625" y="8637"/>
                  </a:moveTo>
                  <a:cubicBezTo>
                    <a:pt x="377" y="4215"/>
                    <a:pt x="298" y="913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"/>
            <p:cNvSpPr/>
            <p:nvPr/>
          </p:nvSpPr>
          <p:spPr>
            <a:xfrm>
              <a:off x="2850618" y="3609623"/>
              <a:ext cx="144605" cy="3451"/>
            </a:xfrm>
            <a:custGeom>
              <a:avLst/>
              <a:gdLst/>
              <a:ahLst/>
              <a:cxnLst/>
              <a:rect l="l" t="t" r="r" b="b"/>
              <a:pathLst>
                <a:path w="3352" h="80" fill="none" extrusionOk="0">
                  <a:moveTo>
                    <a:pt x="3352" y="8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"/>
            <p:cNvSpPr/>
            <p:nvPr/>
          </p:nvSpPr>
          <p:spPr>
            <a:xfrm>
              <a:off x="3848967" y="4587854"/>
              <a:ext cx="284940" cy="303317"/>
            </a:xfrm>
            <a:custGeom>
              <a:avLst/>
              <a:gdLst/>
              <a:ahLst/>
              <a:cxnLst/>
              <a:rect l="l" t="t" r="r" b="b"/>
              <a:pathLst>
                <a:path w="6605" h="7031" extrusionOk="0">
                  <a:moveTo>
                    <a:pt x="2767" y="1"/>
                  </a:moveTo>
                  <a:lnTo>
                    <a:pt x="2846" y="5256"/>
                  </a:lnTo>
                  <a:lnTo>
                    <a:pt x="159" y="6446"/>
                  </a:lnTo>
                  <a:cubicBezTo>
                    <a:pt x="80" y="6495"/>
                    <a:pt x="1" y="6614"/>
                    <a:pt x="1" y="6693"/>
                  </a:cubicBezTo>
                  <a:cubicBezTo>
                    <a:pt x="1" y="6862"/>
                    <a:pt x="120" y="6991"/>
                    <a:pt x="288" y="6991"/>
                  </a:cubicBezTo>
                  <a:lnTo>
                    <a:pt x="6485" y="7031"/>
                  </a:lnTo>
                  <a:lnTo>
                    <a:pt x="6396" y="5454"/>
                  </a:lnTo>
                  <a:lnTo>
                    <a:pt x="6604" y="417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"/>
            <p:cNvSpPr/>
            <p:nvPr/>
          </p:nvSpPr>
          <p:spPr>
            <a:xfrm>
              <a:off x="3832703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80" y="1647"/>
                  </a:cubicBezTo>
                  <a:cubicBezTo>
                    <a:pt x="80" y="1686"/>
                    <a:pt x="1" y="2390"/>
                    <a:pt x="169" y="2390"/>
                  </a:cubicBezTo>
                  <a:lnTo>
                    <a:pt x="7021" y="2390"/>
                  </a:lnTo>
                  <a:cubicBezTo>
                    <a:pt x="7110" y="2390"/>
                    <a:pt x="7190" y="2311"/>
                    <a:pt x="7190" y="2271"/>
                  </a:cubicBezTo>
                  <a:lnTo>
                    <a:pt x="6823" y="120"/>
                  </a:lnTo>
                  <a:cubicBezTo>
                    <a:pt x="6823" y="120"/>
                    <a:pt x="6048" y="309"/>
                    <a:pt x="5087" y="309"/>
                  </a:cubicBezTo>
                  <a:cubicBezTo>
                    <a:pt x="4491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"/>
            <p:cNvSpPr/>
            <p:nvPr/>
          </p:nvSpPr>
          <p:spPr>
            <a:xfrm>
              <a:off x="3945213" y="4818004"/>
              <a:ext cx="17601" cy="30371"/>
            </a:xfrm>
            <a:custGeom>
              <a:avLst/>
              <a:gdLst/>
              <a:ahLst/>
              <a:cxnLst/>
              <a:rect l="l" t="t" r="r" b="b"/>
              <a:pathLst>
                <a:path w="408" h="704" fill="none" extrusionOk="0">
                  <a:moveTo>
                    <a:pt x="1" y="0"/>
                  </a:moveTo>
                  <a:cubicBezTo>
                    <a:pt x="159" y="208"/>
                    <a:pt x="288" y="456"/>
                    <a:pt x="40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"/>
            <p:cNvSpPr/>
            <p:nvPr/>
          </p:nvSpPr>
          <p:spPr>
            <a:xfrm>
              <a:off x="3930675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1" y="1"/>
                  </a:moveTo>
                  <a:cubicBezTo>
                    <a:pt x="169" y="209"/>
                    <a:pt x="209" y="328"/>
                    <a:pt x="338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"/>
            <p:cNvSpPr/>
            <p:nvPr/>
          </p:nvSpPr>
          <p:spPr>
            <a:xfrm>
              <a:off x="3916568" y="4833793"/>
              <a:ext cx="14150" cy="23598"/>
            </a:xfrm>
            <a:custGeom>
              <a:avLst/>
              <a:gdLst/>
              <a:ahLst/>
              <a:cxnLst/>
              <a:rect l="l" t="t" r="r" b="b"/>
              <a:pathLst>
                <a:path w="328" h="547" fill="none" extrusionOk="0">
                  <a:moveTo>
                    <a:pt x="0" y="1"/>
                  </a:moveTo>
                  <a:cubicBezTo>
                    <a:pt x="119" y="169"/>
                    <a:pt x="248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"/>
            <p:cNvSpPr/>
            <p:nvPr/>
          </p:nvSpPr>
          <p:spPr>
            <a:xfrm>
              <a:off x="3836155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"/>
            <p:cNvSpPr/>
            <p:nvPr/>
          </p:nvSpPr>
          <p:spPr>
            <a:xfrm>
              <a:off x="4053883" y="4851782"/>
              <a:ext cx="78299" cy="44520"/>
            </a:xfrm>
            <a:custGeom>
              <a:avLst/>
              <a:gdLst/>
              <a:ahLst/>
              <a:cxnLst/>
              <a:rect l="l" t="t" r="r" b="b"/>
              <a:pathLst>
                <a:path w="1815" h="1032" fill="none" extrusionOk="0">
                  <a:moveTo>
                    <a:pt x="1815" y="0"/>
                  </a:moveTo>
                  <a:cubicBezTo>
                    <a:pt x="1815" y="0"/>
                    <a:pt x="15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"/>
            <p:cNvSpPr/>
            <p:nvPr/>
          </p:nvSpPr>
          <p:spPr>
            <a:xfrm>
              <a:off x="3875499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7" y="665"/>
                    <a:pt x="536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"/>
            <p:cNvSpPr/>
            <p:nvPr/>
          </p:nvSpPr>
          <p:spPr>
            <a:xfrm>
              <a:off x="4219412" y="4587854"/>
              <a:ext cx="279763" cy="303317"/>
            </a:xfrm>
            <a:custGeom>
              <a:avLst/>
              <a:gdLst/>
              <a:ahLst/>
              <a:cxnLst/>
              <a:rect l="l" t="t" r="r" b="b"/>
              <a:pathLst>
                <a:path w="6485" h="7031" extrusionOk="0">
                  <a:moveTo>
                    <a:pt x="2112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88" y="6991"/>
                  </a:cubicBezTo>
                  <a:lnTo>
                    <a:pt x="6485" y="7031"/>
                  </a:lnTo>
                  <a:lnTo>
                    <a:pt x="6445" y="5454"/>
                  </a:lnTo>
                  <a:lnTo>
                    <a:pt x="5950" y="41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"/>
            <p:cNvSpPr/>
            <p:nvPr/>
          </p:nvSpPr>
          <p:spPr>
            <a:xfrm>
              <a:off x="4203579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07" y="1191"/>
                  </a:lnTo>
                  <a:cubicBezTo>
                    <a:pt x="288" y="1240"/>
                    <a:pt x="159" y="1488"/>
                    <a:pt x="80" y="1647"/>
                  </a:cubicBezTo>
                  <a:cubicBezTo>
                    <a:pt x="80" y="1686"/>
                    <a:pt x="0" y="2390"/>
                    <a:pt x="159" y="2390"/>
                  </a:cubicBezTo>
                  <a:lnTo>
                    <a:pt x="7060" y="2390"/>
                  </a:lnTo>
                  <a:cubicBezTo>
                    <a:pt x="7100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"/>
            <p:cNvSpPr/>
            <p:nvPr/>
          </p:nvSpPr>
          <p:spPr>
            <a:xfrm>
              <a:off x="4315657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8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"/>
            <p:cNvSpPr/>
            <p:nvPr/>
          </p:nvSpPr>
          <p:spPr>
            <a:xfrm>
              <a:off x="4301550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0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"/>
            <p:cNvSpPr/>
            <p:nvPr/>
          </p:nvSpPr>
          <p:spPr>
            <a:xfrm>
              <a:off x="4287400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4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"/>
            <p:cNvSpPr/>
            <p:nvPr/>
          </p:nvSpPr>
          <p:spPr>
            <a:xfrm>
              <a:off x="4206987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"/>
            <p:cNvSpPr/>
            <p:nvPr/>
          </p:nvSpPr>
          <p:spPr>
            <a:xfrm>
              <a:off x="4424284" y="4851782"/>
              <a:ext cx="78774" cy="44520"/>
            </a:xfrm>
            <a:custGeom>
              <a:avLst/>
              <a:gdLst/>
              <a:ahLst/>
              <a:cxnLst/>
              <a:rect l="l" t="t" r="r" b="b"/>
              <a:pathLst>
                <a:path w="1826" h="1032" fill="none" extrusionOk="0">
                  <a:moveTo>
                    <a:pt x="1825" y="0"/>
                  </a:moveTo>
                  <a:cubicBezTo>
                    <a:pt x="1825" y="0"/>
                    <a:pt x="169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"/>
            <p:cNvSpPr/>
            <p:nvPr/>
          </p:nvSpPr>
          <p:spPr>
            <a:xfrm>
              <a:off x="4246374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"/>
            <p:cNvSpPr/>
            <p:nvPr/>
          </p:nvSpPr>
          <p:spPr>
            <a:xfrm>
              <a:off x="4130414" y="3602332"/>
              <a:ext cx="392315" cy="1185358"/>
            </a:xfrm>
            <a:custGeom>
              <a:avLst/>
              <a:gdLst/>
              <a:ahLst/>
              <a:cxnLst/>
              <a:rect l="l" t="t" r="r" b="b"/>
              <a:pathLst>
                <a:path w="9094" h="27477" extrusionOk="0">
                  <a:moveTo>
                    <a:pt x="5702" y="209"/>
                  </a:moveTo>
                  <a:lnTo>
                    <a:pt x="5871" y="1240"/>
                  </a:lnTo>
                  <a:cubicBezTo>
                    <a:pt x="5871" y="1240"/>
                    <a:pt x="6694" y="2361"/>
                    <a:pt x="7021" y="4383"/>
                  </a:cubicBezTo>
                  <a:cubicBezTo>
                    <a:pt x="7646" y="7854"/>
                    <a:pt x="9093" y="27476"/>
                    <a:pt x="9093" y="27476"/>
                  </a:cubicBezTo>
                  <a:lnTo>
                    <a:pt x="3888" y="27476"/>
                  </a:lnTo>
                  <a:cubicBezTo>
                    <a:pt x="3888" y="27476"/>
                    <a:pt x="536" y="3927"/>
                    <a:pt x="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"/>
            <p:cNvSpPr/>
            <p:nvPr/>
          </p:nvSpPr>
          <p:spPr>
            <a:xfrm>
              <a:off x="3928949" y="3577527"/>
              <a:ext cx="340547" cy="1210163"/>
            </a:xfrm>
            <a:custGeom>
              <a:avLst/>
              <a:gdLst/>
              <a:ahLst/>
              <a:cxnLst/>
              <a:rect l="l" t="t" r="r" b="b"/>
              <a:pathLst>
                <a:path w="7894" h="28052" extrusionOk="0">
                  <a:moveTo>
                    <a:pt x="1369" y="1"/>
                  </a:moveTo>
                  <a:cubicBezTo>
                    <a:pt x="1" y="6981"/>
                    <a:pt x="80" y="28051"/>
                    <a:pt x="80" y="28051"/>
                  </a:cubicBezTo>
                  <a:lnTo>
                    <a:pt x="5375" y="28051"/>
                  </a:lnTo>
                  <a:cubicBezTo>
                    <a:pt x="5375" y="28051"/>
                    <a:pt x="6575" y="1984"/>
                    <a:pt x="789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"/>
            <p:cNvSpPr/>
            <p:nvPr/>
          </p:nvSpPr>
          <p:spPr>
            <a:xfrm>
              <a:off x="4292534" y="4750404"/>
              <a:ext cx="226356" cy="43"/>
            </a:xfrm>
            <a:custGeom>
              <a:avLst/>
              <a:gdLst/>
              <a:ahLst/>
              <a:cxnLst/>
              <a:rect l="l" t="t" r="r" b="b"/>
              <a:pathLst>
                <a:path w="5247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"/>
            <p:cNvSpPr/>
            <p:nvPr/>
          </p:nvSpPr>
          <p:spPr>
            <a:xfrm>
              <a:off x="3936240" y="4750404"/>
              <a:ext cx="226312" cy="43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"/>
            <p:cNvSpPr/>
            <p:nvPr/>
          </p:nvSpPr>
          <p:spPr>
            <a:xfrm>
              <a:off x="4118032" y="3942832"/>
              <a:ext cx="60353" cy="844854"/>
            </a:xfrm>
            <a:custGeom>
              <a:avLst/>
              <a:gdLst/>
              <a:ahLst/>
              <a:cxnLst/>
              <a:rect l="l" t="t" r="r" b="b"/>
              <a:pathLst>
                <a:path w="1399" h="19584" fill="none" extrusionOk="0">
                  <a:moveTo>
                    <a:pt x="1398" y="0"/>
                  </a:moveTo>
                  <a:cubicBezTo>
                    <a:pt x="288" y="8924"/>
                    <a:pt x="0" y="19583"/>
                    <a:pt x="0" y="19583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"/>
            <p:cNvSpPr/>
            <p:nvPr/>
          </p:nvSpPr>
          <p:spPr>
            <a:xfrm>
              <a:off x="3975152" y="3657508"/>
              <a:ext cx="410261" cy="28731"/>
            </a:xfrm>
            <a:custGeom>
              <a:avLst/>
              <a:gdLst/>
              <a:ahLst/>
              <a:cxnLst/>
              <a:rect l="l" t="t" r="r" b="b"/>
              <a:pathLst>
                <a:path w="9510" h="666" fill="none" extrusionOk="0">
                  <a:moveTo>
                    <a:pt x="9510" y="1"/>
                  </a:moveTo>
                  <a:cubicBezTo>
                    <a:pt x="9510" y="1"/>
                    <a:pt x="5048" y="665"/>
                    <a:pt x="1" y="9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"/>
            <p:cNvSpPr/>
            <p:nvPr/>
          </p:nvSpPr>
          <p:spPr>
            <a:xfrm>
              <a:off x="4151811" y="3673771"/>
              <a:ext cx="50086" cy="432910"/>
            </a:xfrm>
            <a:custGeom>
              <a:avLst/>
              <a:gdLst/>
              <a:ahLst/>
              <a:cxnLst/>
              <a:rect l="l" t="t" r="r" b="b"/>
              <a:pathLst>
                <a:path w="1161" h="10035" fill="none" extrusionOk="0">
                  <a:moveTo>
                    <a:pt x="1161" y="10035"/>
                  </a:moveTo>
                  <a:cubicBezTo>
                    <a:pt x="1161" y="10035"/>
                    <a:pt x="1" y="2688"/>
                    <a:pt x="120" y="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"/>
            <p:cNvSpPr/>
            <p:nvPr/>
          </p:nvSpPr>
          <p:spPr>
            <a:xfrm>
              <a:off x="4130414" y="3673771"/>
              <a:ext cx="30414" cy="103579"/>
            </a:xfrm>
            <a:custGeom>
              <a:avLst/>
              <a:gdLst/>
              <a:ahLst/>
              <a:cxnLst/>
              <a:rect l="l" t="t" r="r" b="b"/>
              <a:pathLst>
                <a:path w="705" h="2401" fill="none" extrusionOk="0">
                  <a:moveTo>
                    <a:pt x="1" y="1"/>
                  </a:moveTo>
                  <a:cubicBezTo>
                    <a:pt x="1" y="1"/>
                    <a:pt x="41" y="2152"/>
                    <a:pt x="120" y="2231"/>
                  </a:cubicBezTo>
                  <a:cubicBezTo>
                    <a:pt x="209" y="2311"/>
                    <a:pt x="705" y="2400"/>
                    <a:pt x="705" y="240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"/>
            <p:cNvSpPr/>
            <p:nvPr/>
          </p:nvSpPr>
          <p:spPr>
            <a:xfrm>
              <a:off x="4347710" y="3664798"/>
              <a:ext cx="144648" cy="1119440"/>
            </a:xfrm>
            <a:custGeom>
              <a:avLst/>
              <a:gdLst/>
              <a:ahLst/>
              <a:cxnLst/>
              <a:rect l="l" t="t" r="r" b="b"/>
              <a:pathLst>
                <a:path w="3353" h="25949" fill="none" extrusionOk="0">
                  <a:moveTo>
                    <a:pt x="1" y="0"/>
                  </a:moveTo>
                  <a:cubicBezTo>
                    <a:pt x="1" y="0"/>
                    <a:pt x="665" y="1071"/>
                    <a:pt x="992" y="3352"/>
                  </a:cubicBezTo>
                  <a:cubicBezTo>
                    <a:pt x="1369" y="5622"/>
                    <a:pt x="3352" y="25949"/>
                    <a:pt x="3352" y="25949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"/>
            <p:cNvSpPr/>
            <p:nvPr/>
          </p:nvSpPr>
          <p:spPr>
            <a:xfrm>
              <a:off x="4276745" y="3668206"/>
              <a:ext cx="97971" cy="66349"/>
            </a:xfrm>
            <a:custGeom>
              <a:avLst/>
              <a:gdLst/>
              <a:ahLst/>
              <a:cxnLst/>
              <a:rect l="l" t="t" r="r" b="b"/>
              <a:pathLst>
                <a:path w="2271" h="1538" fill="none" extrusionOk="0">
                  <a:moveTo>
                    <a:pt x="0" y="1"/>
                  </a:moveTo>
                  <a:cubicBezTo>
                    <a:pt x="0" y="1"/>
                    <a:pt x="783" y="1081"/>
                    <a:pt x="2271" y="1537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"/>
            <p:cNvSpPr/>
            <p:nvPr/>
          </p:nvSpPr>
          <p:spPr>
            <a:xfrm>
              <a:off x="4246374" y="3629294"/>
              <a:ext cx="43" cy="41112"/>
            </a:xfrm>
            <a:custGeom>
              <a:avLst/>
              <a:gdLst/>
              <a:ahLst/>
              <a:cxnLst/>
              <a:rect l="l" t="t" r="r" b="b"/>
              <a:pathLst>
                <a:path w="1" h="953" fill="none" extrusionOk="0">
                  <a:moveTo>
                    <a:pt x="0" y="95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"/>
            <p:cNvSpPr/>
            <p:nvPr/>
          </p:nvSpPr>
          <p:spPr>
            <a:xfrm>
              <a:off x="4057291" y="3622004"/>
              <a:ext cx="43" cy="44520"/>
            </a:xfrm>
            <a:custGeom>
              <a:avLst/>
              <a:gdLst/>
              <a:ahLst/>
              <a:cxnLst/>
              <a:rect l="l" t="t" r="r" b="b"/>
              <a:pathLst>
                <a:path w="1" h="1032" fill="none" extrusionOk="0">
                  <a:moveTo>
                    <a:pt x="0" y="1032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"/>
            <p:cNvSpPr/>
            <p:nvPr/>
          </p:nvSpPr>
          <p:spPr>
            <a:xfrm>
              <a:off x="3968336" y="3666481"/>
              <a:ext cx="64192" cy="50129"/>
            </a:xfrm>
            <a:custGeom>
              <a:avLst/>
              <a:gdLst/>
              <a:ahLst/>
              <a:cxnLst/>
              <a:rect l="l" t="t" r="r" b="b"/>
              <a:pathLst>
                <a:path w="1488" h="1162" fill="none" extrusionOk="0">
                  <a:moveTo>
                    <a:pt x="1487" y="1"/>
                  </a:moveTo>
                  <a:cubicBezTo>
                    <a:pt x="1487" y="1"/>
                    <a:pt x="783" y="1121"/>
                    <a:pt x="0" y="116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"/>
            <p:cNvSpPr/>
            <p:nvPr/>
          </p:nvSpPr>
          <p:spPr>
            <a:xfrm>
              <a:off x="4092795" y="3014211"/>
              <a:ext cx="112552" cy="119670"/>
            </a:xfrm>
            <a:custGeom>
              <a:avLst/>
              <a:gdLst/>
              <a:ahLst/>
              <a:cxnLst/>
              <a:rect l="l" t="t" r="r" b="b"/>
              <a:pathLst>
                <a:path w="2609" h="2774" extrusionOk="0">
                  <a:moveTo>
                    <a:pt x="2529" y="0"/>
                  </a:moveTo>
                  <a:lnTo>
                    <a:pt x="50" y="744"/>
                  </a:lnTo>
                  <a:lnTo>
                    <a:pt x="0" y="2072"/>
                  </a:lnTo>
                  <a:cubicBezTo>
                    <a:pt x="0" y="2072"/>
                    <a:pt x="373" y="2774"/>
                    <a:pt x="1186" y="2774"/>
                  </a:cubicBezTo>
                  <a:cubicBezTo>
                    <a:pt x="1232" y="2774"/>
                    <a:pt x="1280" y="2771"/>
                    <a:pt x="1329" y="2766"/>
                  </a:cubicBezTo>
                  <a:cubicBezTo>
                    <a:pt x="2321" y="2647"/>
                    <a:pt x="2608" y="2023"/>
                    <a:pt x="2608" y="2023"/>
                  </a:cubicBezTo>
                  <a:lnTo>
                    <a:pt x="2529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"/>
            <p:cNvSpPr/>
            <p:nvPr/>
          </p:nvSpPr>
          <p:spPr>
            <a:xfrm>
              <a:off x="4039345" y="2869694"/>
              <a:ext cx="181188" cy="190808"/>
            </a:xfrm>
            <a:custGeom>
              <a:avLst/>
              <a:gdLst/>
              <a:ahLst/>
              <a:cxnLst/>
              <a:rect l="l" t="t" r="r" b="b"/>
              <a:pathLst>
                <a:path w="4200" h="4423" extrusionOk="0">
                  <a:moveTo>
                    <a:pt x="2460" y="0"/>
                  </a:moveTo>
                  <a:cubicBezTo>
                    <a:pt x="2121" y="0"/>
                    <a:pt x="1748" y="172"/>
                    <a:pt x="1368" y="584"/>
                  </a:cubicBezTo>
                  <a:cubicBezTo>
                    <a:pt x="793" y="1248"/>
                    <a:pt x="0" y="3598"/>
                    <a:pt x="1041" y="4183"/>
                  </a:cubicBezTo>
                  <a:cubicBezTo>
                    <a:pt x="1349" y="4342"/>
                    <a:pt x="1677" y="4423"/>
                    <a:pt x="1998" y="4423"/>
                  </a:cubicBezTo>
                  <a:cubicBezTo>
                    <a:pt x="2834" y="4423"/>
                    <a:pt x="3622" y="3878"/>
                    <a:pt x="3887" y="2775"/>
                  </a:cubicBezTo>
                  <a:cubicBezTo>
                    <a:pt x="4200" y="1561"/>
                    <a:pt x="3483" y="0"/>
                    <a:pt x="2460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"/>
            <p:cNvSpPr/>
            <p:nvPr/>
          </p:nvSpPr>
          <p:spPr>
            <a:xfrm>
              <a:off x="4094909" y="3032157"/>
              <a:ext cx="81750" cy="37273"/>
            </a:xfrm>
            <a:custGeom>
              <a:avLst/>
              <a:gdLst/>
              <a:ahLst/>
              <a:cxnLst/>
              <a:rect l="l" t="t" r="r" b="b"/>
              <a:pathLst>
                <a:path w="1895" h="864" fill="none" extrusionOk="0">
                  <a:moveTo>
                    <a:pt x="1" y="576"/>
                  </a:moveTo>
                  <a:cubicBezTo>
                    <a:pt x="1" y="576"/>
                    <a:pt x="784" y="863"/>
                    <a:pt x="1895" y="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"/>
            <p:cNvSpPr/>
            <p:nvPr/>
          </p:nvSpPr>
          <p:spPr>
            <a:xfrm>
              <a:off x="4201854" y="2982115"/>
              <a:ext cx="43" cy="4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"/>
            <p:cNvSpPr/>
            <p:nvPr/>
          </p:nvSpPr>
          <p:spPr>
            <a:xfrm>
              <a:off x="4200430" y="2982115"/>
              <a:ext cx="1467" cy="820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34" y="0"/>
                  </a:moveTo>
                  <a:cubicBezTo>
                    <a:pt x="1" y="0"/>
                    <a:pt x="12" y="18"/>
                    <a:pt x="23" y="18"/>
                  </a:cubicBezTo>
                  <a:cubicBezTo>
                    <a:pt x="28" y="18"/>
                    <a:pt x="34" y="14"/>
                    <a:pt x="34" y="0"/>
                  </a:cubicBez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"/>
            <p:cNvSpPr/>
            <p:nvPr/>
          </p:nvSpPr>
          <p:spPr>
            <a:xfrm>
              <a:off x="4062856" y="2863137"/>
              <a:ext cx="195942" cy="174199"/>
            </a:xfrm>
            <a:custGeom>
              <a:avLst/>
              <a:gdLst/>
              <a:ahLst/>
              <a:cxnLst/>
              <a:rect l="l" t="t" r="r" b="b"/>
              <a:pathLst>
                <a:path w="4542" h="4038" extrusionOk="0">
                  <a:moveTo>
                    <a:pt x="1380" y="1"/>
                  </a:moveTo>
                  <a:cubicBezTo>
                    <a:pt x="682" y="1"/>
                    <a:pt x="31" y="584"/>
                    <a:pt x="0" y="1192"/>
                  </a:cubicBezTo>
                  <a:cubicBezTo>
                    <a:pt x="367" y="1519"/>
                    <a:pt x="2390" y="1688"/>
                    <a:pt x="2390" y="1688"/>
                  </a:cubicBezTo>
                  <a:cubicBezTo>
                    <a:pt x="2390" y="1688"/>
                    <a:pt x="2271" y="2600"/>
                    <a:pt x="3134" y="4038"/>
                  </a:cubicBezTo>
                  <a:cubicBezTo>
                    <a:pt x="3917" y="3750"/>
                    <a:pt x="4542" y="2600"/>
                    <a:pt x="4373" y="1688"/>
                  </a:cubicBezTo>
                  <a:cubicBezTo>
                    <a:pt x="4240" y="1064"/>
                    <a:pt x="3661" y="36"/>
                    <a:pt x="2629" y="36"/>
                  </a:cubicBezTo>
                  <a:cubicBezTo>
                    <a:pt x="2431" y="36"/>
                    <a:pt x="2216" y="74"/>
                    <a:pt x="1983" y="161"/>
                  </a:cubicBezTo>
                  <a:cubicBezTo>
                    <a:pt x="1788" y="49"/>
                    <a:pt x="1582" y="1"/>
                    <a:pt x="138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"/>
            <p:cNvSpPr/>
            <p:nvPr/>
          </p:nvSpPr>
          <p:spPr>
            <a:xfrm>
              <a:off x="4205305" y="2843163"/>
              <a:ext cx="71440" cy="64149"/>
            </a:xfrm>
            <a:custGeom>
              <a:avLst/>
              <a:gdLst/>
              <a:ahLst/>
              <a:cxnLst/>
              <a:rect l="l" t="t" r="r" b="b"/>
              <a:pathLst>
                <a:path w="1656" h="1487" extrusionOk="0">
                  <a:moveTo>
                    <a:pt x="792" y="1"/>
                  </a:moveTo>
                  <a:cubicBezTo>
                    <a:pt x="563" y="1"/>
                    <a:pt x="344" y="100"/>
                    <a:pt x="208" y="287"/>
                  </a:cubicBezTo>
                  <a:cubicBezTo>
                    <a:pt x="79" y="455"/>
                    <a:pt x="0" y="703"/>
                    <a:pt x="119" y="872"/>
                  </a:cubicBezTo>
                  <a:lnTo>
                    <a:pt x="456" y="1328"/>
                  </a:lnTo>
                  <a:cubicBezTo>
                    <a:pt x="536" y="1447"/>
                    <a:pt x="704" y="1486"/>
                    <a:pt x="823" y="1486"/>
                  </a:cubicBezTo>
                  <a:cubicBezTo>
                    <a:pt x="1200" y="1447"/>
                    <a:pt x="1487" y="1328"/>
                    <a:pt x="1567" y="951"/>
                  </a:cubicBezTo>
                  <a:cubicBezTo>
                    <a:pt x="1656" y="624"/>
                    <a:pt x="1487" y="207"/>
                    <a:pt x="1160" y="88"/>
                  </a:cubicBezTo>
                  <a:cubicBezTo>
                    <a:pt x="1042" y="29"/>
                    <a:pt x="916" y="1"/>
                    <a:pt x="79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"/>
            <p:cNvSpPr/>
            <p:nvPr/>
          </p:nvSpPr>
          <p:spPr>
            <a:xfrm>
              <a:off x="4267729" y="2849677"/>
              <a:ext cx="49654" cy="54098"/>
            </a:xfrm>
            <a:custGeom>
              <a:avLst/>
              <a:gdLst/>
              <a:ahLst/>
              <a:cxnLst/>
              <a:rect l="l" t="t" r="r" b="b"/>
              <a:pathLst>
                <a:path w="1151" h="1254" extrusionOk="0">
                  <a:moveTo>
                    <a:pt x="501" y="1"/>
                  </a:moveTo>
                  <a:cubicBezTo>
                    <a:pt x="414" y="1"/>
                    <a:pt x="327" y="18"/>
                    <a:pt x="249" y="56"/>
                  </a:cubicBezTo>
                  <a:cubicBezTo>
                    <a:pt x="80" y="136"/>
                    <a:pt x="1" y="264"/>
                    <a:pt x="1" y="433"/>
                  </a:cubicBezTo>
                  <a:lnTo>
                    <a:pt x="1" y="968"/>
                  </a:lnTo>
                  <a:cubicBezTo>
                    <a:pt x="1" y="1048"/>
                    <a:pt x="80" y="1177"/>
                    <a:pt x="209" y="1216"/>
                  </a:cubicBezTo>
                  <a:cubicBezTo>
                    <a:pt x="283" y="1240"/>
                    <a:pt x="365" y="1253"/>
                    <a:pt x="447" y="1253"/>
                  </a:cubicBezTo>
                  <a:cubicBezTo>
                    <a:pt x="639" y="1253"/>
                    <a:pt x="835" y="1182"/>
                    <a:pt x="953" y="1008"/>
                  </a:cubicBezTo>
                  <a:cubicBezTo>
                    <a:pt x="1151" y="800"/>
                    <a:pt x="1151" y="473"/>
                    <a:pt x="992" y="225"/>
                  </a:cubicBezTo>
                  <a:cubicBezTo>
                    <a:pt x="877" y="83"/>
                    <a:pt x="688" y="1"/>
                    <a:pt x="501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"/>
            <p:cNvSpPr/>
            <p:nvPr/>
          </p:nvSpPr>
          <p:spPr>
            <a:xfrm>
              <a:off x="4306684" y="2868788"/>
              <a:ext cx="39387" cy="38955"/>
            </a:xfrm>
            <a:custGeom>
              <a:avLst/>
              <a:gdLst/>
              <a:ahLst/>
              <a:cxnLst/>
              <a:rect l="l" t="t" r="r" b="b"/>
              <a:pathLst>
                <a:path w="913" h="903" extrusionOk="0">
                  <a:moveTo>
                    <a:pt x="432" y="0"/>
                  </a:moveTo>
                  <a:cubicBezTo>
                    <a:pt x="387" y="0"/>
                    <a:pt x="342" y="10"/>
                    <a:pt x="298" y="30"/>
                  </a:cubicBezTo>
                  <a:cubicBezTo>
                    <a:pt x="169" y="30"/>
                    <a:pt x="89" y="149"/>
                    <a:pt x="89" y="238"/>
                  </a:cubicBezTo>
                  <a:lnTo>
                    <a:pt x="0" y="605"/>
                  </a:lnTo>
                  <a:cubicBezTo>
                    <a:pt x="0" y="684"/>
                    <a:pt x="50" y="773"/>
                    <a:pt x="129" y="813"/>
                  </a:cubicBezTo>
                  <a:cubicBezTo>
                    <a:pt x="213" y="872"/>
                    <a:pt x="317" y="902"/>
                    <a:pt x="420" y="902"/>
                  </a:cubicBezTo>
                  <a:cubicBezTo>
                    <a:pt x="523" y="902"/>
                    <a:pt x="625" y="872"/>
                    <a:pt x="704" y="813"/>
                  </a:cubicBezTo>
                  <a:cubicBezTo>
                    <a:pt x="833" y="684"/>
                    <a:pt x="912" y="436"/>
                    <a:pt x="833" y="238"/>
                  </a:cubicBezTo>
                  <a:cubicBezTo>
                    <a:pt x="733" y="107"/>
                    <a:pt x="586" y="0"/>
                    <a:pt x="432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"/>
            <p:cNvSpPr/>
            <p:nvPr/>
          </p:nvSpPr>
          <p:spPr>
            <a:xfrm>
              <a:off x="4326356" y="2891436"/>
              <a:ext cx="33822" cy="28257"/>
            </a:xfrm>
            <a:custGeom>
              <a:avLst/>
              <a:gdLst/>
              <a:ahLst/>
              <a:cxnLst/>
              <a:rect l="l" t="t" r="r" b="b"/>
              <a:pathLst>
                <a:path w="784" h="655" extrusionOk="0">
                  <a:moveTo>
                    <a:pt x="536" y="0"/>
                  </a:moveTo>
                  <a:cubicBezTo>
                    <a:pt x="456" y="0"/>
                    <a:pt x="377" y="0"/>
                    <a:pt x="337" y="80"/>
                  </a:cubicBezTo>
                  <a:lnTo>
                    <a:pt x="208" y="119"/>
                  </a:lnTo>
                  <a:cubicBezTo>
                    <a:pt x="0" y="367"/>
                    <a:pt x="208" y="655"/>
                    <a:pt x="496" y="655"/>
                  </a:cubicBezTo>
                  <a:cubicBezTo>
                    <a:pt x="625" y="615"/>
                    <a:pt x="744" y="496"/>
                    <a:pt x="784" y="328"/>
                  </a:cubicBezTo>
                  <a:cubicBezTo>
                    <a:pt x="784" y="209"/>
                    <a:pt x="704" y="40"/>
                    <a:pt x="536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"/>
            <p:cNvSpPr/>
            <p:nvPr/>
          </p:nvSpPr>
          <p:spPr>
            <a:xfrm>
              <a:off x="4349436" y="2905543"/>
              <a:ext cx="28688" cy="41112"/>
            </a:xfrm>
            <a:custGeom>
              <a:avLst/>
              <a:gdLst/>
              <a:ahLst/>
              <a:cxnLst/>
              <a:rect l="l" t="t" r="r" b="b"/>
              <a:pathLst>
                <a:path w="665" h="953" extrusionOk="0">
                  <a:moveTo>
                    <a:pt x="50" y="1"/>
                  </a:moveTo>
                  <a:lnTo>
                    <a:pt x="1" y="248"/>
                  </a:lnTo>
                  <a:cubicBezTo>
                    <a:pt x="1" y="457"/>
                    <a:pt x="1" y="705"/>
                    <a:pt x="50" y="913"/>
                  </a:cubicBezTo>
                  <a:lnTo>
                    <a:pt x="50" y="952"/>
                  </a:lnTo>
                  <a:cubicBezTo>
                    <a:pt x="209" y="913"/>
                    <a:pt x="377" y="873"/>
                    <a:pt x="546" y="873"/>
                  </a:cubicBezTo>
                  <a:cubicBezTo>
                    <a:pt x="586" y="824"/>
                    <a:pt x="625" y="824"/>
                    <a:pt x="665" y="784"/>
                  </a:cubicBezTo>
                  <a:lnTo>
                    <a:pt x="665" y="744"/>
                  </a:lnTo>
                  <a:cubicBezTo>
                    <a:pt x="665" y="576"/>
                    <a:pt x="586" y="417"/>
                    <a:pt x="457" y="288"/>
                  </a:cubicBezTo>
                  <a:cubicBezTo>
                    <a:pt x="338" y="169"/>
                    <a:pt x="209" y="40"/>
                    <a:pt x="5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"/>
            <p:cNvSpPr/>
            <p:nvPr/>
          </p:nvSpPr>
          <p:spPr>
            <a:xfrm>
              <a:off x="4160784" y="2980260"/>
              <a:ext cx="35375" cy="49740"/>
            </a:xfrm>
            <a:custGeom>
              <a:avLst/>
              <a:gdLst/>
              <a:ahLst/>
              <a:cxnLst/>
              <a:rect l="l" t="t" r="r" b="b"/>
              <a:pathLst>
                <a:path w="820" h="1153" extrusionOk="0">
                  <a:moveTo>
                    <a:pt x="499" y="1"/>
                  </a:moveTo>
                  <a:cubicBezTo>
                    <a:pt x="485" y="1"/>
                    <a:pt x="472" y="2"/>
                    <a:pt x="457" y="4"/>
                  </a:cubicBezTo>
                  <a:cubicBezTo>
                    <a:pt x="289" y="43"/>
                    <a:pt x="160" y="172"/>
                    <a:pt x="160" y="212"/>
                  </a:cubicBezTo>
                  <a:lnTo>
                    <a:pt x="1" y="956"/>
                  </a:lnTo>
                  <a:cubicBezTo>
                    <a:pt x="44" y="1092"/>
                    <a:pt x="127" y="1153"/>
                    <a:pt x="220" y="1153"/>
                  </a:cubicBezTo>
                  <a:cubicBezTo>
                    <a:pt x="297" y="1153"/>
                    <a:pt x="381" y="1111"/>
                    <a:pt x="457" y="1035"/>
                  </a:cubicBezTo>
                  <a:cubicBezTo>
                    <a:pt x="616" y="916"/>
                    <a:pt x="705" y="787"/>
                    <a:pt x="745" y="628"/>
                  </a:cubicBezTo>
                  <a:cubicBezTo>
                    <a:pt x="820" y="346"/>
                    <a:pt x="752" y="1"/>
                    <a:pt x="49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"/>
            <p:cNvSpPr/>
            <p:nvPr/>
          </p:nvSpPr>
          <p:spPr>
            <a:xfrm>
              <a:off x="4080371" y="2959036"/>
              <a:ext cx="19715" cy="41069"/>
            </a:xfrm>
            <a:custGeom>
              <a:avLst/>
              <a:gdLst/>
              <a:ahLst/>
              <a:cxnLst/>
              <a:rect l="l" t="t" r="r" b="b"/>
              <a:pathLst>
                <a:path w="457" h="952" fill="none" extrusionOk="0">
                  <a:moveTo>
                    <a:pt x="457" y="0"/>
                  </a:moveTo>
                  <a:cubicBezTo>
                    <a:pt x="457" y="0"/>
                    <a:pt x="1" y="535"/>
                    <a:pt x="41" y="704"/>
                  </a:cubicBezTo>
                  <a:cubicBezTo>
                    <a:pt x="41" y="873"/>
                    <a:pt x="417" y="952"/>
                    <a:pt x="417" y="952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"/>
            <p:cNvSpPr/>
            <p:nvPr/>
          </p:nvSpPr>
          <p:spPr>
            <a:xfrm>
              <a:off x="4073555" y="3005195"/>
              <a:ext cx="51380" cy="28516"/>
            </a:xfrm>
            <a:custGeom>
              <a:avLst/>
              <a:gdLst/>
              <a:ahLst/>
              <a:cxnLst/>
              <a:rect l="l" t="t" r="r" b="b"/>
              <a:pathLst>
                <a:path w="1191" h="661" extrusionOk="0">
                  <a:moveTo>
                    <a:pt x="159" y="1"/>
                  </a:moveTo>
                  <a:cubicBezTo>
                    <a:pt x="159" y="1"/>
                    <a:pt x="0" y="497"/>
                    <a:pt x="367" y="626"/>
                  </a:cubicBezTo>
                  <a:cubicBezTo>
                    <a:pt x="445" y="650"/>
                    <a:pt x="517" y="660"/>
                    <a:pt x="585" y="660"/>
                  </a:cubicBezTo>
                  <a:cubicBezTo>
                    <a:pt x="980" y="660"/>
                    <a:pt x="1190" y="298"/>
                    <a:pt x="1190" y="298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"/>
            <p:cNvSpPr/>
            <p:nvPr/>
          </p:nvSpPr>
          <p:spPr>
            <a:xfrm>
              <a:off x="4079336" y="2948165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40" y="1"/>
                  </a:moveTo>
                  <a:cubicBezTo>
                    <a:pt x="126" y="1"/>
                    <a:pt x="114" y="13"/>
                    <a:pt x="114" y="44"/>
                  </a:cubicBezTo>
                  <a:cubicBezTo>
                    <a:pt x="65" y="83"/>
                    <a:pt x="25" y="133"/>
                    <a:pt x="25" y="173"/>
                  </a:cubicBezTo>
                  <a:cubicBezTo>
                    <a:pt x="0" y="222"/>
                    <a:pt x="40" y="256"/>
                    <a:pt x="84" y="256"/>
                  </a:cubicBezTo>
                  <a:cubicBezTo>
                    <a:pt x="110" y="256"/>
                    <a:pt x="139" y="243"/>
                    <a:pt x="154" y="212"/>
                  </a:cubicBezTo>
                  <a:cubicBezTo>
                    <a:pt x="154" y="173"/>
                    <a:pt x="193" y="133"/>
                    <a:pt x="193" y="83"/>
                  </a:cubicBezTo>
                  <a:cubicBezTo>
                    <a:pt x="193" y="34"/>
                    <a:pt x="163" y="1"/>
                    <a:pt x="14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"/>
            <p:cNvSpPr/>
            <p:nvPr/>
          </p:nvSpPr>
          <p:spPr>
            <a:xfrm>
              <a:off x="4082097" y="293034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377" y="249"/>
                  </a:moveTo>
                  <a:cubicBezTo>
                    <a:pt x="377" y="249"/>
                    <a:pt x="248" y="1"/>
                    <a:pt x="1" y="16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"/>
            <p:cNvSpPr/>
            <p:nvPr/>
          </p:nvSpPr>
          <p:spPr>
            <a:xfrm>
              <a:off x="4129378" y="2966111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24" y="1"/>
                  </a:moveTo>
                  <a:cubicBezTo>
                    <a:pt x="102" y="1"/>
                    <a:pt x="80" y="14"/>
                    <a:pt x="65" y="44"/>
                  </a:cubicBezTo>
                  <a:cubicBezTo>
                    <a:pt x="65" y="84"/>
                    <a:pt x="25" y="124"/>
                    <a:pt x="25" y="163"/>
                  </a:cubicBezTo>
                  <a:cubicBezTo>
                    <a:pt x="0" y="219"/>
                    <a:pt x="37" y="255"/>
                    <a:pt x="79" y="255"/>
                  </a:cubicBezTo>
                  <a:cubicBezTo>
                    <a:pt x="103" y="255"/>
                    <a:pt x="129" y="242"/>
                    <a:pt x="144" y="213"/>
                  </a:cubicBezTo>
                  <a:cubicBezTo>
                    <a:pt x="144" y="163"/>
                    <a:pt x="194" y="124"/>
                    <a:pt x="194" y="84"/>
                  </a:cubicBezTo>
                  <a:cubicBezTo>
                    <a:pt x="194" y="35"/>
                    <a:pt x="159" y="1"/>
                    <a:pt x="1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"/>
            <p:cNvSpPr/>
            <p:nvPr/>
          </p:nvSpPr>
          <p:spPr>
            <a:xfrm>
              <a:off x="4132139" y="2946612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1" y="80"/>
                  </a:moveTo>
                  <a:cubicBezTo>
                    <a:pt x="1" y="80"/>
                    <a:pt x="249" y="0"/>
                    <a:pt x="496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"/>
            <p:cNvSpPr/>
            <p:nvPr/>
          </p:nvSpPr>
          <p:spPr>
            <a:xfrm>
              <a:off x="3659927" y="3174604"/>
              <a:ext cx="409787" cy="354179"/>
            </a:xfrm>
            <a:custGeom>
              <a:avLst/>
              <a:gdLst/>
              <a:ahLst/>
              <a:cxnLst/>
              <a:rect l="l" t="t" r="r" b="b"/>
              <a:pathLst>
                <a:path w="9499" h="8210" extrusionOk="0">
                  <a:moveTo>
                    <a:pt x="2152" y="0"/>
                  </a:moveTo>
                  <a:lnTo>
                    <a:pt x="0" y="1240"/>
                  </a:lnTo>
                  <a:cubicBezTo>
                    <a:pt x="0" y="1240"/>
                    <a:pt x="1279" y="6822"/>
                    <a:pt x="3887" y="8022"/>
                  </a:cubicBezTo>
                  <a:cubicBezTo>
                    <a:pt x="4159" y="8152"/>
                    <a:pt x="4436" y="8210"/>
                    <a:pt x="4713" y="8210"/>
                  </a:cubicBezTo>
                  <a:cubicBezTo>
                    <a:pt x="7083" y="8210"/>
                    <a:pt x="9499" y="3966"/>
                    <a:pt x="9499" y="3966"/>
                  </a:cubicBezTo>
                  <a:lnTo>
                    <a:pt x="5949" y="2440"/>
                  </a:lnTo>
                  <a:cubicBezTo>
                    <a:pt x="5949" y="2440"/>
                    <a:pt x="5126" y="3966"/>
                    <a:pt x="4958" y="4175"/>
                  </a:cubicBezTo>
                  <a:cubicBezTo>
                    <a:pt x="4859" y="4274"/>
                    <a:pt x="4754" y="4319"/>
                    <a:pt x="4645" y="4319"/>
                  </a:cubicBezTo>
                  <a:cubicBezTo>
                    <a:pt x="3580" y="4319"/>
                    <a:pt x="2152" y="0"/>
                    <a:pt x="215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"/>
            <p:cNvSpPr/>
            <p:nvPr/>
          </p:nvSpPr>
          <p:spPr>
            <a:xfrm>
              <a:off x="3635122" y="3037291"/>
              <a:ext cx="124502" cy="213931"/>
            </a:xfrm>
            <a:custGeom>
              <a:avLst/>
              <a:gdLst/>
              <a:ahLst/>
              <a:cxnLst/>
              <a:rect l="l" t="t" r="r" b="b"/>
              <a:pathLst>
                <a:path w="2886" h="4959" extrusionOk="0">
                  <a:moveTo>
                    <a:pt x="1150" y="1"/>
                  </a:moveTo>
                  <a:cubicBezTo>
                    <a:pt x="942" y="50"/>
                    <a:pt x="1279" y="1290"/>
                    <a:pt x="1279" y="1290"/>
                  </a:cubicBezTo>
                  <a:cubicBezTo>
                    <a:pt x="1279" y="1290"/>
                    <a:pt x="1213" y="1105"/>
                    <a:pt x="1067" y="1105"/>
                  </a:cubicBezTo>
                  <a:cubicBezTo>
                    <a:pt x="1044" y="1105"/>
                    <a:pt x="1019" y="1110"/>
                    <a:pt x="992" y="1121"/>
                  </a:cubicBezTo>
                  <a:cubicBezTo>
                    <a:pt x="863" y="1161"/>
                    <a:pt x="863" y="1488"/>
                    <a:pt x="863" y="1488"/>
                  </a:cubicBezTo>
                  <a:cubicBezTo>
                    <a:pt x="863" y="1488"/>
                    <a:pt x="764" y="1283"/>
                    <a:pt x="650" y="1283"/>
                  </a:cubicBezTo>
                  <a:cubicBezTo>
                    <a:pt x="638" y="1283"/>
                    <a:pt x="626" y="1285"/>
                    <a:pt x="615" y="1290"/>
                  </a:cubicBezTo>
                  <a:cubicBezTo>
                    <a:pt x="446" y="1369"/>
                    <a:pt x="496" y="1785"/>
                    <a:pt x="496" y="1785"/>
                  </a:cubicBezTo>
                  <a:cubicBezTo>
                    <a:pt x="496" y="1785"/>
                    <a:pt x="399" y="1688"/>
                    <a:pt x="296" y="1688"/>
                  </a:cubicBezTo>
                  <a:cubicBezTo>
                    <a:pt x="280" y="1688"/>
                    <a:pt x="264" y="1691"/>
                    <a:pt x="248" y="1696"/>
                  </a:cubicBezTo>
                  <a:cubicBezTo>
                    <a:pt x="119" y="1736"/>
                    <a:pt x="0" y="2440"/>
                    <a:pt x="694" y="4958"/>
                  </a:cubicBezTo>
                  <a:lnTo>
                    <a:pt x="2885" y="3639"/>
                  </a:lnTo>
                  <a:cubicBezTo>
                    <a:pt x="2637" y="2816"/>
                    <a:pt x="2062" y="546"/>
                    <a:pt x="1894" y="546"/>
                  </a:cubicBezTo>
                  <a:cubicBezTo>
                    <a:pt x="1889" y="544"/>
                    <a:pt x="1884" y="544"/>
                    <a:pt x="1880" y="544"/>
                  </a:cubicBezTo>
                  <a:cubicBezTo>
                    <a:pt x="1747" y="544"/>
                    <a:pt x="1844" y="1242"/>
                    <a:pt x="1745" y="1242"/>
                  </a:cubicBezTo>
                  <a:cubicBezTo>
                    <a:pt x="1742" y="1242"/>
                    <a:pt x="1739" y="1241"/>
                    <a:pt x="1735" y="1240"/>
                  </a:cubicBezTo>
                  <a:cubicBezTo>
                    <a:pt x="1606" y="1200"/>
                    <a:pt x="1319" y="1"/>
                    <a:pt x="115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"/>
            <p:cNvSpPr/>
            <p:nvPr/>
          </p:nvSpPr>
          <p:spPr>
            <a:xfrm>
              <a:off x="3697114" y="3105322"/>
              <a:ext cx="16307" cy="53494"/>
            </a:xfrm>
            <a:custGeom>
              <a:avLst/>
              <a:gdLst/>
              <a:ahLst/>
              <a:cxnLst/>
              <a:rect l="l" t="t" r="r" b="b"/>
              <a:pathLst>
                <a:path w="378" h="1240" fill="none" extrusionOk="0">
                  <a:moveTo>
                    <a:pt x="378" y="0"/>
                  </a:moveTo>
                  <a:cubicBezTo>
                    <a:pt x="378" y="0"/>
                    <a:pt x="298" y="367"/>
                    <a:pt x="169" y="615"/>
                  </a:cubicBezTo>
                  <a:cubicBezTo>
                    <a:pt x="1" y="992"/>
                    <a:pt x="50" y="1239"/>
                    <a:pt x="50" y="1239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"/>
            <p:cNvSpPr/>
            <p:nvPr/>
          </p:nvSpPr>
          <p:spPr>
            <a:xfrm>
              <a:off x="3643663" y="3096306"/>
              <a:ext cx="51811" cy="56945"/>
            </a:xfrm>
            <a:custGeom>
              <a:avLst/>
              <a:gdLst/>
              <a:ahLst/>
              <a:cxnLst/>
              <a:rect l="l" t="t" r="r" b="b"/>
              <a:pathLst>
                <a:path w="1201" h="1320" extrusionOk="0">
                  <a:moveTo>
                    <a:pt x="1121" y="1"/>
                  </a:moveTo>
                  <a:lnTo>
                    <a:pt x="1121" y="368"/>
                  </a:lnTo>
                  <a:lnTo>
                    <a:pt x="1121" y="576"/>
                  </a:lnTo>
                  <a:cubicBezTo>
                    <a:pt x="1121" y="665"/>
                    <a:pt x="1081" y="705"/>
                    <a:pt x="1081" y="744"/>
                  </a:cubicBezTo>
                  <a:cubicBezTo>
                    <a:pt x="1081" y="758"/>
                    <a:pt x="1077" y="762"/>
                    <a:pt x="1071" y="762"/>
                  </a:cubicBezTo>
                  <a:cubicBezTo>
                    <a:pt x="1059" y="762"/>
                    <a:pt x="1041" y="744"/>
                    <a:pt x="1041" y="744"/>
                  </a:cubicBezTo>
                  <a:cubicBezTo>
                    <a:pt x="1041" y="744"/>
                    <a:pt x="992" y="744"/>
                    <a:pt x="992" y="705"/>
                  </a:cubicBezTo>
                  <a:cubicBezTo>
                    <a:pt x="952" y="665"/>
                    <a:pt x="913" y="616"/>
                    <a:pt x="913" y="576"/>
                  </a:cubicBezTo>
                  <a:cubicBezTo>
                    <a:pt x="833" y="457"/>
                    <a:pt x="794" y="328"/>
                    <a:pt x="744" y="209"/>
                  </a:cubicBezTo>
                  <a:cubicBezTo>
                    <a:pt x="744" y="169"/>
                    <a:pt x="704" y="169"/>
                    <a:pt x="665" y="169"/>
                  </a:cubicBezTo>
                  <a:cubicBezTo>
                    <a:pt x="625" y="169"/>
                    <a:pt x="625" y="209"/>
                    <a:pt x="625" y="249"/>
                  </a:cubicBezTo>
                  <a:cubicBezTo>
                    <a:pt x="625" y="249"/>
                    <a:pt x="625" y="249"/>
                    <a:pt x="625" y="249"/>
                  </a:cubicBezTo>
                  <a:lnTo>
                    <a:pt x="625" y="249"/>
                  </a:lnTo>
                  <a:cubicBezTo>
                    <a:pt x="625" y="368"/>
                    <a:pt x="665" y="497"/>
                    <a:pt x="665" y="616"/>
                  </a:cubicBezTo>
                  <a:lnTo>
                    <a:pt x="665" y="824"/>
                  </a:lnTo>
                  <a:lnTo>
                    <a:pt x="665" y="953"/>
                  </a:lnTo>
                  <a:lnTo>
                    <a:pt x="625" y="953"/>
                  </a:lnTo>
                  <a:cubicBezTo>
                    <a:pt x="585" y="913"/>
                    <a:pt x="546" y="863"/>
                    <a:pt x="546" y="784"/>
                  </a:cubicBezTo>
                  <a:cubicBezTo>
                    <a:pt x="456" y="705"/>
                    <a:pt x="417" y="576"/>
                    <a:pt x="417" y="457"/>
                  </a:cubicBezTo>
                  <a:cubicBezTo>
                    <a:pt x="377" y="417"/>
                    <a:pt x="377" y="417"/>
                    <a:pt x="337" y="417"/>
                  </a:cubicBezTo>
                  <a:cubicBezTo>
                    <a:pt x="298" y="417"/>
                    <a:pt x="248" y="457"/>
                    <a:pt x="248" y="497"/>
                  </a:cubicBezTo>
                  <a:cubicBezTo>
                    <a:pt x="259" y="524"/>
                    <a:pt x="270" y="551"/>
                    <a:pt x="281" y="579"/>
                  </a:cubicBezTo>
                  <a:lnTo>
                    <a:pt x="281" y="579"/>
                  </a:lnTo>
                  <a:cubicBezTo>
                    <a:pt x="298" y="652"/>
                    <a:pt x="298" y="740"/>
                    <a:pt x="298" y="824"/>
                  </a:cubicBezTo>
                  <a:cubicBezTo>
                    <a:pt x="337" y="953"/>
                    <a:pt x="337" y="1072"/>
                    <a:pt x="298" y="1161"/>
                  </a:cubicBezTo>
                  <a:lnTo>
                    <a:pt x="298" y="1240"/>
                  </a:lnTo>
                  <a:lnTo>
                    <a:pt x="248" y="1240"/>
                  </a:lnTo>
                  <a:cubicBezTo>
                    <a:pt x="209" y="1201"/>
                    <a:pt x="169" y="1161"/>
                    <a:pt x="169" y="1111"/>
                  </a:cubicBezTo>
                  <a:cubicBezTo>
                    <a:pt x="90" y="992"/>
                    <a:pt x="50" y="913"/>
                    <a:pt x="0" y="784"/>
                  </a:cubicBezTo>
                  <a:lnTo>
                    <a:pt x="0" y="784"/>
                  </a:lnTo>
                  <a:cubicBezTo>
                    <a:pt x="50" y="913"/>
                    <a:pt x="50" y="1032"/>
                    <a:pt x="129" y="1111"/>
                  </a:cubicBezTo>
                  <a:cubicBezTo>
                    <a:pt x="129" y="1201"/>
                    <a:pt x="169" y="1240"/>
                    <a:pt x="209" y="1280"/>
                  </a:cubicBezTo>
                  <a:cubicBezTo>
                    <a:pt x="248" y="1280"/>
                    <a:pt x="248" y="1320"/>
                    <a:pt x="298" y="1320"/>
                  </a:cubicBezTo>
                  <a:cubicBezTo>
                    <a:pt x="298" y="1320"/>
                    <a:pt x="337" y="1320"/>
                    <a:pt x="337" y="1280"/>
                  </a:cubicBezTo>
                  <a:cubicBezTo>
                    <a:pt x="377" y="1240"/>
                    <a:pt x="377" y="1201"/>
                    <a:pt x="417" y="1201"/>
                  </a:cubicBezTo>
                  <a:lnTo>
                    <a:pt x="417" y="939"/>
                  </a:lnTo>
                  <a:lnTo>
                    <a:pt x="417" y="939"/>
                  </a:lnTo>
                  <a:cubicBezTo>
                    <a:pt x="443" y="984"/>
                    <a:pt x="470" y="1019"/>
                    <a:pt x="496" y="1072"/>
                  </a:cubicBezTo>
                  <a:cubicBezTo>
                    <a:pt x="546" y="1072"/>
                    <a:pt x="585" y="1111"/>
                    <a:pt x="625" y="1111"/>
                  </a:cubicBezTo>
                  <a:lnTo>
                    <a:pt x="744" y="1111"/>
                  </a:lnTo>
                  <a:cubicBezTo>
                    <a:pt x="744" y="1072"/>
                    <a:pt x="794" y="1072"/>
                    <a:pt x="794" y="1032"/>
                  </a:cubicBezTo>
                  <a:cubicBezTo>
                    <a:pt x="833" y="953"/>
                    <a:pt x="833" y="863"/>
                    <a:pt x="833" y="824"/>
                  </a:cubicBezTo>
                  <a:lnTo>
                    <a:pt x="833" y="690"/>
                  </a:lnTo>
                  <a:lnTo>
                    <a:pt x="833" y="690"/>
                  </a:lnTo>
                  <a:cubicBezTo>
                    <a:pt x="860" y="731"/>
                    <a:pt x="886" y="758"/>
                    <a:pt x="913" y="784"/>
                  </a:cubicBezTo>
                  <a:cubicBezTo>
                    <a:pt x="952" y="824"/>
                    <a:pt x="992" y="863"/>
                    <a:pt x="1041" y="863"/>
                  </a:cubicBezTo>
                  <a:lnTo>
                    <a:pt x="1121" y="863"/>
                  </a:lnTo>
                  <a:cubicBezTo>
                    <a:pt x="1121" y="824"/>
                    <a:pt x="1160" y="824"/>
                    <a:pt x="1160" y="784"/>
                  </a:cubicBezTo>
                  <a:cubicBezTo>
                    <a:pt x="1200" y="665"/>
                    <a:pt x="1200" y="536"/>
                    <a:pt x="1200" y="368"/>
                  </a:cubicBezTo>
                  <a:cubicBezTo>
                    <a:pt x="1160" y="249"/>
                    <a:pt x="1160" y="120"/>
                    <a:pt x="1121" y="1"/>
                  </a:cubicBezTo>
                  <a:close/>
                </a:path>
              </a:pathLst>
            </a:custGeom>
            <a:solidFill>
              <a:srgbClr val="F5A7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"/>
            <p:cNvSpPr/>
            <p:nvPr/>
          </p:nvSpPr>
          <p:spPr>
            <a:xfrm>
              <a:off x="3968336" y="3083925"/>
              <a:ext cx="450856" cy="539854"/>
            </a:xfrm>
            <a:custGeom>
              <a:avLst/>
              <a:gdLst/>
              <a:ahLst/>
              <a:cxnLst/>
              <a:rect l="l" t="t" r="r" b="b"/>
              <a:pathLst>
                <a:path w="10451" h="12514" extrusionOk="0">
                  <a:moveTo>
                    <a:pt x="5414" y="0"/>
                  </a:moveTo>
                  <a:cubicBezTo>
                    <a:pt x="5414" y="0"/>
                    <a:pt x="4958" y="744"/>
                    <a:pt x="3966" y="744"/>
                  </a:cubicBezTo>
                  <a:cubicBezTo>
                    <a:pt x="2975" y="744"/>
                    <a:pt x="2885" y="288"/>
                    <a:pt x="2885" y="288"/>
                  </a:cubicBezTo>
                  <a:cubicBezTo>
                    <a:pt x="2885" y="288"/>
                    <a:pt x="863" y="1894"/>
                    <a:pt x="327" y="4046"/>
                  </a:cubicBezTo>
                  <a:cubicBezTo>
                    <a:pt x="0" y="5493"/>
                    <a:pt x="407" y="6525"/>
                    <a:pt x="456" y="7149"/>
                  </a:cubicBezTo>
                  <a:cubicBezTo>
                    <a:pt x="704" y="10947"/>
                    <a:pt x="496" y="12513"/>
                    <a:pt x="496" y="12513"/>
                  </a:cubicBezTo>
                  <a:lnTo>
                    <a:pt x="9459" y="12226"/>
                  </a:lnTo>
                  <a:cubicBezTo>
                    <a:pt x="9459" y="12226"/>
                    <a:pt x="10451" y="7020"/>
                    <a:pt x="9043" y="3590"/>
                  </a:cubicBezTo>
                  <a:cubicBezTo>
                    <a:pt x="7645" y="209"/>
                    <a:pt x="5414" y="0"/>
                    <a:pt x="5414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"/>
            <p:cNvSpPr/>
            <p:nvPr/>
          </p:nvSpPr>
          <p:spPr>
            <a:xfrm>
              <a:off x="4078689" y="3609623"/>
              <a:ext cx="233560" cy="15876"/>
            </a:xfrm>
            <a:custGeom>
              <a:avLst/>
              <a:gdLst/>
              <a:ahLst/>
              <a:cxnLst/>
              <a:rect l="l" t="t" r="r" b="b"/>
              <a:pathLst>
                <a:path w="5414" h="368" extrusionOk="0">
                  <a:moveTo>
                    <a:pt x="5126" y="0"/>
                  </a:moveTo>
                  <a:lnTo>
                    <a:pt x="0" y="80"/>
                  </a:lnTo>
                  <a:lnTo>
                    <a:pt x="0" y="367"/>
                  </a:lnTo>
                  <a:lnTo>
                    <a:pt x="5414" y="327"/>
                  </a:lnTo>
                  <a:cubicBezTo>
                    <a:pt x="5414" y="119"/>
                    <a:pt x="5285" y="0"/>
                    <a:pt x="5126" y="0"/>
                  </a:cubicBezTo>
                  <a:close/>
                </a:path>
              </a:pathLst>
            </a:custGeom>
            <a:solidFill>
              <a:srgbClr val="DCD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"/>
            <p:cNvSpPr/>
            <p:nvPr/>
          </p:nvSpPr>
          <p:spPr>
            <a:xfrm>
              <a:off x="3745474" y="3400871"/>
              <a:ext cx="374326" cy="228469"/>
            </a:xfrm>
            <a:custGeom>
              <a:avLst/>
              <a:gdLst/>
              <a:ahLst/>
              <a:cxnLst/>
              <a:rect l="l" t="t" r="r" b="b"/>
              <a:pathLst>
                <a:path w="8677" h="5296" extrusionOk="0">
                  <a:moveTo>
                    <a:pt x="6733" y="1"/>
                  </a:moveTo>
                  <a:lnTo>
                    <a:pt x="248" y="90"/>
                  </a:lnTo>
                  <a:cubicBezTo>
                    <a:pt x="79" y="90"/>
                    <a:pt x="0" y="248"/>
                    <a:pt x="40" y="417"/>
                  </a:cubicBezTo>
                  <a:lnTo>
                    <a:pt x="1527" y="5295"/>
                  </a:lnTo>
                  <a:lnTo>
                    <a:pt x="8676" y="5206"/>
                  </a:lnTo>
                  <a:lnTo>
                    <a:pt x="7268" y="417"/>
                  </a:lnTo>
                  <a:cubicBezTo>
                    <a:pt x="7189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"/>
            <p:cNvSpPr/>
            <p:nvPr/>
          </p:nvSpPr>
          <p:spPr>
            <a:xfrm>
              <a:off x="3731324" y="3400871"/>
              <a:ext cx="376051" cy="230152"/>
            </a:xfrm>
            <a:custGeom>
              <a:avLst/>
              <a:gdLst/>
              <a:ahLst/>
              <a:cxnLst/>
              <a:rect l="l" t="t" r="r" b="b"/>
              <a:pathLst>
                <a:path w="8717" h="5335" extrusionOk="0">
                  <a:moveTo>
                    <a:pt x="6733" y="1"/>
                  </a:moveTo>
                  <a:lnTo>
                    <a:pt x="249" y="90"/>
                  </a:lnTo>
                  <a:cubicBezTo>
                    <a:pt x="120" y="90"/>
                    <a:pt x="1" y="248"/>
                    <a:pt x="41" y="417"/>
                  </a:cubicBezTo>
                  <a:lnTo>
                    <a:pt x="1528" y="5335"/>
                  </a:lnTo>
                  <a:lnTo>
                    <a:pt x="8717" y="5206"/>
                  </a:lnTo>
                  <a:lnTo>
                    <a:pt x="7269" y="417"/>
                  </a:lnTo>
                  <a:cubicBezTo>
                    <a:pt x="7190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"/>
            <p:cNvSpPr/>
            <p:nvPr/>
          </p:nvSpPr>
          <p:spPr>
            <a:xfrm>
              <a:off x="3884472" y="3502464"/>
              <a:ext cx="46246" cy="34037"/>
            </a:xfrm>
            <a:custGeom>
              <a:avLst/>
              <a:gdLst/>
              <a:ahLst/>
              <a:cxnLst/>
              <a:rect l="l" t="t" r="r" b="b"/>
              <a:pathLst>
                <a:path w="1072" h="789" extrusionOk="0">
                  <a:moveTo>
                    <a:pt x="519" y="0"/>
                  </a:moveTo>
                  <a:cubicBezTo>
                    <a:pt x="498" y="0"/>
                    <a:pt x="477" y="2"/>
                    <a:pt x="457" y="5"/>
                  </a:cubicBezTo>
                  <a:cubicBezTo>
                    <a:pt x="209" y="5"/>
                    <a:pt x="1" y="174"/>
                    <a:pt x="40" y="422"/>
                  </a:cubicBezTo>
                  <a:cubicBezTo>
                    <a:pt x="80" y="620"/>
                    <a:pt x="368" y="789"/>
                    <a:pt x="615" y="789"/>
                  </a:cubicBezTo>
                  <a:cubicBezTo>
                    <a:pt x="863" y="789"/>
                    <a:pt x="1072" y="620"/>
                    <a:pt x="1032" y="372"/>
                  </a:cubicBezTo>
                  <a:cubicBezTo>
                    <a:pt x="959" y="191"/>
                    <a:pt x="745" y="0"/>
                    <a:pt x="51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"/>
            <p:cNvSpPr/>
            <p:nvPr/>
          </p:nvSpPr>
          <p:spPr>
            <a:xfrm>
              <a:off x="4082097" y="3304626"/>
              <a:ext cx="351246" cy="367467"/>
            </a:xfrm>
            <a:custGeom>
              <a:avLst/>
              <a:gdLst/>
              <a:ahLst/>
              <a:cxnLst/>
              <a:rect l="l" t="t" r="r" b="b"/>
              <a:pathLst>
                <a:path w="8142" h="8518" extrusionOk="0">
                  <a:moveTo>
                    <a:pt x="4135" y="1"/>
                  </a:moveTo>
                  <a:cubicBezTo>
                    <a:pt x="4135" y="1"/>
                    <a:pt x="4343" y="3640"/>
                    <a:pt x="3927" y="4304"/>
                  </a:cubicBezTo>
                  <a:cubicBezTo>
                    <a:pt x="3679" y="4671"/>
                    <a:pt x="1" y="5910"/>
                    <a:pt x="1" y="5910"/>
                  </a:cubicBezTo>
                  <a:lnTo>
                    <a:pt x="1" y="8518"/>
                  </a:lnTo>
                  <a:cubicBezTo>
                    <a:pt x="1" y="8518"/>
                    <a:pt x="5583" y="8349"/>
                    <a:pt x="7070" y="6366"/>
                  </a:cubicBezTo>
                  <a:cubicBezTo>
                    <a:pt x="8141" y="4879"/>
                    <a:pt x="7982" y="1"/>
                    <a:pt x="798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"/>
            <p:cNvSpPr/>
            <p:nvPr/>
          </p:nvSpPr>
          <p:spPr>
            <a:xfrm>
              <a:off x="4201854" y="3083925"/>
              <a:ext cx="238737" cy="245984"/>
            </a:xfrm>
            <a:custGeom>
              <a:avLst/>
              <a:gdLst/>
              <a:ahLst/>
              <a:cxnLst/>
              <a:rect l="l" t="t" r="r" b="b"/>
              <a:pathLst>
                <a:path w="5534" h="5702" extrusionOk="0">
                  <a:moveTo>
                    <a:pt x="1" y="0"/>
                  </a:moveTo>
                  <a:lnTo>
                    <a:pt x="1191" y="3431"/>
                  </a:lnTo>
                  <a:lnTo>
                    <a:pt x="1240" y="5702"/>
                  </a:lnTo>
                  <a:lnTo>
                    <a:pt x="5534" y="5702"/>
                  </a:lnTo>
                  <a:cubicBezTo>
                    <a:pt x="5534" y="5702"/>
                    <a:pt x="5405" y="3015"/>
                    <a:pt x="3590" y="1359"/>
                  </a:cubicBezTo>
                  <a:cubicBezTo>
                    <a:pt x="2390" y="2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"/>
            <p:cNvSpPr/>
            <p:nvPr/>
          </p:nvSpPr>
          <p:spPr>
            <a:xfrm>
              <a:off x="3891762" y="3096306"/>
              <a:ext cx="201076" cy="249435"/>
            </a:xfrm>
            <a:custGeom>
              <a:avLst/>
              <a:gdLst/>
              <a:ahLst/>
              <a:cxnLst/>
              <a:rect l="l" t="t" r="r" b="b"/>
              <a:pathLst>
                <a:path w="4661" h="5782" extrusionOk="0">
                  <a:moveTo>
                    <a:pt x="4660" y="1"/>
                  </a:moveTo>
                  <a:lnTo>
                    <a:pt x="4660" y="1"/>
                  </a:lnTo>
                  <a:cubicBezTo>
                    <a:pt x="3223" y="120"/>
                    <a:pt x="2142" y="744"/>
                    <a:pt x="1527" y="1567"/>
                  </a:cubicBezTo>
                  <a:cubicBezTo>
                    <a:pt x="615" y="2847"/>
                    <a:pt x="0" y="4830"/>
                    <a:pt x="0" y="4830"/>
                  </a:cubicBezTo>
                  <a:lnTo>
                    <a:pt x="3381" y="578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"/>
            <p:cNvSpPr/>
            <p:nvPr/>
          </p:nvSpPr>
          <p:spPr>
            <a:xfrm>
              <a:off x="4246374" y="3221238"/>
              <a:ext cx="9016" cy="108670"/>
            </a:xfrm>
            <a:custGeom>
              <a:avLst/>
              <a:gdLst/>
              <a:ahLst/>
              <a:cxnLst/>
              <a:rect l="l" t="t" r="r" b="b"/>
              <a:pathLst>
                <a:path w="209" h="2519" fill="none" extrusionOk="0">
                  <a:moveTo>
                    <a:pt x="208" y="2519"/>
                  </a:moveTo>
                  <a:cubicBezTo>
                    <a:pt x="159" y="823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"/>
            <p:cNvSpPr/>
            <p:nvPr/>
          </p:nvSpPr>
          <p:spPr>
            <a:xfrm>
              <a:off x="3966610" y="3199841"/>
              <a:ext cx="44520" cy="128342"/>
            </a:xfrm>
            <a:custGeom>
              <a:avLst/>
              <a:gdLst/>
              <a:ahLst/>
              <a:cxnLst/>
              <a:rect l="l" t="t" r="r" b="b"/>
              <a:pathLst>
                <a:path w="1032" h="2975" fill="none" extrusionOk="0">
                  <a:moveTo>
                    <a:pt x="159" y="2975"/>
                  </a:moveTo>
                  <a:cubicBezTo>
                    <a:pt x="0" y="1527"/>
                    <a:pt x="1032" y="0"/>
                    <a:pt x="1032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"/>
            <p:cNvSpPr/>
            <p:nvPr/>
          </p:nvSpPr>
          <p:spPr>
            <a:xfrm>
              <a:off x="3914411" y="3547157"/>
              <a:ext cx="216045" cy="129636"/>
            </a:xfrm>
            <a:custGeom>
              <a:avLst/>
              <a:gdLst/>
              <a:ahLst/>
              <a:cxnLst/>
              <a:rect l="l" t="t" r="r" b="b"/>
              <a:pathLst>
                <a:path w="5008" h="3005" extrusionOk="0">
                  <a:moveTo>
                    <a:pt x="2174" y="2334"/>
                  </a:moveTo>
                  <a:lnTo>
                    <a:pt x="2174" y="2334"/>
                  </a:lnTo>
                  <a:cubicBezTo>
                    <a:pt x="2234" y="2342"/>
                    <a:pt x="2272" y="2350"/>
                    <a:pt x="2281" y="2360"/>
                  </a:cubicBezTo>
                  <a:cubicBezTo>
                    <a:pt x="2281" y="2360"/>
                    <a:pt x="2242" y="2350"/>
                    <a:pt x="2174" y="2334"/>
                  </a:cubicBezTo>
                  <a:close/>
                  <a:moveTo>
                    <a:pt x="4968" y="1"/>
                  </a:moveTo>
                  <a:cubicBezTo>
                    <a:pt x="4383" y="129"/>
                    <a:pt x="1250" y="744"/>
                    <a:pt x="1290" y="913"/>
                  </a:cubicBezTo>
                  <a:cubicBezTo>
                    <a:pt x="1329" y="1032"/>
                    <a:pt x="2242" y="1032"/>
                    <a:pt x="2242" y="1121"/>
                  </a:cubicBezTo>
                  <a:cubicBezTo>
                    <a:pt x="2202" y="1240"/>
                    <a:pt x="1498" y="1409"/>
                    <a:pt x="1121" y="1448"/>
                  </a:cubicBezTo>
                  <a:cubicBezTo>
                    <a:pt x="794" y="1488"/>
                    <a:pt x="219" y="1656"/>
                    <a:pt x="259" y="1775"/>
                  </a:cubicBezTo>
                  <a:cubicBezTo>
                    <a:pt x="259" y="1808"/>
                    <a:pt x="282" y="1833"/>
                    <a:pt x="324" y="1852"/>
                  </a:cubicBezTo>
                  <a:lnTo>
                    <a:pt x="324" y="1852"/>
                  </a:lnTo>
                  <a:cubicBezTo>
                    <a:pt x="142" y="1883"/>
                    <a:pt x="20" y="1925"/>
                    <a:pt x="11" y="1984"/>
                  </a:cubicBezTo>
                  <a:cubicBezTo>
                    <a:pt x="0" y="2067"/>
                    <a:pt x="139" y="2127"/>
                    <a:pt x="352" y="2171"/>
                  </a:cubicBezTo>
                  <a:lnTo>
                    <a:pt x="352" y="2171"/>
                  </a:lnTo>
                  <a:cubicBezTo>
                    <a:pt x="401" y="2257"/>
                    <a:pt x="571" y="2356"/>
                    <a:pt x="798" y="2451"/>
                  </a:cubicBezTo>
                  <a:lnTo>
                    <a:pt x="798" y="2451"/>
                  </a:lnTo>
                  <a:cubicBezTo>
                    <a:pt x="1011" y="2681"/>
                    <a:pt x="1924" y="2940"/>
                    <a:pt x="2073" y="2975"/>
                  </a:cubicBezTo>
                  <a:cubicBezTo>
                    <a:pt x="2318" y="2996"/>
                    <a:pt x="2560" y="3005"/>
                    <a:pt x="2794" y="3005"/>
                  </a:cubicBezTo>
                  <a:cubicBezTo>
                    <a:pt x="4016" y="3005"/>
                    <a:pt x="5008" y="2767"/>
                    <a:pt x="5008" y="2767"/>
                  </a:cubicBezTo>
                  <a:lnTo>
                    <a:pt x="496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"/>
            <p:cNvSpPr/>
            <p:nvPr/>
          </p:nvSpPr>
          <p:spPr>
            <a:xfrm>
              <a:off x="3934514" y="3625455"/>
              <a:ext cx="64235" cy="4616"/>
            </a:xfrm>
            <a:custGeom>
              <a:avLst/>
              <a:gdLst/>
              <a:ahLst/>
              <a:cxnLst/>
              <a:rect l="l" t="t" r="r" b="b"/>
              <a:pathLst>
                <a:path w="1489" h="107" extrusionOk="0">
                  <a:moveTo>
                    <a:pt x="744" y="0"/>
                  </a:moveTo>
                  <a:cubicBezTo>
                    <a:pt x="497" y="0"/>
                    <a:pt x="249" y="50"/>
                    <a:pt x="1" y="89"/>
                  </a:cubicBezTo>
                  <a:cubicBezTo>
                    <a:pt x="83" y="103"/>
                    <a:pt x="166" y="107"/>
                    <a:pt x="249" y="107"/>
                  </a:cubicBezTo>
                  <a:cubicBezTo>
                    <a:pt x="414" y="107"/>
                    <a:pt x="579" y="89"/>
                    <a:pt x="744" y="89"/>
                  </a:cubicBezTo>
                  <a:cubicBezTo>
                    <a:pt x="863" y="89"/>
                    <a:pt x="992" y="89"/>
                    <a:pt x="1111" y="50"/>
                  </a:cubicBezTo>
                  <a:cubicBezTo>
                    <a:pt x="1240" y="50"/>
                    <a:pt x="1359" y="0"/>
                    <a:pt x="1488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"/>
            <p:cNvSpPr/>
            <p:nvPr/>
          </p:nvSpPr>
          <p:spPr>
            <a:xfrm>
              <a:off x="3943099" y="3643401"/>
              <a:ext cx="69757" cy="5608"/>
            </a:xfrm>
            <a:custGeom>
              <a:avLst/>
              <a:gdLst/>
              <a:ahLst/>
              <a:cxnLst/>
              <a:rect l="l" t="t" r="r" b="b"/>
              <a:pathLst>
                <a:path w="1617" h="130" extrusionOk="0">
                  <a:moveTo>
                    <a:pt x="0" y="1"/>
                  </a:moveTo>
                  <a:cubicBezTo>
                    <a:pt x="248" y="40"/>
                    <a:pt x="545" y="80"/>
                    <a:pt x="793" y="129"/>
                  </a:cubicBezTo>
                  <a:lnTo>
                    <a:pt x="1200" y="129"/>
                  </a:lnTo>
                  <a:cubicBezTo>
                    <a:pt x="1329" y="129"/>
                    <a:pt x="1487" y="80"/>
                    <a:pt x="1616" y="80"/>
                  </a:cubicBezTo>
                  <a:cubicBezTo>
                    <a:pt x="1329" y="80"/>
                    <a:pt x="1081" y="40"/>
                    <a:pt x="833" y="40"/>
                  </a:cubicBezTo>
                  <a:cubicBezTo>
                    <a:pt x="545" y="1"/>
                    <a:pt x="298" y="1"/>
                    <a:pt x="0" y="1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"/>
            <p:cNvSpPr/>
            <p:nvPr/>
          </p:nvSpPr>
          <p:spPr>
            <a:xfrm>
              <a:off x="3957637" y="3655825"/>
              <a:ext cx="62467" cy="9016"/>
            </a:xfrm>
            <a:custGeom>
              <a:avLst/>
              <a:gdLst/>
              <a:ahLst/>
              <a:cxnLst/>
              <a:rect l="l" t="t" r="r" b="b"/>
              <a:pathLst>
                <a:path w="1448" h="209" extrusionOk="0">
                  <a:moveTo>
                    <a:pt x="0" y="0"/>
                  </a:moveTo>
                  <a:cubicBezTo>
                    <a:pt x="248" y="89"/>
                    <a:pt x="496" y="129"/>
                    <a:pt x="704" y="169"/>
                  </a:cubicBezTo>
                  <a:cubicBezTo>
                    <a:pt x="823" y="169"/>
                    <a:pt x="952" y="169"/>
                    <a:pt x="1071" y="208"/>
                  </a:cubicBezTo>
                  <a:cubicBezTo>
                    <a:pt x="1200" y="208"/>
                    <a:pt x="1319" y="208"/>
                    <a:pt x="1448" y="169"/>
                  </a:cubicBezTo>
                  <a:cubicBezTo>
                    <a:pt x="1200" y="129"/>
                    <a:pt x="952" y="129"/>
                    <a:pt x="744" y="89"/>
                  </a:cubicBezTo>
                  <a:cubicBezTo>
                    <a:pt x="496" y="40"/>
                    <a:pt x="248" y="0"/>
                    <a:pt x="0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"/>
            <p:cNvSpPr/>
            <p:nvPr/>
          </p:nvSpPr>
          <p:spPr>
            <a:xfrm>
              <a:off x="4133865" y="3060802"/>
              <a:ext cx="76617" cy="98014"/>
            </a:xfrm>
            <a:custGeom>
              <a:avLst/>
              <a:gdLst/>
              <a:ahLst/>
              <a:cxnLst/>
              <a:rect l="l" t="t" r="r" b="b"/>
              <a:pathLst>
                <a:path w="1776" h="2272" extrusionOk="0">
                  <a:moveTo>
                    <a:pt x="1616" y="1"/>
                  </a:moveTo>
                  <a:cubicBezTo>
                    <a:pt x="1616" y="1"/>
                    <a:pt x="992" y="1111"/>
                    <a:pt x="0" y="1240"/>
                  </a:cubicBezTo>
                  <a:lnTo>
                    <a:pt x="496" y="2271"/>
                  </a:lnTo>
                  <a:cubicBezTo>
                    <a:pt x="1656" y="1686"/>
                    <a:pt x="1775" y="536"/>
                    <a:pt x="1775" y="536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"/>
            <p:cNvSpPr/>
            <p:nvPr/>
          </p:nvSpPr>
          <p:spPr>
            <a:xfrm>
              <a:off x="4082097" y="3071501"/>
              <a:ext cx="51811" cy="83476"/>
            </a:xfrm>
            <a:custGeom>
              <a:avLst/>
              <a:gdLst/>
              <a:ahLst/>
              <a:cxnLst/>
              <a:rect l="l" t="t" r="r" b="b"/>
              <a:pathLst>
                <a:path w="1201" h="1935" extrusionOk="0">
                  <a:moveTo>
                    <a:pt x="298" y="1"/>
                  </a:moveTo>
                  <a:lnTo>
                    <a:pt x="1" y="615"/>
                  </a:lnTo>
                  <a:cubicBezTo>
                    <a:pt x="90" y="1438"/>
                    <a:pt x="705" y="1934"/>
                    <a:pt x="705" y="1934"/>
                  </a:cubicBezTo>
                  <a:lnTo>
                    <a:pt x="1200" y="992"/>
                  </a:lnTo>
                  <a:cubicBezTo>
                    <a:pt x="169" y="824"/>
                    <a:pt x="298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"/>
            <p:cNvSpPr/>
            <p:nvPr/>
          </p:nvSpPr>
          <p:spPr>
            <a:xfrm>
              <a:off x="4907669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29" y="1"/>
                  </a:moveTo>
                  <a:lnTo>
                    <a:pt x="159" y="209"/>
                  </a:lnTo>
                  <a:lnTo>
                    <a:pt x="0" y="1905"/>
                  </a:lnTo>
                  <a:cubicBezTo>
                    <a:pt x="0" y="1905"/>
                    <a:pt x="119" y="2361"/>
                    <a:pt x="1031" y="2480"/>
                  </a:cubicBezTo>
                  <a:cubicBezTo>
                    <a:pt x="1104" y="2488"/>
                    <a:pt x="1175" y="2492"/>
                    <a:pt x="1243" y="2492"/>
                  </a:cubicBezTo>
                  <a:cubicBezTo>
                    <a:pt x="2253" y="2492"/>
                    <a:pt x="2767" y="1657"/>
                    <a:pt x="2767" y="1657"/>
                  </a:cubicBezTo>
                  <a:lnTo>
                    <a:pt x="242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"/>
            <p:cNvSpPr/>
            <p:nvPr/>
          </p:nvSpPr>
          <p:spPr>
            <a:xfrm>
              <a:off x="4857627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77" y="3614"/>
                    <a:pt x="1611" y="3614"/>
                  </a:cubicBezTo>
                  <a:cubicBezTo>
                    <a:pt x="2394" y="3614"/>
                    <a:pt x="3250" y="3100"/>
                    <a:pt x="334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"/>
            <p:cNvSpPr/>
            <p:nvPr/>
          </p:nvSpPr>
          <p:spPr>
            <a:xfrm>
              <a:off x="4911077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0" y="328"/>
                  </a:moveTo>
                  <a:cubicBezTo>
                    <a:pt x="0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"/>
            <p:cNvSpPr/>
            <p:nvPr/>
          </p:nvSpPr>
          <p:spPr>
            <a:xfrm>
              <a:off x="4864011" y="2833370"/>
              <a:ext cx="175450" cy="175752"/>
            </a:xfrm>
            <a:custGeom>
              <a:avLst/>
              <a:gdLst/>
              <a:ahLst/>
              <a:cxnLst/>
              <a:rect l="l" t="t" r="r" b="b"/>
              <a:pathLst>
                <a:path w="4067" h="4074" extrusionOk="0">
                  <a:moveTo>
                    <a:pt x="688" y="0"/>
                  </a:moveTo>
                  <a:cubicBezTo>
                    <a:pt x="292" y="0"/>
                    <a:pt x="1" y="171"/>
                    <a:pt x="60" y="682"/>
                  </a:cubicBezTo>
                  <a:cubicBezTo>
                    <a:pt x="100" y="1059"/>
                    <a:pt x="60" y="1426"/>
                    <a:pt x="348" y="1634"/>
                  </a:cubicBezTo>
                  <a:cubicBezTo>
                    <a:pt x="516" y="1802"/>
                    <a:pt x="715" y="1961"/>
                    <a:pt x="1171" y="2050"/>
                  </a:cubicBezTo>
                  <a:cubicBezTo>
                    <a:pt x="1706" y="2130"/>
                    <a:pt x="2083" y="2050"/>
                    <a:pt x="2618" y="2169"/>
                  </a:cubicBezTo>
                  <a:cubicBezTo>
                    <a:pt x="2331" y="2546"/>
                    <a:pt x="2410" y="3240"/>
                    <a:pt x="2539" y="3329"/>
                  </a:cubicBezTo>
                  <a:cubicBezTo>
                    <a:pt x="2539" y="3369"/>
                    <a:pt x="2579" y="3409"/>
                    <a:pt x="2618" y="3409"/>
                  </a:cubicBezTo>
                  <a:cubicBezTo>
                    <a:pt x="2698" y="3409"/>
                    <a:pt x="2787" y="3329"/>
                    <a:pt x="2906" y="3290"/>
                  </a:cubicBezTo>
                  <a:lnTo>
                    <a:pt x="2906" y="3290"/>
                  </a:lnTo>
                  <a:cubicBezTo>
                    <a:pt x="2866" y="3448"/>
                    <a:pt x="2866" y="3577"/>
                    <a:pt x="2866" y="3736"/>
                  </a:cubicBezTo>
                  <a:cubicBezTo>
                    <a:pt x="2866" y="3865"/>
                    <a:pt x="2906" y="3944"/>
                    <a:pt x="2995" y="4033"/>
                  </a:cubicBezTo>
                  <a:cubicBezTo>
                    <a:pt x="3075" y="4073"/>
                    <a:pt x="3194" y="4073"/>
                    <a:pt x="3283" y="4073"/>
                  </a:cubicBezTo>
                  <a:cubicBezTo>
                    <a:pt x="3818" y="4033"/>
                    <a:pt x="3897" y="3240"/>
                    <a:pt x="3937" y="2873"/>
                  </a:cubicBezTo>
                  <a:cubicBezTo>
                    <a:pt x="4026" y="2497"/>
                    <a:pt x="4066" y="2169"/>
                    <a:pt x="4066" y="1802"/>
                  </a:cubicBezTo>
                  <a:cubicBezTo>
                    <a:pt x="4066" y="1594"/>
                    <a:pt x="4066" y="1386"/>
                    <a:pt x="3987" y="1217"/>
                  </a:cubicBezTo>
                  <a:cubicBezTo>
                    <a:pt x="3858" y="1009"/>
                    <a:pt x="3689" y="851"/>
                    <a:pt x="3531" y="722"/>
                  </a:cubicBezTo>
                  <a:cubicBezTo>
                    <a:pt x="3322" y="603"/>
                    <a:pt x="2331" y="563"/>
                    <a:pt x="2123" y="434"/>
                  </a:cubicBezTo>
                  <a:cubicBezTo>
                    <a:pt x="1764" y="236"/>
                    <a:pt x="1153" y="0"/>
                    <a:pt x="68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"/>
            <p:cNvSpPr/>
            <p:nvPr/>
          </p:nvSpPr>
          <p:spPr>
            <a:xfrm>
              <a:off x="4975227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15" y="1"/>
                  </a:moveTo>
                  <a:cubicBezTo>
                    <a:pt x="372" y="1"/>
                    <a:pt x="274" y="197"/>
                    <a:pt x="209" y="359"/>
                  </a:cubicBezTo>
                  <a:lnTo>
                    <a:pt x="1" y="736"/>
                  </a:lnTo>
                  <a:cubicBezTo>
                    <a:pt x="80" y="905"/>
                    <a:pt x="169" y="1063"/>
                    <a:pt x="328" y="1103"/>
                  </a:cubicBezTo>
                  <a:cubicBezTo>
                    <a:pt x="342" y="1105"/>
                    <a:pt x="357" y="1106"/>
                    <a:pt x="371" y="1106"/>
                  </a:cubicBezTo>
                  <a:cubicBezTo>
                    <a:pt x="682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6" y="32"/>
                  </a:cubicBezTo>
                  <a:cubicBezTo>
                    <a:pt x="580" y="11"/>
                    <a:pt x="546" y="1"/>
                    <a:pt x="515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"/>
            <p:cNvSpPr/>
            <p:nvPr/>
          </p:nvSpPr>
          <p:spPr>
            <a:xfrm>
              <a:off x="4889680" y="2946612"/>
              <a:ext cx="18033" cy="39387"/>
            </a:xfrm>
            <a:custGeom>
              <a:avLst/>
              <a:gdLst/>
              <a:ahLst/>
              <a:cxnLst/>
              <a:rect l="l" t="t" r="r" b="b"/>
              <a:pathLst>
                <a:path w="418" h="913" fill="none" extrusionOk="0">
                  <a:moveTo>
                    <a:pt x="368" y="0"/>
                  </a:moveTo>
                  <a:cubicBezTo>
                    <a:pt x="368" y="0"/>
                    <a:pt x="1" y="576"/>
                    <a:pt x="40" y="744"/>
                  </a:cubicBezTo>
                  <a:cubicBezTo>
                    <a:pt x="80" y="913"/>
                    <a:pt x="417" y="823"/>
                    <a:pt x="417" y="82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"/>
            <p:cNvSpPr/>
            <p:nvPr/>
          </p:nvSpPr>
          <p:spPr>
            <a:xfrm>
              <a:off x="4886272" y="2994497"/>
              <a:ext cx="38955" cy="23598"/>
            </a:xfrm>
            <a:custGeom>
              <a:avLst/>
              <a:gdLst/>
              <a:ahLst/>
              <a:cxnLst/>
              <a:rect l="l" t="t" r="r" b="b"/>
              <a:pathLst>
                <a:path w="903" h="547" extrusionOk="0">
                  <a:moveTo>
                    <a:pt x="0" y="1"/>
                  </a:moveTo>
                  <a:cubicBezTo>
                    <a:pt x="0" y="1"/>
                    <a:pt x="40" y="546"/>
                    <a:pt x="496" y="546"/>
                  </a:cubicBezTo>
                  <a:cubicBezTo>
                    <a:pt x="903" y="546"/>
                    <a:pt x="903" y="51"/>
                    <a:pt x="903" y="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"/>
            <p:cNvSpPr/>
            <p:nvPr/>
          </p:nvSpPr>
          <p:spPr>
            <a:xfrm>
              <a:off x="4884934" y="2937380"/>
              <a:ext cx="7506" cy="11130"/>
            </a:xfrm>
            <a:custGeom>
              <a:avLst/>
              <a:gdLst/>
              <a:ahLst/>
              <a:cxnLst/>
              <a:rect l="l" t="t" r="r" b="b"/>
              <a:pathLst>
                <a:path w="174" h="258" extrusionOk="0">
                  <a:moveTo>
                    <a:pt x="114" y="0"/>
                  </a:moveTo>
                  <a:cubicBezTo>
                    <a:pt x="92" y="0"/>
                    <a:pt x="71" y="12"/>
                    <a:pt x="71" y="46"/>
                  </a:cubicBezTo>
                  <a:cubicBezTo>
                    <a:pt x="31" y="86"/>
                    <a:pt x="31" y="135"/>
                    <a:pt x="31" y="175"/>
                  </a:cubicBezTo>
                  <a:cubicBezTo>
                    <a:pt x="1" y="224"/>
                    <a:pt x="38" y="258"/>
                    <a:pt x="81" y="258"/>
                  </a:cubicBezTo>
                  <a:cubicBezTo>
                    <a:pt x="107" y="258"/>
                    <a:pt x="135" y="245"/>
                    <a:pt x="150" y="214"/>
                  </a:cubicBezTo>
                  <a:lnTo>
                    <a:pt x="150" y="46"/>
                  </a:lnTo>
                  <a:cubicBezTo>
                    <a:pt x="173" y="23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"/>
            <p:cNvSpPr/>
            <p:nvPr/>
          </p:nvSpPr>
          <p:spPr>
            <a:xfrm>
              <a:off x="4884115" y="2917967"/>
              <a:ext cx="18033" cy="9016"/>
            </a:xfrm>
            <a:custGeom>
              <a:avLst/>
              <a:gdLst/>
              <a:ahLst/>
              <a:cxnLst/>
              <a:rect l="l" t="t" r="r" b="b"/>
              <a:pathLst>
                <a:path w="418" h="209" fill="none" extrusionOk="0">
                  <a:moveTo>
                    <a:pt x="417" y="208"/>
                  </a:moveTo>
                  <a:cubicBezTo>
                    <a:pt x="41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"/>
            <p:cNvSpPr/>
            <p:nvPr/>
          </p:nvSpPr>
          <p:spPr>
            <a:xfrm>
              <a:off x="4936530" y="2948035"/>
              <a:ext cx="6687" cy="11173"/>
            </a:xfrm>
            <a:custGeom>
              <a:avLst/>
              <a:gdLst/>
              <a:ahLst/>
              <a:cxnLst/>
              <a:rect l="l" t="t" r="r" b="b"/>
              <a:pathLst>
                <a:path w="155" h="259" extrusionOk="0">
                  <a:moveTo>
                    <a:pt x="105" y="1"/>
                  </a:moveTo>
                  <a:cubicBezTo>
                    <a:pt x="89" y="1"/>
                    <a:pt x="75" y="13"/>
                    <a:pt x="75" y="47"/>
                  </a:cubicBezTo>
                  <a:cubicBezTo>
                    <a:pt x="25" y="86"/>
                    <a:pt x="25" y="136"/>
                    <a:pt x="25" y="176"/>
                  </a:cubicBezTo>
                  <a:cubicBezTo>
                    <a:pt x="1" y="225"/>
                    <a:pt x="41" y="259"/>
                    <a:pt x="84" y="259"/>
                  </a:cubicBezTo>
                  <a:cubicBezTo>
                    <a:pt x="111" y="259"/>
                    <a:pt x="139" y="246"/>
                    <a:pt x="154" y="215"/>
                  </a:cubicBezTo>
                  <a:lnTo>
                    <a:pt x="154" y="47"/>
                  </a:lnTo>
                  <a:cubicBezTo>
                    <a:pt x="154" y="24"/>
                    <a:pt x="128" y="1"/>
                    <a:pt x="105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"/>
            <p:cNvSpPr/>
            <p:nvPr/>
          </p:nvSpPr>
          <p:spPr>
            <a:xfrm>
              <a:off x="4935883" y="2928666"/>
              <a:ext cx="23123" cy="12424"/>
            </a:xfrm>
            <a:custGeom>
              <a:avLst/>
              <a:gdLst/>
              <a:ahLst/>
              <a:cxnLst/>
              <a:rect l="l" t="t" r="r" b="b"/>
              <a:pathLst>
                <a:path w="536" h="288" fill="none" extrusionOk="0">
                  <a:moveTo>
                    <a:pt x="1" y="89"/>
                  </a:moveTo>
                  <a:cubicBezTo>
                    <a:pt x="1" y="89"/>
                    <a:pt x="248" y="0"/>
                    <a:pt x="53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"/>
            <p:cNvSpPr/>
            <p:nvPr/>
          </p:nvSpPr>
          <p:spPr>
            <a:xfrm>
              <a:off x="4985925" y="4404339"/>
              <a:ext cx="313585" cy="413324"/>
            </a:xfrm>
            <a:custGeom>
              <a:avLst/>
              <a:gdLst/>
              <a:ahLst/>
              <a:cxnLst/>
              <a:rect l="l" t="t" r="r" b="b"/>
              <a:pathLst>
                <a:path w="7269" h="9581" extrusionOk="0">
                  <a:moveTo>
                    <a:pt x="2688" y="1"/>
                  </a:moveTo>
                  <a:lnTo>
                    <a:pt x="1" y="2767"/>
                  </a:lnTo>
                  <a:lnTo>
                    <a:pt x="3640" y="6367"/>
                  </a:lnTo>
                  <a:lnTo>
                    <a:pt x="2975" y="9212"/>
                  </a:lnTo>
                  <a:cubicBezTo>
                    <a:pt x="2936" y="9341"/>
                    <a:pt x="2975" y="9460"/>
                    <a:pt x="3055" y="9510"/>
                  </a:cubicBezTo>
                  <a:cubicBezTo>
                    <a:pt x="3108" y="9559"/>
                    <a:pt x="3166" y="9581"/>
                    <a:pt x="3222" y="9581"/>
                  </a:cubicBezTo>
                  <a:cubicBezTo>
                    <a:pt x="3302" y="9581"/>
                    <a:pt x="3379" y="9536"/>
                    <a:pt x="3431" y="9460"/>
                  </a:cubicBezTo>
                  <a:lnTo>
                    <a:pt x="7269" y="4631"/>
                  </a:lnTo>
                  <a:lnTo>
                    <a:pt x="5989" y="3679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"/>
            <p:cNvSpPr/>
            <p:nvPr/>
          </p:nvSpPr>
          <p:spPr>
            <a:xfrm>
              <a:off x="5108702" y="4561324"/>
              <a:ext cx="219453" cy="286148"/>
            </a:xfrm>
            <a:custGeom>
              <a:avLst/>
              <a:gdLst/>
              <a:ahLst/>
              <a:cxnLst/>
              <a:rect l="l" t="t" r="r" b="b"/>
              <a:pathLst>
                <a:path w="5087" h="6633" extrusionOk="0">
                  <a:moveTo>
                    <a:pt x="3143" y="1"/>
                  </a:moveTo>
                  <a:cubicBezTo>
                    <a:pt x="3143" y="1"/>
                    <a:pt x="2281" y="1855"/>
                    <a:pt x="794" y="2728"/>
                  </a:cubicBezTo>
                  <a:lnTo>
                    <a:pt x="0" y="5702"/>
                  </a:lnTo>
                  <a:cubicBezTo>
                    <a:pt x="0" y="5821"/>
                    <a:pt x="90" y="6029"/>
                    <a:pt x="209" y="6238"/>
                  </a:cubicBezTo>
                  <a:cubicBezTo>
                    <a:pt x="209" y="6238"/>
                    <a:pt x="604" y="6633"/>
                    <a:pt x="752" y="6633"/>
                  </a:cubicBezTo>
                  <a:cubicBezTo>
                    <a:pt x="770" y="6633"/>
                    <a:pt x="784" y="6627"/>
                    <a:pt x="794" y="6614"/>
                  </a:cubicBezTo>
                  <a:lnTo>
                    <a:pt x="5047" y="1201"/>
                  </a:lnTo>
                  <a:cubicBezTo>
                    <a:pt x="5087" y="1161"/>
                    <a:pt x="5087" y="1072"/>
                    <a:pt x="5047" y="1032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"/>
            <p:cNvSpPr/>
            <p:nvPr/>
          </p:nvSpPr>
          <p:spPr>
            <a:xfrm>
              <a:off x="5130100" y="4702045"/>
              <a:ext cx="34253" cy="5608"/>
            </a:xfrm>
            <a:custGeom>
              <a:avLst/>
              <a:gdLst/>
              <a:ahLst/>
              <a:cxnLst/>
              <a:rect l="l" t="t" r="r" b="b"/>
              <a:pathLst>
                <a:path w="794" h="130" fill="none" extrusionOk="0">
                  <a:moveTo>
                    <a:pt x="0" y="1"/>
                  </a:moveTo>
                  <a:cubicBezTo>
                    <a:pt x="298" y="1"/>
                    <a:pt x="545" y="41"/>
                    <a:pt x="793" y="13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"/>
            <p:cNvSpPr/>
            <p:nvPr/>
          </p:nvSpPr>
          <p:spPr>
            <a:xfrm>
              <a:off x="5128374" y="4720034"/>
              <a:ext cx="28688" cy="3451"/>
            </a:xfrm>
            <a:custGeom>
              <a:avLst/>
              <a:gdLst/>
              <a:ahLst/>
              <a:cxnLst/>
              <a:rect l="l" t="t" r="r" b="b"/>
              <a:pathLst>
                <a:path w="665" h="80" fill="none" extrusionOk="0">
                  <a:moveTo>
                    <a:pt x="0" y="0"/>
                  </a:moveTo>
                  <a:cubicBezTo>
                    <a:pt x="288" y="0"/>
                    <a:pt x="457" y="40"/>
                    <a:pt x="665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"/>
            <p:cNvSpPr/>
            <p:nvPr/>
          </p:nvSpPr>
          <p:spPr>
            <a:xfrm>
              <a:off x="5126649" y="4734140"/>
              <a:ext cx="24849" cy="3451"/>
            </a:xfrm>
            <a:custGeom>
              <a:avLst/>
              <a:gdLst/>
              <a:ahLst/>
              <a:cxnLst/>
              <a:rect l="l" t="t" r="r" b="b"/>
              <a:pathLst>
                <a:path w="576" h="80" fill="none" extrusionOk="0">
                  <a:moveTo>
                    <a:pt x="1" y="1"/>
                  </a:moveTo>
                  <a:cubicBezTo>
                    <a:pt x="169" y="1"/>
                    <a:pt x="417" y="40"/>
                    <a:pt x="576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"/>
            <p:cNvSpPr/>
            <p:nvPr/>
          </p:nvSpPr>
          <p:spPr>
            <a:xfrm>
              <a:off x="5124966" y="4596827"/>
              <a:ext cx="189083" cy="239168"/>
            </a:xfrm>
            <a:custGeom>
              <a:avLst/>
              <a:gdLst/>
              <a:ahLst/>
              <a:cxnLst/>
              <a:rect l="l" t="t" r="r" b="b"/>
              <a:pathLst>
                <a:path w="4383" h="5544" fill="none" extrusionOk="0">
                  <a:moveTo>
                    <a:pt x="4383" y="1"/>
                  </a:moveTo>
                  <a:lnTo>
                    <a:pt x="0" y="5543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"/>
            <p:cNvSpPr/>
            <p:nvPr/>
          </p:nvSpPr>
          <p:spPr>
            <a:xfrm>
              <a:off x="5230185" y="4575473"/>
              <a:ext cx="42795" cy="89429"/>
            </a:xfrm>
            <a:custGeom>
              <a:avLst/>
              <a:gdLst/>
              <a:ahLst/>
              <a:cxnLst/>
              <a:rect l="l" t="t" r="r" b="b"/>
              <a:pathLst>
                <a:path w="992" h="2073" fill="none" extrusionOk="0">
                  <a:moveTo>
                    <a:pt x="992" y="0"/>
                  </a:moveTo>
                  <a:cubicBezTo>
                    <a:pt x="992" y="0"/>
                    <a:pt x="0" y="1368"/>
                    <a:pt x="704" y="207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"/>
            <p:cNvSpPr/>
            <p:nvPr/>
          </p:nvSpPr>
          <p:spPr>
            <a:xfrm>
              <a:off x="5115950" y="4780343"/>
              <a:ext cx="48403" cy="7334"/>
            </a:xfrm>
            <a:custGeom>
              <a:avLst/>
              <a:gdLst/>
              <a:ahLst/>
              <a:cxnLst/>
              <a:rect l="l" t="t" r="r" b="b"/>
              <a:pathLst>
                <a:path w="1122" h="170" fill="none" extrusionOk="0">
                  <a:moveTo>
                    <a:pt x="1" y="0"/>
                  </a:moveTo>
                  <a:cubicBezTo>
                    <a:pt x="1" y="0"/>
                    <a:pt x="784" y="50"/>
                    <a:pt x="1121" y="169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"/>
            <p:cNvSpPr/>
            <p:nvPr/>
          </p:nvSpPr>
          <p:spPr>
            <a:xfrm>
              <a:off x="4648872" y="3668206"/>
              <a:ext cx="543693" cy="987733"/>
            </a:xfrm>
            <a:custGeom>
              <a:avLst/>
              <a:gdLst/>
              <a:ahLst/>
              <a:cxnLst/>
              <a:rect l="l" t="t" r="r" b="b"/>
              <a:pathLst>
                <a:path w="12603" h="22896" extrusionOk="0">
                  <a:moveTo>
                    <a:pt x="3064" y="1"/>
                  </a:moveTo>
                  <a:cubicBezTo>
                    <a:pt x="3064" y="1"/>
                    <a:pt x="0" y="9589"/>
                    <a:pt x="665" y="12980"/>
                  </a:cubicBezTo>
                  <a:cubicBezTo>
                    <a:pt x="952" y="14546"/>
                    <a:pt x="2727" y="16113"/>
                    <a:pt x="4631" y="17898"/>
                  </a:cubicBezTo>
                  <a:cubicBezTo>
                    <a:pt x="7278" y="20377"/>
                    <a:pt x="10164" y="22895"/>
                    <a:pt x="10164" y="22895"/>
                  </a:cubicBezTo>
                  <a:lnTo>
                    <a:pt x="12603" y="18552"/>
                  </a:lnTo>
                  <a:cubicBezTo>
                    <a:pt x="12603" y="18552"/>
                    <a:pt x="6693" y="12851"/>
                    <a:pt x="6693" y="11651"/>
                  </a:cubicBezTo>
                  <a:cubicBezTo>
                    <a:pt x="6693" y="9837"/>
                    <a:pt x="9797" y="377"/>
                    <a:pt x="9797" y="377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"/>
            <p:cNvSpPr/>
            <p:nvPr/>
          </p:nvSpPr>
          <p:spPr>
            <a:xfrm>
              <a:off x="4894813" y="3878641"/>
              <a:ext cx="276355" cy="600638"/>
            </a:xfrm>
            <a:custGeom>
              <a:avLst/>
              <a:gdLst/>
              <a:ahLst/>
              <a:cxnLst/>
              <a:rect l="l" t="t" r="r" b="b"/>
              <a:pathLst>
                <a:path w="6406" h="13923" fill="none" extrusionOk="0">
                  <a:moveTo>
                    <a:pt x="2152" y="1"/>
                  </a:moveTo>
                  <a:cubicBezTo>
                    <a:pt x="2152" y="1"/>
                    <a:pt x="1" y="5742"/>
                    <a:pt x="249" y="6942"/>
                  </a:cubicBezTo>
                  <a:cubicBezTo>
                    <a:pt x="496" y="8102"/>
                    <a:pt x="6406" y="13922"/>
                    <a:pt x="6406" y="1392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"/>
            <p:cNvSpPr/>
            <p:nvPr/>
          </p:nvSpPr>
          <p:spPr>
            <a:xfrm>
              <a:off x="4926910" y="4587854"/>
              <a:ext cx="278080" cy="303317"/>
            </a:xfrm>
            <a:custGeom>
              <a:avLst/>
              <a:gdLst/>
              <a:ahLst/>
              <a:cxnLst/>
              <a:rect l="l" t="t" r="r" b="b"/>
              <a:pathLst>
                <a:path w="6446" h="7031" extrusionOk="0">
                  <a:moveTo>
                    <a:pt x="2281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5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48" y="6991"/>
                  </a:cubicBezTo>
                  <a:lnTo>
                    <a:pt x="6445" y="7031"/>
                  </a:lnTo>
                  <a:lnTo>
                    <a:pt x="6406" y="5454"/>
                  </a:lnTo>
                  <a:lnTo>
                    <a:pt x="6078" y="417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"/>
            <p:cNvSpPr/>
            <p:nvPr/>
          </p:nvSpPr>
          <p:spPr>
            <a:xfrm>
              <a:off x="4911077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223" y="1"/>
                  </a:moveTo>
                  <a:lnTo>
                    <a:pt x="367" y="1191"/>
                  </a:lnTo>
                  <a:cubicBezTo>
                    <a:pt x="248" y="1240"/>
                    <a:pt x="169" y="1488"/>
                    <a:pt x="80" y="1647"/>
                  </a:cubicBezTo>
                  <a:cubicBezTo>
                    <a:pt x="80" y="1686"/>
                    <a:pt x="0" y="2390"/>
                    <a:pt x="119" y="2390"/>
                  </a:cubicBezTo>
                  <a:lnTo>
                    <a:pt x="7021" y="2390"/>
                  </a:lnTo>
                  <a:cubicBezTo>
                    <a:pt x="7110" y="2390"/>
                    <a:pt x="7149" y="2311"/>
                    <a:pt x="714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"/>
            <p:cNvSpPr/>
            <p:nvPr/>
          </p:nvSpPr>
          <p:spPr>
            <a:xfrm>
              <a:off x="5023155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9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"/>
            <p:cNvSpPr/>
            <p:nvPr/>
          </p:nvSpPr>
          <p:spPr>
            <a:xfrm>
              <a:off x="5007323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8" y="53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"/>
            <p:cNvSpPr/>
            <p:nvPr/>
          </p:nvSpPr>
          <p:spPr>
            <a:xfrm>
              <a:off x="4994899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0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"/>
            <p:cNvSpPr/>
            <p:nvPr/>
          </p:nvSpPr>
          <p:spPr>
            <a:xfrm>
              <a:off x="4912803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"/>
            <p:cNvSpPr/>
            <p:nvPr/>
          </p:nvSpPr>
          <p:spPr>
            <a:xfrm>
              <a:off x="5132214" y="4851782"/>
              <a:ext cx="78342" cy="44520"/>
            </a:xfrm>
            <a:custGeom>
              <a:avLst/>
              <a:gdLst/>
              <a:ahLst/>
              <a:cxnLst/>
              <a:rect l="l" t="t" r="r" b="b"/>
              <a:pathLst>
                <a:path w="1816" h="1032" fill="none" extrusionOk="0">
                  <a:moveTo>
                    <a:pt x="1815" y="0"/>
                  </a:moveTo>
                  <a:cubicBezTo>
                    <a:pt x="1815" y="0"/>
                    <a:pt x="120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"/>
            <p:cNvSpPr/>
            <p:nvPr/>
          </p:nvSpPr>
          <p:spPr>
            <a:xfrm>
              <a:off x="4952147" y="4855190"/>
              <a:ext cx="24849" cy="41112"/>
            </a:xfrm>
            <a:custGeom>
              <a:avLst/>
              <a:gdLst/>
              <a:ahLst/>
              <a:cxnLst/>
              <a:rect l="l" t="t" r="r" b="b"/>
              <a:pathLst>
                <a:path w="57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75" y="95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"/>
            <p:cNvSpPr/>
            <p:nvPr/>
          </p:nvSpPr>
          <p:spPr>
            <a:xfrm>
              <a:off x="4761381" y="3696851"/>
              <a:ext cx="76574" cy="53537"/>
            </a:xfrm>
            <a:custGeom>
              <a:avLst/>
              <a:gdLst/>
              <a:ahLst/>
              <a:cxnLst/>
              <a:rect l="l" t="t" r="r" b="b"/>
              <a:pathLst>
                <a:path w="1775" h="1241" fill="none" extrusionOk="0">
                  <a:moveTo>
                    <a:pt x="1775" y="1"/>
                  </a:moveTo>
                  <a:cubicBezTo>
                    <a:pt x="1656" y="1240"/>
                    <a:pt x="0" y="1201"/>
                    <a:pt x="0" y="1201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"/>
            <p:cNvSpPr/>
            <p:nvPr/>
          </p:nvSpPr>
          <p:spPr>
            <a:xfrm>
              <a:off x="4935883" y="3657508"/>
              <a:ext cx="297752" cy="1130182"/>
            </a:xfrm>
            <a:custGeom>
              <a:avLst/>
              <a:gdLst/>
              <a:ahLst/>
              <a:cxnLst/>
              <a:rect l="l" t="t" r="r" b="b"/>
              <a:pathLst>
                <a:path w="6902" h="26198" extrusionOk="0">
                  <a:moveTo>
                    <a:pt x="6654" y="1"/>
                  </a:moveTo>
                  <a:lnTo>
                    <a:pt x="40" y="249"/>
                  </a:lnTo>
                  <a:cubicBezTo>
                    <a:pt x="1" y="4800"/>
                    <a:pt x="1577" y="26157"/>
                    <a:pt x="1577" y="26157"/>
                  </a:cubicBezTo>
                  <a:lnTo>
                    <a:pt x="6902" y="26197"/>
                  </a:lnTo>
                  <a:lnTo>
                    <a:pt x="6485" y="3600"/>
                  </a:lnTo>
                  <a:cubicBezTo>
                    <a:pt x="6485" y="3521"/>
                    <a:pt x="6535" y="3471"/>
                    <a:pt x="6535" y="3392"/>
                  </a:cubicBezTo>
                  <a:cubicBezTo>
                    <a:pt x="6614" y="3065"/>
                    <a:pt x="6862" y="1736"/>
                    <a:pt x="6654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"/>
            <p:cNvSpPr/>
            <p:nvPr/>
          </p:nvSpPr>
          <p:spPr>
            <a:xfrm>
              <a:off x="5180142" y="3673771"/>
              <a:ext cx="28688" cy="1113918"/>
            </a:xfrm>
            <a:custGeom>
              <a:avLst/>
              <a:gdLst/>
              <a:ahLst/>
              <a:cxnLst/>
              <a:rect l="l" t="t" r="r" b="b"/>
              <a:pathLst>
                <a:path w="665" h="25821" fill="none" extrusionOk="0">
                  <a:moveTo>
                    <a:pt x="208" y="1"/>
                  </a:moveTo>
                  <a:cubicBezTo>
                    <a:pt x="288" y="1527"/>
                    <a:pt x="0" y="2192"/>
                    <a:pt x="40" y="3094"/>
                  </a:cubicBezTo>
                  <a:cubicBezTo>
                    <a:pt x="665" y="14051"/>
                    <a:pt x="575" y="25820"/>
                    <a:pt x="575" y="2582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"/>
            <p:cNvSpPr/>
            <p:nvPr/>
          </p:nvSpPr>
          <p:spPr>
            <a:xfrm>
              <a:off x="4937608" y="3686195"/>
              <a:ext cx="50086" cy="880315"/>
            </a:xfrm>
            <a:custGeom>
              <a:avLst/>
              <a:gdLst/>
              <a:ahLst/>
              <a:cxnLst/>
              <a:rect l="l" t="t" r="r" b="b"/>
              <a:pathLst>
                <a:path w="1161" h="20406" fill="none" extrusionOk="0">
                  <a:moveTo>
                    <a:pt x="0" y="0"/>
                  </a:moveTo>
                  <a:cubicBezTo>
                    <a:pt x="169" y="5533"/>
                    <a:pt x="1160" y="20406"/>
                    <a:pt x="1160" y="2040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"/>
            <p:cNvSpPr/>
            <p:nvPr/>
          </p:nvSpPr>
          <p:spPr>
            <a:xfrm>
              <a:off x="5069790" y="3696851"/>
              <a:ext cx="110395" cy="73209"/>
            </a:xfrm>
            <a:custGeom>
              <a:avLst/>
              <a:gdLst/>
              <a:ahLst/>
              <a:cxnLst/>
              <a:rect l="l" t="t" r="r" b="b"/>
              <a:pathLst>
                <a:path w="2559" h="1697" fill="none" extrusionOk="0">
                  <a:moveTo>
                    <a:pt x="0" y="1"/>
                  </a:moveTo>
                  <a:cubicBezTo>
                    <a:pt x="456" y="1369"/>
                    <a:pt x="2558" y="1696"/>
                    <a:pt x="2558" y="169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"/>
            <p:cNvSpPr/>
            <p:nvPr/>
          </p:nvSpPr>
          <p:spPr>
            <a:xfrm>
              <a:off x="4905512" y="3696851"/>
              <a:ext cx="35979" cy="117686"/>
            </a:xfrm>
            <a:custGeom>
              <a:avLst/>
              <a:gdLst/>
              <a:ahLst/>
              <a:cxnLst/>
              <a:rect l="l" t="t" r="r" b="b"/>
              <a:pathLst>
                <a:path w="834" h="2728" fill="none" extrusionOk="0">
                  <a:moveTo>
                    <a:pt x="129" y="1"/>
                  </a:moveTo>
                  <a:cubicBezTo>
                    <a:pt x="1" y="1369"/>
                    <a:pt x="90" y="2272"/>
                    <a:pt x="169" y="2480"/>
                  </a:cubicBezTo>
                  <a:cubicBezTo>
                    <a:pt x="209" y="2609"/>
                    <a:pt x="586" y="2648"/>
                    <a:pt x="833" y="2728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"/>
            <p:cNvSpPr/>
            <p:nvPr/>
          </p:nvSpPr>
          <p:spPr>
            <a:xfrm>
              <a:off x="5000032" y="4737549"/>
              <a:ext cx="233603" cy="43"/>
            </a:xfrm>
            <a:custGeom>
              <a:avLst/>
              <a:gdLst/>
              <a:ahLst/>
              <a:cxnLst/>
              <a:rect l="l" t="t" r="r" b="b"/>
              <a:pathLst>
                <a:path w="5415" h="1" fill="none" extrusionOk="0">
                  <a:moveTo>
                    <a:pt x="1" y="1"/>
                  </a:moveTo>
                  <a:lnTo>
                    <a:pt x="5415" y="1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"/>
            <p:cNvSpPr/>
            <p:nvPr/>
          </p:nvSpPr>
          <p:spPr>
            <a:xfrm>
              <a:off x="4461945" y="3117703"/>
              <a:ext cx="379459" cy="394127"/>
            </a:xfrm>
            <a:custGeom>
              <a:avLst/>
              <a:gdLst/>
              <a:ahLst/>
              <a:cxnLst/>
              <a:rect l="l" t="t" r="r" b="b"/>
              <a:pathLst>
                <a:path w="8796" h="9136" extrusionOk="0">
                  <a:moveTo>
                    <a:pt x="2102" y="1"/>
                  </a:moveTo>
                  <a:lnTo>
                    <a:pt x="0" y="1240"/>
                  </a:lnTo>
                  <a:cubicBezTo>
                    <a:pt x="0" y="1240"/>
                    <a:pt x="2975" y="6614"/>
                    <a:pt x="4333" y="8220"/>
                  </a:cubicBezTo>
                  <a:cubicBezTo>
                    <a:pt x="4757" y="8678"/>
                    <a:pt x="5151" y="9135"/>
                    <a:pt x="5721" y="9135"/>
                  </a:cubicBezTo>
                  <a:cubicBezTo>
                    <a:pt x="5818" y="9135"/>
                    <a:pt x="5920" y="9122"/>
                    <a:pt x="6029" y="9093"/>
                  </a:cubicBezTo>
                  <a:cubicBezTo>
                    <a:pt x="7556" y="8716"/>
                    <a:pt x="8795" y="3392"/>
                    <a:pt x="8795" y="3392"/>
                  </a:cubicBezTo>
                  <a:lnTo>
                    <a:pt x="6366" y="1528"/>
                  </a:lnTo>
                  <a:lnTo>
                    <a:pt x="5573" y="3838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"/>
            <p:cNvSpPr/>
            <p:nvPr/>
          </p:nvSpPr>
          <p:spPr>
            <a:xfrm>
              <a:off x="4763064" y="3065936"/>
              <a:ext cx="495377" cy="638256"/>
            </a:xfrm>
            <a:custGeom>
              <a:avLst/>
              <a:gdLst/>
              <a:ahLst/>
              <a:cxnLst/>
              <a:rect l="l" t="t" r="r" b="b"/>
              <a:pathLst>
                <a:path w="11483" h="14795" extrusionOk="0">
                  <a:moveTo>
                    <a:pt x="6119" y="1"/>
                  </a:moveTo>
                  <a:cubicBezTo>
                    <a:pt x="6119" y="1"/>
                    <a:pt x="5454" y="626"/>
                    <a:pt x="4592" y="626"/>
                  </a:cubicBezTo>
                  <a:cubicBezTo>
                    <a:pt x="3511" y="626"/>
                    <a:pt x="3352" y="249"/>
                    <a:pt x="3352" y="249"/>
                  </a:cubicBezTo>
                  <a:cubicBezTo>
                    <a:pt x="3352" y="249"/>
                    <a:pt x="784" y="1072"/>
                    <a:pt x="497" y="4750"/>
                  </a:cubicBezTo>
                  <a:cubicBezTo>
                    <a:pt x="1" y="10412"/>
                    <a:pt x="1" y="14795"/>
                    <a:pt x="1" y="14795"/>
                  </a:cubicBezTo>
                  <a:lnTo>
                    <a:pt x="10947" y="14795"/>
                  </a:lnTo>
                  <a:cubicBezTo>
                    <a:pt x="10947" y="14795"/>
                    <a:pt x="11483" y="1121"/>
                    <a:pt x="6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"/>
            <p:cNvSpPr/>
            <p:nvPr/>
          </p:nvSpPr>
          <p:spPr>
            <a:xfrm>
              <a:off x="4846928" y="3283229"/>
              <a:ext cx="402971" cy="316000"/>
            </a:xfrm>
            <a:custGeom>
              <a:avLst/>
              <a:gdLst/>
              <a:ahLst/>
              <a:cxnLst/>
              <a:rect l="l" t="t" r="r" b="b"/>
              <a:pathLst>
                <a:path w="9341" h="7325" extrusionOk="0">
                  <a:moveTo>
                    <a:pt x="9211" y="1"/>
                  </a:moveTo>
                  <a:lnTo>
                    <a:pt x="5245" y="169"/>
                  </a:lnTo>
                  <a:cubicBezTo>
                    <a:pt x="5245" y="169"/>
                    <a:pt x="5493" y="3640"/>
                    <a:pt x="5077" y="3848"/>
                  </a:cubicBezTo>
                  <a:cubicBezTo>
                    <a:pt x="4789" y="4056"/>
                    <a:pt x="40" y="4552"/>
                    <a:pt x="40" y="4552"/>
                  </a:cubicBezTo>
                  <a:lnTo>
                    <a:pt x="0" y="7239"/>
                  </a:lnTo>
                  <a:cubicBezTo>
                    <a:pt x="0" y="7239"/>
                    <a:pt x="1260" y="7324"/>
                    <a:pt x="2828" y="7324"/>
                  </a:cubicBezTo>
                  <a:cubicBezTo>
                    <a:pt x="5193" y="7324"/>
                    <a:pt x="8260" y="7130"/>
                    <a:pt x="8755" y="6158"/>
                  </a:cubicBezTo>
                  <a:cubicBezTo>
                    <a:pt x="9340" y="5048"/>
                    <a:pt x="9211" y="2361"/>
                    <a:pt x="921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"/>
            <p:cNvSpPr/>
            <p:nvPr/>
          </p:nvSpPr>
          <p:spPr>
            <a:xfrm>
              <a:off x="4693780" y="3073658"/>
              <a:ext cx="213931" cy="238305"/>
            </a:xfrm>
            <a:custGeom>
              <a:avLst/>
              <a:gdLst/>
              <a:ahLst/>
              <a:cxnLst/>
              <a:rect l="l" t="t" r="r" b="b"/>
              <a:pathLst>
                <a:path w="4959" h="5524" extrusionOk="0">
                  <a:moveTo>
                    <a:pt x="4048" y="1"/>
                  </a:moveTo>
                  <a:cubicBezTo>
                    <a:pt x="2757" y="1"/>
                    <a:pt x="1709" y="451"/>
                    <a:pt x="1240" y="1388"/>
                  </a:cubicBezTo>
                  <a:cubicBezTo>
                    <a:pt x="744" y="2430"/>
                    <a:pt x="0" y="4284"/>
                    <a:pt x="0" y="4284"/>
                  </a:cubicBezTo>
                  <a:lnTo>
                    <a:pt x="4006" y="5523"/>
                  </a:lnTo>
                  <a:lnTo>
                    <a:pt x="4958" y="70"/>
                  </a:lnTo>
                  <a:cubicBezTo>
                    <a:pt x="4645" y="24"/>
                    <a:pt x="4340" y="1"/>
                    <a:pt x="404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"/>
            <p:cNvSpPr/>
            <p:nvPr/>
          </p:nvSpPr>
          <p:spPr>
            <a:xfrm>
              <a:off x="4721994" y="3472310"/>
              <a:ext cx="203233" cy="139040"/>
            </a:xfrm>
            <a:custGeom>
              <a:avLst/>
              <a:gdLst/>
              <a:ahLst/>
              <a:cxnLst/>
              <a:rect l="l" t="t" r="r" b="b"/>
              <a:pathLst>
                <a:path w="4711" h="3223" extrusionOk="0">
                  <a:moveTo>
                    <a:pt x="4711" y="0"/>
                  </a:moveTo>
                  <a:lnTo>
                    <a:pt x="4711" y="0"/>
                  </a:lnTo>
                  <a:cubicBezTo>
                    <a:pt x="4710" y="0"/>
                    <a:pt x="2152" y="169"/>
                    <a:pt x="992" y="328"/>
                  </a:cubicBezTo>
                  <a:cubicBezTo>
                    <a:pt x="626" y="377"/>
                    <a:pt x="209" y="536"/>
                    <a:pt x="378" y="873"/>
                  </a:cubicBezTo>
                  <a:cubicBezTo>
                    <a:pt x="90" y="1032"/>
                    <a:pt x="41" y="1319"/>
                    <a:pt x="249" y="1567"/>
                  </a:cubicBezTo>
                  <a:cubicBezTo>
                    <a:pt x="1" y="1775"/>
                    <a:pt x="41" y="2152"/>
                    <a:pt x="338" y="2271"/>
                  </a:cubicBezTo>
                  <a:cubicBezTo>
                    <a:pt x="130" y="2400"/>
                    <a:pt x="41" y="2648"/>
                    <a:pt x="288" y="2896"/>
                  </a:cubicBezTo>
                  <a:cubicBezTo>
                    <a:pt x="457" y="3015"/>
                    <a:pt x="913" y="3223"/>
                    <a:pt x="1161" y="3223"/>
                  </a:cubicBezTo>
                  <a:cubicBezTo>
                    <a:pt x="1369" y="3223"/>
                    <a:pt x="1161" y="2896"/>
                    <a:pt x="913" y="2727"/>
                  </a:cubicBezTo>
                  <a:cubicBezTo>
                    <a:pt x="979" y="2719"/>
                    <a:pt x="1056" y="2716"/>
                    <a:pt x="1138" y="2716"/>
                  </a:cubicBezTo>
                  <a:cubicBezTo>
                    <a:pt x="1465" y="2716"/>
                    <a:pt x="1865" y="2767"/>
                    <a:pt x="1865" y="2767"/>
                  </a:cubicBezTo>
                  <a:lnTo>
                    <a:pt x="3471" y="289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"/>
            <p:cNvSpPr/>
            <p:nvPr/>
          </p:nvSpPr>
          <p:spPr>
            <a:xfrm>
              <a:off x="4736532" y="3561263"/>
              <a:ext cx="32139" cy="9016"/>
            </a:xfrm>
            <a:custGeom>
              <a:avLst/>
              <a:gdLst/>
              <a:ahLst/>
              <a:cxnLst/>
              <a:rect l="l" t="t" r="r" b="b"/>
              <a:pathLst>
                <a:path w="745" h="209" extrusionOk="0">
                  <a:moveTo>
                    <a:pt x="368" y="1"/>
                  </a:moveTo>
                  <a:cubicBezTo>
                    <a:pt x="289" y="50"/>
                    <a:pt x="199" y="50"/>
                    <a:pt x="160" y="90"/>
                  </a:cubicBezTo>
                  <a:cubicBezTo>
                    <a:pt x="80" y="130"/>
                    <a:pt x="41" y="169"/>
                    <a:pt x="1" y="209"/>
                  </a:cubicBezTo>
                  <a:cubicBezTo>
                    <a:pt x="120" y="169"/>
                    <a:pt x="249" y="130"/>
                    <a:pt x="368" y="90"/>
                  </a:cubicBezTo>
                  <a:cubicBezTo>
                    <a:pt x="497" y="90"/>
                    <a:pt x="616" y="50"/>
                    <a:pt x="745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"/>
            <p:cNvSpPr/>
            <p:nvPr/>
          </p:nvSpPr>
          <p:spPr>
            <a:xfrm>
              <a:off x="4731010" y="3531325"/>
              <a:ext cx="32096" cy="8628"/>
            </a:xfrm>
            <a:custGeom>
              <a:avLst/>
              <a:gdLst/>
              <a:ahLst/>
              <a:cxnLst/>
              <a:rect l="l" t="t" r="r" b="b"/>
              <a:pathLst>
                <a:path w="744" h="200" extrusionOk="0">
                  <a:moveTo>
                    <a:pt x="536" y="1"/>
                  </a:moveTo>
                  <a:cubicBezTo>
                    <a:pt x="496" y="1"/>
                    <a:pt x="417" y="1"/>
                    <a:pt x="377" y="40"/>
                  </a:cubicBezTo>
                  <a:cubicBezTo>
                    <a:pt x="288" y="40"/>
                    <a:pt x="208" y="80"/>
                    <a:pt x="169" y="80"/>
                  </a:cubicBezTo>
                  <a:cubicBezTo>
                    <a:pt x="79" y="120"/>
                    <a:pt x="40" y="159"/>
                    <a:pt x="0" y="199"/>
                  </a:cubicBezTo>
                  <a:cubicBezTo>
                    <a:pt x="129" y="159"/>
                    <a:pt x="248" y="120"/>
                    <a:pt x="377" y="120"/>
                  </a:cubicBezTo>
                  <a:cubicBezTo>
                    <a:pt x="496" y="80"/>
                    <a:pt x="625" y="80"/>
                    <a:pt x="744" y="40"/>
                  </a:cubicBezTo>
                  <a:cubicBezTo>
                    <a:pt x="704" y="1"/>
                    <a:pt x="625" y="1"/>
                    <a:pt x="536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"/>
            <p:cNvSpPr/>
            <p:nvPr/>
          </p:nvSpPr>
          <p:spPr>
            <a:xfrm>
              <a:off x="4738258" y="3503629"/>
              <a:ext cx="33822" cy="6342"/>
            </a:xfrm>
            <a:custGeom>
              <a:avLst/>
              <a:gdLst/>
              <a:ahLst/>
              <a:cxnLst/>
              <a:rect l="l" t="t" r="r" b="b"/>
              <a:pathLst>
                <a:path w="784" h="147" extrusionOk="0">
                  <a:moveTo>
                    <a:pt x="524" y="0"/>
                  </a:moveTo>
                  <a:cubicBezTo>
                    <a:pt x="482" y="0"/>
                    <a:pt x="427" y="18"/>
                    <a:pt x="368" y="18"/>
                  </a:cubicBezTo>
                  <a:cubicBezTo>
                    <a:pt x="328" y="18"/>
                    <a:pt x="249" y="58"/>
                    <a:pt x="209" y="58"/>
                  </a:cubicBezTo>
                  <a:cubicBezTo>
                    <a:pt x="120" y="97"/>
                    <a:pt x="80" y="97"/>
                    <a:pt x="1" y="147"/>
                  </a:cubicBezTo>
                  <a:lnTo>
                    <a:pt x="407" y="97"/>
                  </a:lnTo>
                  <a:cubicBezTo>
                    <a:pt x="536" y="58"/>
                    <a:pt x="655" y="58"/>
                    <a:pt x="784" y="18"/>
                  </a:cubicBezTo>
                  <a:lnTo>
                    <a:pt x="576" y="18"/>
                  </a:lnTo>
                  <a:cubicBezTo>
                    <a:pt x="563" y="5"/>
                    <a:pt x="545" y="0"/>
                    <a:pt x="524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"/>
            <p:cNvSpPr/>
            <p:nvPr/>
          </p:nvSpPr>
          <p:spPr>
            <a:xfrm>
              <a:off x="5026995" y="3065677"/>
              <a:ext cx="233603" cy="269366"/>
            </a:xfrm>
            <a:custGeom>
              <a:avLst/>
              <a:gdLst/>
              <a:ahLst/>
              <a:cxnLst/>
              <a:rect l="l" t="t" r="r" b="b"/>
              <a:pathLst>
                <a:path w="5415" h="6244" extrusionOk="0">
                  <a:moveTo>
                    <a:pt x="290" y="1"/>
                  </a:moveTo>
                  <a:cubicBezTo>
                    <a:pt x="108" y="1"/>
                    <a:pt x="1" y="7"/>
                    <a:pt x="1" y="7"/>
                  </a:cubicBezTo>
                  <a:lnTo>
                    <a:pt x="704" y="3477"/>
                  </a:lnTo>
                  <a:lnTo>
                    <a:pt x="903" y="6244"/>
                  </a:lnTo>
                  <a:lnTo>
                    <a:pt x="5414" y="5956"/>
                  </a:lnTo>
                  <a:cubicBezTo>
                    <a:pt x="5414" y="5956"/>
                    <a:pt x="5325" y="3606"/>
                    <a:pt x="4542" y="1821"/>
                  </a:cubicBezTo>
                  <a:cubicBezTo>
                    <a:pt x="3826" y="144"/>
                    <a:pt x="1175" y="1"/>
                    <a:pt x="29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"/>
            <p:cNvSpPr/>
            <p:nvPr/>
          </p:nvSpPr>
          <p:spPr>
            <a:xfrm>
              <a:off x="5057365" y="3226371"/>
              <a:ext cx="8585" cy="108670"/>
            </a:xfrm>
            <a:custGeom>
              <a:avLst/>
              <a:gdLst/>
              <a:ahLst/>
              <a:cxnLst/>
              <a:rect l="l" t="t" r="r" b="b"/>
              <a:pathLst>
                <a:path w="199" h="2519" fill="none" extrusionOk="0">
                  <a:moveTo>
                    <a:pt x="199" y="2519"/>
                  </a:moveTo>
                  <a:cubicBezTo>
                    <a:pt x="80" y="952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"/>
            <p:cNvSpPr/>
            <p:nvPr/>
          </p:nvSpPr>
          <p:spPr>
            <a:xfrm>
              <a:off x="4782735" y="3181851"/>
              <a:ext cx="23166" cy="105305"/>
            </a:xfrm>
            <a:custGeom>
              <a:avLst/>
              <a:gdLst/>
              <a:ahLst/>
              <a:cxnLst/>
              <a:rect l="l" t="t" r="r" b="b"/>
              <a:pathLst>
                <a:path w="537" h="2441" fill="none" extrusionOk="0">
                  <a:moveTo>
                    <a:pt x="1" y="2440"/>
                  </a:moveTo>
                  <a:cubicBezTo>
                    <a:pt x="1" y="2440"/>
                    <a:pt x="209" y="576"/>
                    <a:pt x="536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"/>
            <p:cNvSpPr/>
            <p:nvPr/>
          </p:nvSpPr>
          <p:spPr>
            <a:xfrm>
              <a:off x="4702322" y="3283229"/>
              <a:ext cx="50086" cy="85590"/>
            </a:xfrm>
            <a:custGeom>
              <a:avLst/>
              <a:gdLst/>
              <a:ahLst/>
              <a:cxnLst/>
              <a:rect l="l" t="t" r="r" b="b"/>
              <a:pathLst>
                <a:path w="1161" h="1984" fill="none" extrusionOk="0">
                  <a:moveTo>
                    <a:pt x="1" y="1"/>
                  </a:moveTo>
                  <a:cubicBezTo>
                    <a:pt x="1" y="1"/>
                    <a:pt x="1042" y="1201"/>
                    <a:pt x="1161" y="198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"/>
            <p:cNvSpPr/>
            <p:nvPr/>
          </p:nvSpPr>
          <p:spPr>
            <a:xfrm>
              <a:off x="4411903" y="3031985"/>
              <a:ext cx="192534" cy="223077"/>
            </a:xfrm>
            <a:custGeom>
              <a:avLst/>
              <a:gdLst/>
              <a:ahLst/>
              <a:cxnLst/>
              <a:rect l="l" t="t" r="r" b="b"/>
              <a:pathLst>
                <a:path w="4463" h="5171" extrusionOk="0">
                  <a:moveTo>
                    <a:pt x="1097" y="1"/>
                  </a:moveTo>
                  <a:cubicBezTo>
                    <a:pt x="1091" y="1"/>
                    <a:pt x="1086" y="2"/>
                    <a:pt x="1081" y="5"/>
                  </a:cubicBezTo>
                  <a:cubicBezTo>
                    <a:pt x="833" y="124"/>
                    <a:pt x="1735" y="1363"/>
                    <a:pt x="1735" y="1363"/>
                  </a:cubicBezTo>
                  <a:cubicBezTo>
                    <a:pt x="1735" y="1363"/>
                    <a:pt x="789" y="198"/>
                    <a:pt x="503" y="198"/>
                  </a:cubicBezTo>
                  <a:cubicBezTo>
                    <a:pt x="484" y="198"/>
                    <a:pt x="469" y="203"/>
                    <a:pt x="456" y="213"/>
                  </a:cubicBezTo>
                  <a:cubicBezTo>
                    <a:pt x="337" y="332"/>
                    <a:pt x="1121" y="1363"/>
                    <a:pt x="1369" y="1819"/>
                  </a:cubicBezTo>
                  <a:cubicBezTo>
                    <a:pt x="1059" y="1400"/>
                    <a:pt x="515" y="813"/>
                    <a:pt x="328" y="813"/>
                  </a:cubicBezTo>
                  <a:cubicBezTo>
                    <a:pt x="312" y="813"/>
                    <a:pt x="298" y="818"/>
                    <a:pt x="288" y="828"/>
                  </a:cubicBezTo>
                  <a:cubicBezTo>
                    <a:pt x="169" y="956"/>
                    <a:pt x="665" y="1700"/>
                    <a:pt x="1031" y="2275"/>
                  </a:cubicBezTo>
                  <a:cubicBezTo>
                    <a:pt x="801" y="1971"/>
                    <a:pt x="321" y="1443"/>
                    <a:pt x="160" y="1443"/>
                  </a:cubicBezTo>
                  <a:cubicBezTo>
                    <a:pt x="148" y="1443"/>
                    <a:pt x="137" y="1446"/>
                    <a:pt x="129" y="1452"/>
                  </a:cubicBezTo>
                  <a:cubicBezTo>
                    <a:pt x="0" y="1571"/>
                    <a:pt x="1160" y="3435"/>
                    <a:pt x="2271" y="5170"/>
                  </a:cubicBezTo>
                  <a:lnTo>
                    <a:pt x="4462" y="3306"/>
                  </a:lnTo>
                  <a:cubicBezTo>
                    <a:pt x="3853" y="2569"/>
                    <a:pt x="2346" y="292"/>
                    <a:pt x="2118" y="292"/>
                  </a:cubicBezTo>
                  <a:cubicBezTo>
                    <a:pt x="2116" y="292"/>
                    <a:pt x="2114" y="292"/>
                    <a:pt x="2112" y="292"/>
                  </a:cubicBezTo>
                  <a:cubicBezTo>
                    <a:pt x="1944" y="332"/>
                    <a:pt x="2439" y="1204"/>
                    <a:pt x="2271" y="1204"/>
                  </a:cubicBezTo>
                  <a:cubicBezTo>
                    <a:pt x="2117" y="1204"/>
                    <a:pt x="1292" y="1"/>
                    <a:pt x="109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"/>
            <p:cNvSpPr/>
            <p:nvPr/>
          </p:nvSpPr>
          <p:spPr>
            <a:xfrm>
              <a:off x="4472644" y="3139100"/>
              <a:ext cx="39387" cy="32139"/>
            </a:xfrm>
            <a:custGeom>
              <a:avLst/>
              <a:gdLst/>
              <a:ahLst/>
              <a:cxnLst/>
              <a:rect l="l" t="t" r="r" b="b"/>
              <a:pathLst>
                <a:path w="913" h="745" fill="none" extrusionOk="0">
                  <a:moveTo>
                    <a:pt x="0" y="0"/>
                  </a:moveTo>
                  <a:cubicBezTo>
                    <a:pt x="367" y="169"/>
                    <a:pt x="704" y="417"/>
                    <a:pt x="912" y="74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"/>
            <p:cNvSpPr/>
            <p:nvPr/>
          </p:nvSpPr>
          <p:spPr>
            <a:xfrm>
              <a:off x="4517122" y="3099757"/>
              <a:ext cx="24849" cy="44520"/>
            </a:xfrm>
            <a:custGeom>
              <a:avLst/>
              <a:gdLst/>
              <a:ahLst/>
              <a:cxnLst/>
              <a:rect l="l" t="t" r="r" b="b"/>
              <a:pathLst>
                <a:path w="576" h="1032" fill="none" extrusionOk="0">
                  <a:moveTo>
                    <a:pt x="0" y="0"/>
                  </a:moveTo>
                  <a:cubicBezTo>
                    <a:pt x="40" y="417"/>
                    <a:pt x="248" y="783"/>
                    <a:pt x="576" y="103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"/>
            <p:cNvSpPr/>
            <p:nvPr/>
          </p:nvSpPr>
          <p:spPr>
            <a:xfrm>
              <a:off x="4798568" y="3057998"/>
              <a:ext cx="32139" cy="59749"/>
            </a:xfrm>
            <a:custGeom>
              <a:avLst/>
              <a:gdLst/>
              <a:ahLst/>
              <a:cxnLst/>
              <a:rect l="l" t="t" r="r" b="b"/>
              <a:pathLst>
                <a:path w="745" h="1385" extrusionOk="0">
                  <a:moveTo>
                    <a:pt x="496" y="0"/>
                  </a:moveTo>
                  <a:cubicBezTo>
                    <a:pt x="467" y="0"/>
                    <a:pt x="440" y="5"/>
                    <a:pt x="417" y="16"/>
                  </a:cubicBezTo>
                  <a:cubicBezTo>
                    <a:pt x="130" y="185"/>
                    <a:pt x="1" y="849"/>
                    <a:pt x="50" y="1176"/>
                  </a:cubicBezTo>
                  <a:cubicBezTo>
                    <a:pt x="50" y="1256"/>
                    <a:pt x="90" y="1385"/>
                    <a:pt x="169" y="1385"/>
                  </a:cubicBezTo>
                  <a:cubicBezTo>
                    <a:pt x="209" y="1385"/>
                    <a:pt x="249" y="1305"/>
                    <a:pt x="298" y="1256"/>
                  </a:cubicBezTo>
                  <a:cubicBezTo>
                    <a:pt x="417" y="1008"/>
                    <a:pt x="496" y="562"/>
                    <a:pt x="625" y="353"/>
                  </a:cubicBezTo>
                  <a:lnTo>
                    <a:pt x="744" y="66"/>
                  </a:lnTo>
                  <a:cubicBezTo>
                    <a:pt x="659" y="30"/>
                    <a:pt x="569" y="0"/>
                    <a:pt x="496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"/>
            <p:cNvSpPr/>
            <p:nvPr/>
          </p:nvSpPr>
          <p:spPr>
            <a:xfrm>
              <a:off x="4814832" y="3055064"/>
              <a:ext cx="41112" cy="64753"/>
            </a:xfrm>
            <a:custGeom>
              <a:avLst/>
              <a:gdLst/>
              <a:ahLst/>
              <a:cxnLst/>
              <a:rect l="l" t="t" r="r" b="b"/>
              <a:pathLst>
                <a:path w="953" h="1501" extrusionOk="0">
                  <a:moveTo>
                    <a:pt x="612" y="1"/>
                  </a:moveTo>
                  <a:cubicBezTo>
                    <a:pt x="496" y="1"/>
                    <a:pt x="395" y="43"/>
                    <a:pt x="328" y="84"/>
                  </a:cubicBezTo>
                  <a:cubicBezTo>
                    <a:pt x="80" y="293"/>
                    <a:pt x="1" y="996"/>
                    <a:pt x="80" y="1324"/>
                  </a:cubicBezTo>
                  <a:cubicBezTo>
                    <a:pt x="80" y="1401"/>
                    <a:pt x="109" y="1500"/>
                    <a:pt x="175" y="1500"/>
                  </a:cubicBezTo>
                  <a:cubicBezTo>
                    <a:pt x="185" y="1500"/>
                    <a:pt x="197" y="1498"/>
                    <a:pt x="209" y="1492"/>
                  </a:cubicBezTo>
                  <a:cubicBezTo>
                    <a:pt x="288" y="1492"/>
                    <a:pt x="288" y="1413"/>
                    <a:pt x="328" y="1373"/>
                  </a:cubicBezTo>
                  <a:cubicBezTo>
                    <a:pt x="457" y="1125"/>
                    <a:pt x="496" y="630"/>
                    <a:pt x="615" y="332"/>
                  </a:cubicBezTo>
                  <a:lnTo>
                    <a:pt x="952" y="134"/>
                  </a:lnTo>
                  <a:cubicBezTo>
                    <a:pt x="835" y="35"/>
                    <a:pt x="717" y="1"/>
                    <a:pt x="61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"/>
            <p:cNvSpPr/>
            <p:nvPr/>
          </p:nvSpPr>
          <p:spPr>
            <a:xfrm>
              <a:off x="4832778" y="3054072"/>
              <a:ext cx="33865" cy="68808"/>
            </a:xfrm>
            <a:custGeom>
              <a:avLst/>
              <a:gdLst/>
              <a:ahLst/>
              <a:cxnLst/>
              <a:rect l="l" t="t" r="r" b="b"/>
              <a:pathLst>
                <a:path w="785" h="1595" extrusionOk="0">
                  <a:moveTo>
                    <a:pt x="433" y="1"/>
                  </a:moveTo>
                  <a:cubicBezTo>
                    <a:pt x="386" y="1"/>
                    <a:pt x="348" y="8"/>
                    <a:pt x="328" y="28"/>
                  </a:cubicBezTo>
                  <a:cubicBezTo>
                    <a:pt x="80" y="276"/>
                    <a:pt x="1" y="1099"/>
                    <a:pt x="80" y="1436"/>
                  </a:cubicBezTo>
                  <a:cubicBezTo>
                    <a:pt x="120" y="1515"/>
                    <a:pt x="160" y="1595"/>
                    <a:pt x="249" y="1595"/>
                  </a:cubicBezTo>
                  <a:cubicBezTo>
                    <a:pt x="288" y="1595"/>
                    <a:pt x="328" y="1515"/>
                    <a:pt x="368" y="1436"/>
                  </a:cubicBezTo>
                  <a:cubicBezTo>
                    <a:pt x="447" y="1188"/>
                    <a:pt x="447" y="692"/>
                    <a:pt x="536" y="405"/>
                  </a:cubicBezTo>
                  <a:lnTo>
                    <a:pt x="784" y="68"/>
                  </a:lnTo>
                  <a:cubicBezTo>
                    <a:pt x="784" y="68"/>
                    <a:pt x="572" y="1"/>
                    <a:pt x="433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"/>
            <p:cNvSpPr/>
            <p:nvPr/>
          </p:nvSpPr>
          <p:spPr>
            <a:xfrm>
              <a:off x="4848610" y="3055927"/>
              <a:ext cx="59102" cy="63977"/>
            </a:xfrm>
            <a:custGeom>
              <a:avLst/>
              <a:gdLst/>
              <a:ahLst/>
              <a:cxnLst/>
              <a:rect l="l" t="t" r="r" b="b"/>
              <a:pathLst>
                <a:path w="1370" h="1483" extrusionOk="0">
                  <a:moveTo>
                    <a:pt x="451" y="0"/>
                  </a:moveTo>
                  <a:cubicBezTo>
                    <a:pt x="337" y="0"/>
                    <a:pt x="234" y="40"/>
                    <a:pt x="169" y="154"/>
                  </a:cubicBezTo>
                  <a:cubicBezTo>
                    <a:pt x="1" y="441"/>
                    <a:pt x="80" y="1016"/>
                    <a:pt x="169" y="1353"/>
                  </a:cubicBezTo>
                  <a:cubicBezTo>
                    <a:pt x="202" y="1418"/>
                    <a:pt x="234" y="1483"/>
                    <a:pt x="267" y="1483"/>
                  </a:cubicBezTo>
                  <a:cubicBezTo>
                    <a:pt x="274" y="1483"/>
                    <a:pt x="281" y="1480"/>
                    <a:pt x="288" y="1472"/>
                  </a:cubicBezTo>
                  <a:cubicBezTo>
                    <a:pt x="378" y="1472"/>
                    <a:pt x="378" y="1393"/>
                    <a:pt x="417" y="1353"/>
                  </a:cubicBezTo>
                  <a:cubicBezTo>
                    <a:pt x="456" y="1189"/>
                    <a:pt x="457" y="479"/>
                    <a:pt x="649" y="479"/>
                  </a:cubicBezTo>
                  <a:cubicBezTo>
                    <a:pt x="654" y="479"/>
                    <a:pt x="660" y="480"/>
                    <a:pt x="665" y="481"/>
                  </a:cubicBezTo>
                  <a:cubicBezTo>
                    <a:pt x="625" y="610"/>
                    <a:pt x="576" y="729"/>
                    <a:pt x="536" y="858"/>
                  </a:cubicBezTo>
                  <a:cubicBezTo>
                    <a:pt x="536" y="897"/>
                    <a:pt x="536" y="937"/>
                    <a:pt x="576" y="976"/>
                  </a:cubicBezTo>
                  <a:cubicBezTo>
                    <a:pt x="625" y="976"/>
                    <a:pt x="665" y="937"/>
                    <a:pt x="665" y="937"/>
                  </a:cubicBezTo>
                  <a:cubicBezTo>
                    <a:pt x="784" y="808"/>
                    <a:pt x="953" y="689"/>
                    <a:pt x="1072" y="610"/>
                  </a:cubicBezTo>
                  <a:cubicBezTo>
                    <a:pt x="1161" y="560"/>
                    <a:pt x="1369" y="481"/>
                    <a:pt x="1369" y="481"/>
                  </a:cubicBezTo>
                  <a:cubicBezTo>
                    <a:pt x="1369" y="481"/>
                    <a:pt x="992" y="114"/>
                    <a:pt x="744" y="64"/>
                  </a:cubicBezTo>
                  <a:cubicBezTo>
                    <a:pt x="650" y="28"/>
                    <a:pt x="547" y="0"/>
                    <a:pt x="451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"/>
            <p:cNvSpPr/>
            <p:nvPr/>
          </p:nvSpPr>
          <p:spPr>
            <a:xfrm>
              <a:off x="4848610" y="3056963"/>
              <a:ext cx="14193" cy="32139"/>
            </a:xfrm>
            <a:custGeom>
              <a:avLst/>
              <a:gdLst/>
              <a:ahLst/>
              <a:cxnLst/>
              <a:rect l="l" t="t" r="r" b="b"/>
              <a:pathLst>
                <a:path w="329" h="745" extrusionOk="0">
                  <a:moveTo>
                    <a:pt x="249" y="1"/>
                  </a:moveTo>
                  <a:cubicBezTo>
                    <a:pt x="1" y="130"/>
                    <a:pt x="1" y="496"/>
                    <a:pt x="40" y="744"/>
                  </a:cubicBezTo>
                  <a:cubicBezTo>
                    <a:pt x="40" y="744"/>
                    <a:pt x="80" y="744"/>
                    <a:pt x="80" y="705"/>
                  </a:cubicBezTo>
                  <a:cubicBezTo>
                    <a:pt x="130" y="457"/>
                    <a:pt x="40" y="209"/>
                    <a:pt x="288" y="40"/>
                  </a:cubicBezTo>
                  <a:cubicBezTo>
                    <a:pt x="328" y="40"/>
                    <a:pt x="288" y="1"/>
                    <a:pt x="249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"/>
            <p:cNvSpPr/>
            <p:nvPr/>
          </p:nvSpPr>
          <p:spPr>
            <a:xfrm>
              <a:off x="4832778" y="3055237"/>
              <a:ext cx="15876" cy="37704"/>
            </a:xfrm>
            <a:custGeom>
              <a:avLst/>
              <a:gdLst/>
              <a:ahLst/>
              <a:cxnLst/>
              <a:rect l="l" t="t" r="r" b="b"/>
              <a:pathLst>
                <a:path w="368" h="874" extrusionOk="0">
                  <a:moveTo>
                    <a:pt x="328" y="1"/>
                  </a:moveTo>
                  <a:cubicBezTo>
                    <a:pt x="41" y="130"/>
                    <a:pt x="1" y="576"/>
                    <a:pt x="41" y="874"/>
                  </a:cubicBezTo>
                  <a:cubicBezTo>
                    <a:pt x="41" y="874"/>
                    <a:pt x="80" y="874"/>
                    <a:pt x="80" y="824"/>
                  </a:cubicBezTo>
                  <a:cubicBezTo>
                    <a:pt x="120" y="576"/>
                    <a:pt x="80" y="209"/>
                    <a:pt x="328" y="41"/>
                  </a:cubicBezTo>
                  <a:cubicBezTo>
                    <a:pt x="368" y="1"/>
                    <a:pt x="328" y="1"/>
                    <a:pt x="328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"/>
            <p:cNvSpPr/>
            <p:nvPr/>
          </p:nvSpPr>
          <p:spPr>
            <a:xfrm>
              <a:off x="4814832" y="3058688"/>
              <a:ext cx="15876" cy="38955"/>
            </a:xfrm>
            <a:custGeom>
              <a:avLst/>
              <a:gdLst/>
              <a:ahLst/>
              <a:cxnLst/>
              <a:rect l="l" t="t" r="r" b="b"/>
              <a:pathLst>
                <a:path w="368" h="903" extrusionOk="0">
                  <a:moveTo>
                    <a:pt x="288" y="0"/>
                  </a:moveTo>
                  <a:cubicBezTo>
                    <a:pt x="40" y="169"/>
                    <a:pt x="1" y="625"/>
                    <a:pt x="40" y="873"/>
                  </a:cubicBezTo>
                  <a:cubicBezTo>
                    <a:pt x="40" y="893"/>
                    <a:pt x="50" y="903"/>
                    <a:pt x="60" y="903"/>
                  </a:cubicBezTo>
                  <a:cubicBezTo>
                    <a:pt x="70" y="903"/>
                    <a:pt x="80" y="893"/>
                    <a:pt x="80" y="873"/>
                  </a:cubicBezTo>
                  <a:cubicBezTo>
                    <a:pt x="169" y="625"/>
                    <a:pt x="80" y="248"/>
                    <a:pt x="328" y="50"/>
                  </a:cubicBezTo>
                  <a:cubicBezTo>
                    <a:pt x="367" y="50"/>
                    <a:pt x="328" y="0"/>
                    <a:pt x="288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"/>
            <p:cNvSpPr/>
            <p:nvPr/>
          </p:nvSpPr>
          <p:spPr>
            <a:xfrm>
              <a:off x="5320865" y="3390172"/>
              <a:ext cx="43" cy="32139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"/>
            <p:cNvSpPr/>
            <p:nvPr/>
          </p:nvSpPr>
          <p:spPr>
            <a:xfrm>
              <a:off x="5303307" y="3406436"/>
              <a:ext cx="33865" cy="43"/>
            </a:xfrm>
            <a:custGeom>
              <a:avLst/>
              <a:gdLst/>
              <a:ahLst/>
              <a:cxnLst/>
              <a:rect l="l" t="t" r="r" b="b"/>
              <a:pathLst>
                <a:path w="785" h="1" fill="none" extrusionOk="0">
                  <a:moveTo>
                    <a:pt x="784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"/>
            <p:cNvSpPr/>
            <p:nvPr/>
          </p:nvSpPr>
          <p:spPr>
            <a:xfrm>
              <a:off x="3661610" y="334397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78"/>
                  </a:moveTo>
                  <a:cubicBezTo>
                    <a:pt x="744" y="576"/>
                    <a:pt x="576" y="744"/>
                    <a:pt x="378" y="744"/>
                  </a:cubicBezTo>
                  <a:cubicBezTo>
                    <a:pt x="169" y="744"/>
                    <a:pt x="1" y="576"/>
                    <a:pt x="1" y="378"/>
                  </a:cubicBezTo>
                  <a:cubicBezTo>
                    <a:pt x="1" y="169"/>
                    <a:pt x="169" y="1"/>
                    <a:pt x="378" y="1"/>
                  </a:cubicBezTo>
                  <a:cubicBezTo>
                    <a:pt x="576" y="1"/>
                    <a:pt x="744" y="169"/>
                    <a:pt x="744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"/>
            <p:cNvSpPr/>
            <p:nvPr/>
          </p:nvSpPr>
          <p:spPr>
            <a:xfrm>
              <a:off x="4657845" y="3071501"/>
              <a:ext cx="43" cy="58670"/>
            </a:xfrm>
            <a:custGeom>
              <a:avLst/>
              <a:gdLst/>
              <a:ahLst/>
              <a:cxnLst/>
              <a:rect l="l" t="t" r="r" b="b"/>
              <a:pathLst>
                <a:path w="1" h="1360" fill="none" extrusionOk="0">
                  <a:moveTo>
                    <a:pt x="1" y="1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"/>
            <p:cNvSpPr/>
            <p:nvPr/>
          </p:nvSpPr>
          <p:spPr>
            <a:xfrm>
              <a:off x="4629631" y="3099757"/>
              <a:ext cx="56902" cy="43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"/>
            <p:cNvSpPr/>
            <p:nvPr/>
          </p:nvSpPr>
          <p:spPr>
            <a:xfrm>
              <a:off x="2681207" y="3041130"/>
              <a:ext cx="55651" cy="55219"/>
            </a:xfrm>
            <a:custGeom>
              <a:avLst/>
              <a:gdLst/>
              <a:ahLst/>
              <a:cxnLst/>
              <a:rect l="l" t="t" r="r" b="b"/>
              <a:pathLst>
                <a:path w="1290" h="1280" fill="none" extrusionOk="0">
                  <a:moveTo>
                    <a:pt x="1290" y="616"/>
                  </a:moveTo>
                  <a:cubicBezTo>
                    <a:pt x="1290" y="992"/>
                    <a:pt x="992" y="1280"/>
                    <a:pt x="665" y="1280"/>
                  </a:cubicBezTo>
                  <a:cubicBezTo>
                    <a:pt x="298" y="1280"/>
                    <a:pt x="1" y="992"/>
                    <a:pt x="1" y="616"/>
                  </a:cubicBezTo>
                  <a:cubicBezTo>
                    <a:pt x="1" y="288"/>
                    <a:pt x="298" y="1"/>
                    <a:pt x="665" y="1"/>
                  </a:cubicBezTo>
                  <a:cubicBezTo>
                    <a:pt x="992" y="1"/>
                    <a:pt x="1290" y="288"/>
                    <a:pt x="129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"/>
            <p:cNvSpPr/>
            <p:nvPr/>
          </p:nvSpPr>
          <p:spPr>
            <a:xfrm>
              <a:off x="6739701" y="2821723"/>
              <a:ext cx="55219" cy="55219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25"/>
                  </a:moveTo>
                  <a:cubicBezTo>
                    <a:pt x="128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"/>
            <p:cNvSpPr/>
            <p:nvPr/>
          </p:nvSpPr>
          <p:spPr>
            <a:xfrm>
              <a:off x="6732410" y="4347481"/>
              <a:ext cx="210523" cy="43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"/>
            <p:cNvSpPr/>
            <p:nvPr/>
          </p:nvSpPr>
          <p:spPr>
            <a:xfrm>
              <a:off x="6550618" y="4347481"/>
              <a:ext cx="112552" cy="43"/>
            </a:xfrm>
            <a:custGeom>
              <a:avLst/>
              <a:gdLst/>
              <a:ahLst/>
              <a:cxnLst/>
              <a:rect l="l" t="t" r="r" b="b"/>
              <a:pathLst>
                <a:path w="2609" h="1" fill="none" extrusionOk="0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6" name="Google Shape;1556;p1"/>
          <p:cNvSpPr txBox="1"/>
          <p:nvPr/>
        </p:nvSpPr>
        <p:spPr>
          <a:xfrm>
            <a:off x="1666950" y="0"/>
            <a:ext cx="69246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Проект:	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Мобильный путеводитель по береговым батареям г. Севастополь AR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Команда: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Вуз: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Севастопольский Государственный Университет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"/>
          <p:cNvSpPr txBox="1">
            <a:spLocks noGrp="1"/>
          </p:cNvSpPr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HADI-report</a:t>
            </a:r>
            <a:endParaRPr dirty="0"/>
          </a:p>
        </p:txBody>
      </p:sp>
      <p:sp>
        <p:nvSpPr>
          <p:cNvPr id="1563" name="Google Shape;1563;p2"/>
          <p:cNvSpPr txBox="1">
            <a:spLocks noGrp="1"/>
          </p:cNvSpPr>
          <p:nvPr>
            <p:ph type="subTitle" idx="4294967295"/>
          </p:nvPr>
        </p:nvSpPr>
        <p:spPr>
          <a:xfrm>
            <a:off x="888750" y="3833975"/>
            <a:ext cx="73665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Сформулированы гипотезы, по которым будет в дальнейшем вестись работа.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CF8"/>
        </a:solid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6"/>
          <p:cNvSpPr txBox="1"/>
          <p:nvPr/>
        </p:nvSpPr>
        <p:spPr>
          <a:xfrm>
            <a:off x="169925" y="553050"/>
            <a:ext cx="48060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6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Разработка интерактивных карт помещений</a:t>
            </a:r>
            <a:endParaRPr sz="16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69" name="Google Shape;1569;p16"/>
          <p:cNvSpPr txBox="1"/>
          <p:nvPr/>
        </p:nvSpPr>
        <p:spPr>
          <a:xfrm>
            <a:off x="169925" y="1911825"/>
            <a:ext cx="2523600" cy="23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Какую проблему решаем</a:t>
            </a:r>
            <a:r>
              <a:rPr lang="en" sz="9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>
              <a:buSzPts val="900"/>
            </a:pP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Наш заказчик хочет упростить поиск рабочего места, но не может, потому что ему мешают следующие барьеры:</a:t>
            </a:r>
          </a:p>
          <a:p>
            <a:pPr lvl="0">
              <a:buSzPts val="900"/>
            </a:pP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Нет нужного ПО, а существующие решения, такие как: </a:t>
            </a:r>
          </a:p>
          <a:p>
            <a:pPr lvl="0">
              <a:buSzPts val="900"/>
            </a:pP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Программы для создания плана помещений обладают следующими недостатками: в полной мере не могут покрыть нужный функционал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16"/>
          <p:cNvSpPr txBox="1"/>
          <p:nvPr/>
        </p:nvSpPr>
        <p:spPr>
          <a:xfrm>
            <a:off x="2655850" y="1911825"/>
            <a:ext cx="2523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Какое решение предлагаем:</a:t>
            </a:r>
            <a:endParaRPr sz="900" b="1" i="0" u="none" strike="noStrike" cap="none" dirty="0" smtClean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700"/>
            </a:pPr>
            <a:r>
              <a:rPr lang="ru-RU" sz="900" dirty="0">
                <a:latin typeface="Courier New"/>
                <a:ea typeface="Courier New"/>
                <a:cs typeface="Courier New"/>
                <a:sym typeface="Courier New"/>
              </a:rPr>
              <a:t>Для заказчика наше приложение будет помогать </a:t>
            </a:r>
            <a:r>
              <a:rPr lang="ru-RU" sz="900" dirty="0" smtClean="0">
                <a:latin typeface="Courier New"/>
                <a:ea typeface="Courier New"/>
                <a:cs typeface="Courier New"/>
                <a:sym typeface="Courier New"/>
              </a:rPr>
              <a:t>составлять</a:t>
            </a:r>
            <a:r>
              <a:rPr lang="en-US" sz="900" dirty="0" smtClean="0">
                <a:latin typeface="Courier New"/>
                <a:ea typeface="Courier New"/>
                <a:cs typeface="Courier New"/>
                <a:sym typeface="Courier New"/>
              </a:rPr>
              <a:t> 2D</a:t>
            </a:r>
            <a:r>
              <a:rPr lang="ru-RU" sz="900" dirty="0" smtClean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900" dirty="0">
                <a:latin typeface="Courier New"/>
                <a:ea typeface="Courier New"/>
                <a:cs typeface="Courier New"/>
                <a:sym typeface="Courier New"/>
              </a:rPr>
              <a:t>планы помещений для поиска рабочего места</a:t>
            </a:r>
          </a:p>
        </p:txBody>
      </p:sp>
      <p:cxnSp>
        <p:nvCxnSpPr>
          <p:cNvPr id="1571" name="Google Shape;1571;p16"/>
          <p:cNvCxnSpPr/>
          <p:nvPr/>
        </p:nvCxnSpPr>
        <p:spPr>
          <a:xfrm>
            <a:off x="5239175" y="504700"/>
            <a:ext cx="0" cy="5150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73" name="Google Shape;1573;p16"/>
          <p:cNvSpPr txBox="1"/>
          <p:nvPr/>
        </p:nvSpPr>
        <p:spPr>
          <a:xfrm>
            <a:off x="5301400" y="553050"/>
            <a:ext cx="38076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Пользователи и другие вовлеченные стороны: </a:t>
            </a: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574" name="Google Shape;1574;p16"/>
          <p:cNvGraphicFramePr/>
          <p:nvPr>
            <p:extLst>
              <p:ext uri="{D42A27DB-BD31-4B8C-83A1-F6EECF244321}">
                <p14:modId xmlns:p14="http://schemas.microsoft.com/office/powerpoint/2010/main" val="793851265"/>
              </p:ext>
            </p:extLst>
          </p:nvPr>
        </p:nvGraphicFramePr>
        <p:xfrm>
          <a:off x="5377600" y="865010"/>
          <a:ext cx="3622225" cy="477930"/>
        </p:xfrm>
        <a:graphic>
          <a:graphicData uri="http://schemas.openxmlformats.org/drawingml/2006/table">
            <a:tbl>
              <a:tblPr>
                <a:noFill/>
                <a:tableStyleId>{2B6B88C7-7789-49C0-9675-243EFE0524ED}</a:tableStyleId>
              </a:tblPr>
              <a:tblGrid>
                <a:gridCol w="15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Кто?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Чего хочет?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 smtClean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Заказчик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dirty="0" smtClean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Готовый ПП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5" name="Google Shape;1575;p16"/>
          <p:cNvSpPr txBox="1"/>
          <p:nvPr/>
        </p:nvSpPr>
        <p:spPr>
          <a:xfrm>
            <a:off x="169925" y="4467225"/>
            <a:ext cx="45177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Прототип (MVP):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i="1" dirty="0">
                <a:latin typeface="PT Sans"/>
                <a:ea typeface="PT Sans"/>
                <a:cs typeface="PT Sans"/>
                <a:sym typeface="PT Sans"/>
              </a:rPr>
              <a:t>Приложение, позволяющее </a:t>
            </a:r>
            <a:r>
              <a:rPr lang="ru-RU" sz="800" i="1" dirty="0" smtClean="0">
                <a:latin typeface="PT Sans"/>
                <a:ea typeface="PT Sans"/>
                <a:cs typeface="PT Sans"/>
                <a:sym typeface="PT Sans"/>
              </a:rPr>
              <a:t>составлять планы помещений.</a:t>
            </a:r>
            <a:endParaRPr sz="800" b="0" i="1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6" name="Google Shape;1576;p16"/>
          <p:cNvSpPr txBox="1"/>
          <p:nvPr/>
        </p:nvSpPr>
        <p:spPr>
          <a:xfrm>
            <a:off x="5356750" y="3446275"/>
            <a:ext cx="37179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16"/>
          <p:cNvSpPr txBox="1"/>
          <p:nvPr/>
        </p:nvSpPr>
        <p:spPr>
          <a:xfrm>
            <a:off x="169925" y="1622175"/>
            <a:ext cx="410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Вуз: Севастопольский Государственный Университет</a:t>
            </a:r>
            <a:endParaRPr sz="800" b="1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8" name="Google Shape;1578;p16"/>
          <p:cNvSpPr txBox="1"/>
          <p:nvPr/>
        </p:nvSpPr>
        <p:spPr>
          <a:xfrm>
            <a:off x="169925" y="1082725"/>
            <a:ext cx="26958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dirty="0">
                <a:latin typeface="PT Sans"/>
                <a:ea typeface="PT Sans"/>
                <a:cs typeface="PT Sans"/>
                <a:sym typeface="PT Sans"/>
              </a:rPr>
              <a:t>Команда </a:t>
            </a:r>
            <a:r>
              <a:rPr lang="ru-RU" sz="1100" dirty="0" err="1" smtClean="0">
                <a:latin typeface="PT Sans"/>
                <a:ea typeface="PT Sans"/>
                <a:cs typeface="PT Sans"/>
                <a:sym typeface="PT Sans"/>
              </a:rPr>
              <a:t>Еда_и_машина</a:t>
            </a:r>
            <a:endParaRPr sz="11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9" name="Google Shape;1579;p16"/>
          <p:cNvSpPr txBox="1"/>
          <p:nvPr/>
        </p:nvSpPr>
        <p:spPr>
          <a:xfrm>
            <a:off x="5298900" y="1911825"/>
            <a:ext cx="3845100" cy="2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Команда: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ru-RU" sz="900" dirty="0" smtClean="0">
                <a:latin typeface="PT Sans"/>
                <a:ea typeface="PT Sans"/>
                <a:cs typeface="PT Sans"/>
                <a:sym typeface="PT Sans"/>
              </a:rPr>
              <a:t>Петраков </a:t>
            </a:r>
            <a:r>
              <a:rPr lang="ru-RU" sz="900" dirty="0" smtClean="0">
                <a:latin typeface="PT Sans"/>
                <a:ea typeface="PT Sans"/>
                <a:cs typeface="PT Sans"/>
                <a:sym typeface="PT Sans"/>
              </a:rPr>
              <a:t>Василий Александрович</a:t>
            </a:r>
            <a:r>
              <a:rPr lang="en" sz="900" b="0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>
                <a:latin typeface="PT Sans"/>
                <a:ea typeface="PT Sans"/>
                <a:cs typeface="PT Sans"/>
                <a:sym typeface="PT Sans"/>
              </a:rPr>
              <a:t>Наставник</a:t>
            </a:r>
            <a:r>
              <a:rPr lang="en" sz="900" b="0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Шведенко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Александр Сергеевич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Разработчик, лидер/ </a:t>
            </a:r>
            <a:r>
              <a:rPr lang="en-US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ID742638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Бородин Родион Владиславович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ru-RU" sz="900" dirty="0" err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Тестировщик</a:t>
            </a:r>
            <a:r>
              <a:rPr lang="ru-RU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Волосовец</a:t>
            </a:r>
            <a:r>
              <a:rPr lang="ru-RU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Даниил Владимирович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Тестировщик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Джинория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Денис </a:t>
            </a: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Ираклиевич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Разработчик/ </a:t>
            </a:r>
            <a:r>
              <a:rPr lang="en-US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ID1680176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ru-RU" sz="900" b="1" i="0" u="none" strike="noStrike" cap="none" dirty="0" smtClean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Кто </a:t>
            </a: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нужен? </a:t>
            </a:r>
            <a:b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en" sz="7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(расскажи, каких людей тебе не хватает в команду</a:t>
            </a:r>
            <a:r>
              <a:rPr lang="en" sz="7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)</a:t>
            </a:r>
            <a:endParaRPr lang="ru-RU" sz="700" b="1" i="0" u="none" strike="noStrike" cap="none" dirty="0" smtClean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b="0" i="0" u="none" strike="noStrike" cap="none" dirty="0" smtClean="0">
                <a:solidFill>
                  <a:srgbClr val="000000"/>
                </a:solidFill>
                <a:latin typeface="Courier New" panose="02070309020205020404" pitchFamily="49" charset="0"/>
                <a:ea typeface="PT Sans"/>
                <a:cs typeface="Courier New" panose="02070309020205020404" pitchFamily="49" charset="0"/>
                <a:sym typeface="PT Sans"/>
              </a:rPr>
              <a:t>Команда полностью укомплектована</a:t>
            </a:r>
            <a:endParaRPr sz="900" b="0" i="0" u="none" strike="noStrike" cap="none" dirty="0">
              <a:solidFill>
                <a:srgbClr val="000000"/>
              </a:solidFill>
              <a:latin typeface="Courier New" panose="02070309020205020404" pitchFamily="49" charset="0"/>
              <a:ea typeface="PT Sans"/>
              <a:cs typeface="Courier New" panose="02070309020205020404" pitchFamily="49" charset="0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Готовы ли вы принимать в команду участников из других вузов: </a:t>
            </a:r>
            <a:endParaRPr sz="800" b="1" i="0" u="none" strike="noStrike" cap="none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да / </a:t>
            </a:r>
            <a:r>
              <a:rPr lang="en" sz="800" b="0" i="0" u="sng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нет</a:t>
            </a:r>
            <a:endParaRPr sz="900" b="0" i="0" u="sng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80" name="Google Shape;1580;p16"/>
          <p:cNvSpPr txBox="1">
            <a:spLocks noGrp="1"/>
          </p:cNvSpPr>
          <p:nvPr>
            <p:ph type="title"/>
          </p:nvPr>
        </p:nvSpPr>
        <p:spPr>
          <a:xfrm>
            <a:off x="169925" y="0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Паспорт проекта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9f8b64387c_0_13"/>
          <p:cNvSpPr txBox="1">
            <a:spLocks noGrp="1"/>
          </p:cNvSpPr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Проблема и Стейкхолдеры</a:t>
            </a:r>
            <a:endParaRPr/>
          </a:p>
        </p:txBody>
      </p:sp>
      <p:sp>
        <p:nvSpPr>
          <p:cNvPr id="1586" name="Google Shape;1586;g9f8b64387c_0_13"/>
          <p:cNvSpPr txBox="1">
            <a:spLocks noGrp="1"/>
          </p:cNvSpPr>
          <p:nvPr>
            <p:ph type="subTitle" idx="4294967295"/>
          </p:nvPr>
        </p:nvSpPr>
        <p:spPr>
          <a:xfrm>
            <a:off x="88250" y="986375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Проблема</a:t>
            </a:r>
            <a:r>
              <a:rPr lang="en" sz="15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15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Заказчик хочет получить программу с помощью которой можно будет создавать интерактивные карты помещений. Данная программа поможет решить проблему с размещением различных предметов в определённой области.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7" name="Google Shape;1587;g9f8b64387c_0_13"/>
          <p:cNvSpPr txBox="1">
            <a:spLocks noGrp="1"/>
          </p:cNvSpPr>
          <p:nvPr>
            <p:ph type="subTitle" idx="4294967295"/>
          </p:nvPr>
        </p:nvSpPr>
        <p:spPr>
          <a:xfrm>
            <a:off x="88250" y="2453565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Стейкхолдеры</a:t>
            </a:r>
            <a:r>
              <a:rPr lang="en" sz="15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5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5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Пользователи</a:t>
            </a:r>
            <a:endParaRPr sz="15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5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Команда разработчиков</a:t>
            </a:r>
            <a:endParaRPr sz="15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5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Университет </a:t>
            </a:r>
            <a:r>
              <a:rPr lang="ru-RU" sz="15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СевГУ</a:t>
            </a:r>
            <a:endParaRPr sz="15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9f8b64387c_0_27"/>
          <p:cNvSpPr txBox="1">
            <a:spLocks noGrp="1"/>
          </p:cNvSpPr>
          <p:nvPr>
            <p:ph type="title"/>
          </p:nvPr>
        </p:nvSpPr>
        <p:spPr>
          <a:xfrm>
            <a:off x="722700" y="250300"/>
            <a:ext cx="769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Пользовательский сценарий</a:t>
            </a:r>
            <a:endParaRPr/>
          </a:p>
        </p:txBody>
      </p:sp>
      <p:sp>
        <p:nvSpPr>
          <p:cNvPr id="1593" name="Google Shape;1593;g9f8b64387c_0_27"/>
          <p:cNvSpPr txBox="1">
            <a:spLocks noGrp="1"/>
          </p:cNvSpPr>
          <p:nvPr>
            <p:ph type="subTitle" idx="4294967295"/>
          </p:nvPr>
        </p:nvSpPr>
        <p:spPr>
          <a:xfrm>
            <a:off x="427325" y="782450"/>
            <a:ext cx="6744600" cy="15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381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Участниками</a:t>
            </a:r>
            <a:r>
              <a:rPr lang="en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сценария являются 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работники предприятия.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R="38100" indent="0">
              <a:buClr>
                <a:schemeClr val="dk1"/>
              </a:buClr>
              <a:buSzPts val="1100"/>
              <a:buNone/>
            </a:pPr>
            <a:r>
              <a:rPr lang="en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Предусловия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хочет спланировать определённую интерактивную карту 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помещений.</a:t>
            </a: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условии внедрения нашего приложения, появляются следующие шаги сценария.</a:t>
            </a:r>
            <a:endParaRPr sz="1200" dirty="0" smtClean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594" name="Google Shape;1594;g9f8b64387c_0_27"/>
          <p:cNvSpPr txBox="1"/>
          <p:nvPr/>
        </p:nvSpPr>
        <p:spPr>
          <a:xfrm>
            <a:off x="235950" y="2297325"/>
            <a:ext cx="7743300" cy="27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Пользователю предлагаются возможность разработки карты помещений.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Изучив описание и 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определив </a:t>
            </a:r>
            <a:r>
              <a:rPr lang="en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себя, 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программа 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подходит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работникам данной компании</a:t>
            </a:r>
            <a:r>
              <a:rPr lang="en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программный продукт выдаётся всем участникам предприятия.</a:t>
            </a:r>
            <a:endParaRPr sz="1200" dirty="0" smtClean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скачивает продукт в несколько нажатий и приступает к работе. </a:t>
            </a: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Человек имеющий доступ к программе может расставлять нужные ему объекты. </a:t>
            </a:r>
          </a:p>
          <a:p>
            <a:pPr marL="914400" marR="381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 помощью данного ПО осуществляется </a:t>
            </a: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планировка </a:t>
            </a: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интерактивных карт </a:t>
            </a:r>
            <a:r>
              <a:rPr lang="ru-RU" sz="1200" dirty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помещений.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ru-RU" sz="1200" dirty="0" smtClean="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Программа помогает ускорить и облегчить планировку пространства.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9f8b64387c_0_39"/>
          <p:cNvSpPr txBox="1">
            <a:spLocks noGrp="1"/>
          </p:cNvSpPr>
          <p:nvPr>
            <p:ph type="body" idx="1"/>
          </p:nvPr>
        </p:nvSpPr>
        <p:spPr>
          <a:xfrm>
            <a:off x="519863" y="814875"/>
            <a:ext cx="7681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ru-RU" sz="1800" dirty="0" smtClean="0">
                <a:latin typeface="Roboto" panose="020B0604020202020204" charset="0"/>
                <a:ea typeface="Roboto" panose="020B0604020202020204" charset="0"/>
              </a:rPr>
              <a:t>На каких операционных системах должен поддерживаться данный программный продукт?</a:t>
            </a:r>
          </a:p>
          <a:p>
            <a:pPr marL="171450" indent="-171450"/>
            <a:r>
              <a:rPr lang="ru-RU" sz="1800" dirty="0" smtClean="0">
                <a:latin typeface="Roboto" panose="020B0604020202020204" charset="0"/>
                <a:ea typeface="Roboto" panose="020B0604020202020204" charset="0"/>
              </a:rPr>
              <a:t>Нужна ли поддержка в дальнейшем?</a:t>
            </a:r>
          </a:p>
          <a:p>
            <a:pPr marL="171450" indent="-171450"/>
            <a:r>
              <a:rPr lang="ru-RU" sz="1800" dirty="0" smtClean="0">
                <a:latin typeface="Roboto" panose="020B0604020202020204" charset="0"/>
                <a:ea typeface="Roboto" panose="020B0604020202020204" charset="0"/>
              </a:rPr>
              <a:t>Сколько времени даётся на разработку?</a:t>
            </a:r>
          </a:p>
          <a:p>
            <a:pPr marL="171450" indent="-171450"/>
            <a:r>
              <a:rPr lang="ru-RU" sz="1800" dirty="0" smtClean="0">
                <a:latin typeface="Roboto" panose="020B0604020202020204" charset="0"/>
                <a:ea typeface="Roboto" panose="020B0604020202020204" charset="0"/>
              </a:rPr>
              <a:t>Имеет ли значение вес программы?</a:t>
            </a:r>
          </a:p>
          <a:p>
            <a:pPr marL="171450" indent="-171450"/>
            <a:r>
              <a:rPr lang="ru-RU" sz="1800" dirty="0" smtClean="0">
                <a:latin typeface="Roboto" panose="020B0604020202020204" charset="0"/>
                <a:ea typeface="Roboto" panose="020B0604020202020204" charset="0"/>
              </a:rPr>
              <a:t>Нужен ли перевод на иностранные языки?</a:t>
            </a:r>
          </a:p>
        </p:txBody>
      </p:sp>
      <p:sp>
        <p:nvSpPr>
          <p:cNvPr id="1600" name="Google Shape;1600;g9f8b64387c_0_39"/>
          <p:cNvSpPr txBox="1">
            <a:spLocks noGrp="1"/>
          </p:cNvSpPr>
          <p:nvPr>
            <p:ph type="title"/>
          </p:nvPr>
        </p:nvSpPr>
        <p:spPr>
          <a:xfrm>
            <a:off x="325875" y="242175"/>
            <a:ext cx="730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к проблемному интервью</a:t>
            </a:r>
            <a:endParaRPr/>
          </a:p>
        </p:txBody>
      </p:sp>
      <p:sp>
        <p:nvSpPr>
          <p:cNvPr id="1601" name="Google Shape;1601;g9f8b64387c_0_39"/>
          <p:cNvSpPr txBox="1">
            <a:spLocks noGrp="1"/>
          </p:cNvSpPr>
          <p:nvPr>
            <p:ph type="subTitle" idx="4294967295"/>
          </p:nvPr>
        </p:nvSpPr>
        <p:spPr>
          <a:xfrm>
            <a:off x="888750" y="3929375"/>
            <a:ext cx="73665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 smtClean="0">
                <a:solidFill>
                  <a:schemeClr val="dk1"/>
                </a:solidFill>
              </a:rPr>
              <a:t>Сформулированы вопросы, как основа для диалога, в ходе которого будут возникать промежуточные, в зависимости от ответов.</a:t>
            </a:r>
            <a:endParaRPr sz="17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B54A1"/>
      </a:accent1>
      <a:accent2>
        <a:srgbClr val="94A2D3"/>
      </a:accent2>
      <a:accent3>
        <a:srgbClr val="EC646E"/>
      </a:accent3>
      <a:accent4>
        <a:srgbClr val="D7DFF2"/>
      </a:accent4>
      <a:accent5>
        <a:srgbClr val="FACABC"/>
      </a:accent5>
      <a:accent6>
        <a:srgbClr val="212237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416</Words>
  <Application>Microsoft Office PowerPoint</Application>
  <PresentationFormat>Экран (16:9)</PresentationFormat>
  <Paragraphs>60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Comfortaa</vt:lpstr>
      <vt:lpstr>Roboto</vt:lpstr>
      <vt:lpstr>PT Sans</vt:lpstr>
      <vt:lpstr>Arial</vt:lpstr>
      <vt:lpstr>Montserrat SemiBold</vt:lpstr>
      <vt:lpstr>Courier New</vt:lpstr>
      <vt:lpstr>Catamaran</vt:lpstr>
      <vt:lpstr>Montserrat</vt:lpstr>
      <vt:lpstr>HR Newsletter by Slidesgo</vt:lpstr>
      <vt:lpstr>Проработка концепции проекта</vt:lpstr>
      <vt:lpstr>HADI-report</vt:lpstr>
      <vt:lpstr>Паспорт проекта</vt:lpstr>
      <vt:lpstr>Проблема и Стейкхолдеры</vt:lpstr>
      <vt:lpstr>Пользовательский сценарий</vt:lpstr>
      <vt:lpstr>Вопросы к проблемному интервью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Проработка концепции проекта</dc:title>
  <cp:lastModifiedBy>СевГУ</cp:lastModifiedBy>
  <cp:revision>28</cp:revision>
  <dcterms:modified xsi:type="dcterms:W3CDTF">2020-11-20T12:07:38Z</dcterms:modified>
</cp:coreProperties>
</file>