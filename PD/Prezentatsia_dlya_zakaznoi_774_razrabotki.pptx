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b5bcb53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b5bcb53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b5bcb53e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b5bcb53e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b5bcb53e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b5bcb53e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b5bcb53e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b5bcb53e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b5bcb53e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b5bcb53e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b5bcb53e3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b5bcb53e3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b5bcb53e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b5bcb53e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Титульный слайд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1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err="1" smtClean="0">
                <a:solidFill>
                  <a:schemeClr val="dk1"/>
                </a:solidFill>
              </a:rPr>
              <a:t>Еда_И_Машина</a:t>
            </a:r>
            <a:endParaRPr sz="2000" dirty="0">
              <a:solidFill>
                <a:schemeClr val="dk1"/>
              </a:solidFill>
            </a:endParaRPr>
          </a:p>
          <a:p>
            <a:pPr marL="914400" lvl="0" indent="0" algn="l">
              <a:lnSpc>
                <a:spcPct val="115000"/>
              </a:lnSpc>
            </a:pPr>
            <a:r>
              <a:rPr lang="ru-RU" sz="2000" dirty="0">
                <a:solidFill>
                  <a:schemeClr val="dk1"/>
                </a:solidFill>
              </a:rPr>
              <a:t>ПО для создания интерактивных карт помещений</a:t>
            </a:r>
            <a:endParaRPr sz="2000"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проекте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>
                <a:solidFill>
                  <a:schemeClr val="dk1"/>
                </a:solidFill>
              </a:rPr>
              <a:t>Стейкхолдеры. </a:t>
            </a:r>
            <a:r>
              <a:rPr lang="ru" sz="2000" dirty="0">
                <a:solidFill>
                  <a:schemeClr val="dk1"/>
                </a:solidFill>
              </a:rPr>
              <a:t>Кто ваш заказчик? А пользователи? Кто еще вовлечен в проект? Чего каждый из них хочет</a:t>
            </a:r>
            <a:r>
              <a:rPr lang="ru" sz="2000" dirty="0" smtClean="0">
                <a:solidFill>
                  <a:schemeClr val="dk1"/>
                </a:solidFill>
              </a:rPr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"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Заказчик: ПАО «Магнит» (рабочую версию программы)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Пользователи: Сотрудники компании (удобную программу)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dk1"/>
                </a:solidFill>
              </a:rPr>
              <a:t>Кто ещё вовлечён: Университет </a:t>
            </a:r>
            <a:r>
              <a:rPr lang="ru-RU" sz="2000" dirty="0" err="1" smtClean="0">
                <a:solidFill>
                  <a:schemeClr val="dk1"/>
                </a:solidFill>
              </a:rPr>
              <a:t>СевГУ</a:t>
            </a:r>
            <a:r>
              <a:rPr lang="ru-RU" sz="2000" dirty="0" smtClean="0">
                <a:solidFill>
                  <a:schemeClr val="dk1"/>
                </a:solidFill>
              </a:rPr>
              <a:t> (практика для студентов)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проекте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" sz="2000" b="1" dirty="0">
                <a:solidFill>
                  <a:schemeClr val="dk1"/>
                </a:solidFill>
              </a:rPr>
              <a:t>Проблема. </a:t>
            </a:r>
            <a:r>
              <a:rPr lang="ru-RU" sz="2000" dirty="0" smtClean="0">
                <a:solidFill>
                  <a:schemeClr val="dk1"/>
                </a:solidFill>
              </a:rPr>
              <a:t>П</a:t>
            </a:r>
            <a:r>
              <a:rPr lang="ru-RU" sz="2000" dirty="0" smtClean="0">
                <a:solidFill>
                  <a:schemeClr val="dk1"/>
                </a:solidFill>
              </a:rPr>
              <a:t>роблемы </a:t>
            </a:r>
            <a:r>
              <a:rPr lang="ru-RU" sz="2000" dirty="0">
                <a:solidFill>
                  <a:schemeClr val="dk1"/>
                </a:solidFill>
              </a:rPr>
              <a:t>с поиском рабочего места для коллег, кофейных аппаратов</a:t>
            </a:r>
            <a:r>
              <a:rPr lang="ru-RU" sz="2000" dirty="0" smtClean="0">
                <a:solidFill>
                  <a:schemeClr val="dk1"/>
                </a:solidFill>
              </a:rPr>
              <a:t>.</a:t>
            </a:r>
          </a:p>
          <a:p>
            <a:pPr marL="0" indent="0">
              <a:buNone/>
            </a:pPr>
            <a:endParaRPr lang="ru-RU" sz="20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ru" sz="2000" b="1" dirty="0" smtClean="0">
                <a:solidFill>
                  <a:schemeClr val="dk1"/>
                </a:solidFill>
              </a:rPr>
              <a:t>Решение</a:t>
            </a:r>
            <a:r>
              <a:rPr lang="ru" sz="2000" b="1" dirty="0">
                <a:solidFill>
                  <a:schemeClr val="dk1"/>
                </a:solidFill>
              </a:rPr>
              <a:t>. </a:t>
            </a:r>
            <a:r>
              <a:rPr lang="ru-RU" sz="2000" dirty="0">
                <a:solidFill>
                  <a:schemeClr val="dk1"/>
                </a:solidFill>
              </a:rPr>
              <a:t>Программа с помощью которой можно создавать интерактивные карты помещений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" sz="2000" dirty="0" smtClean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" sz="2000" dirty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ru-RU" sz="2000" dirty="0" smtClean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ru-RU" sz="2000" dirty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sz="2000" dirty="0" smtClean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24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>
                <a:solidFill>
                  <a:schemeClr val="dk1"/>
                </a:solidFill>
              </a:rPr>
              <a:t>Демонстрация вашего решения (MVP/прототип/другое).</a:t>
            </a:r>
            <a:endParaRPr sz="20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rgbClr val="666666"/>
                </a:solidFill>
              </a:rPr>
              <a:t>Здесь вы демонстрируете своё решение: отвечаете на вопрос, что вы успели сделать и за какое время. </a:t>
            </a:r>
            <a:endParaRPr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rgbClr val="666666"/>
                </a:solidFill>
              </a:rPr>
              <a:t>Важно! Обязательно показывайте то, что у вас есть. Лучше один раз увидеть ваш прототип, чем подробно услышать о нём.</a:t>
            </a:r>
            <a:endParaRPr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666666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проекте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Заказчик и пользователи</a:t>
            </a:r>
            <a:endParaRPr dirty="0"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1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>
                <a:solidFill>
                  <a:schemeClr val="dk1"/>
                </a:solidFill>
              </a:rPr>
              <a:t>Коммуникация. 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Связь с заказчиком происходила каждые 2 недели. </a:t>
            </a:r>
            <a:r>
              <a:rPr lang="ru" sz="2000" dirty="0" smtClean="0">
                <a:solidFill>
                  <a:schemeClr val="dk1"/>
                </a:solidFill>
              </a:rPr>
              <a:t>Мы обсуждали новые идеи, а также функции, которые заказчик хочет видеть в программе. Помимо этого происходил опрос пользователей. Сотрудники компании высказывали своё мнение об удобстве программы и её интерфейсе.</a:t>
            </a:r>
            <a:endParaRPr sz="20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Ценность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>
                <a:solidFill>
                  <a:schemeClr val="dk1"/>
                </a:solidFill>
              </a:rPr>
              <a:t>Выгода заказчика от решения. </a:t>
            </a:r>
            <a:r>
              <a:rPr lang="ru" sz="2000" dirty="0" smtClean="0">
                <a:solidFill>
                  <a:srgbClr val="000000"/>
                </a:solidFill>
              </a:rPr>
              <a:t>Наше решение облегчит пользователям процедуру составления </a:t>
            </a:r>
            <a:r>
              <a:rPr lang="ru-RU" sz="2000" dirty="0">
                <a:solidFill>
                  <a:srgbClr val="000000"/>
                </a:solidFill>
              </a:rPr>
              <a:t>интерактивных карт </a:t>
            </a:r>
            <a:r>
              <a:rPr lang="ru-RU" sz="2000" dirty="0" smtClean="0">
                <a:solidFill>
                  <a:srgbClr val="000000"/>
                </a:solidFill>
              </a:rPr>
              <a:t>помещений. С помощью нашего программного продукта можно будет с легкостью расставить объекты в помещении, тем самым сэкономив время.</a:t>
            </a:r>
            <a:endParaRPr lang="ru" sz="2000" dirty="0" smtClean="0">
              <a:solidFill>
                <a:srgbClr val="666666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Финал</a:t>
            </a:r>
            <a:endParaRPr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dirty="0">
                <a:solidFill>
                  <a:schemeClr val="dk1"/>
                </a:solidFill>
              </a:rPr>
              <a:t>Команда проекта</a:t>
            </a:r>
            <a:r>
              <a:rPr lang="ru" sz="2000" b="1" dirty="0" smtClean="0">
                <a:solidFill>
                  <a:schemeClr val="dk1"/>
                </a:solidFill>
              </a:rPr>
              <a:t>.</a:t>
            </a:r>
            <a:endParaRPr lang="ru" sz="2000" dirty="0" smtClean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Шведенко Александр Сергеевич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Джинория Денис Ираклиевич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Бородин Родион Владиславович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 smtClean="0">
                <a:solidFill>
                  <a:schemeClr val="dk1"/>
                </a:solidFill>
              </a:rPr>
              <a:t>Волосовец Даниил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236</Words>
  <Application>Microsoft Office PowerPoint</Application>
  <PresentationFormat>Экран (16:9)</PresentationFormat>
  <Paragraphs>47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Титульный слайд  </vt:lpstr>
      <vt:lpstr>О проекте</vt:lpstr>
      <vt:lpstr>О проекте</vt:lpstr>
      <vt:lpstr>О проекте</vt:lpstr>
      <vt:lpstr>Заказчик и пользователи</vt:lpstr>
      <vt:lpstr>Ценность</vt:lpstr>
      <vt:lpstr>Финал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  </dc:title>
  <cp:lastModifiedBy>Alexandr Shvedenko</cp:lastModifiedBy>
  <cp:revision>4</cp:revision>
  <dcterms:modified xsi:type="dcterms:W3CDTF">2020-11-23T08:58:04Z</dcterms:modified>
</cp:coreProperties>
</file>