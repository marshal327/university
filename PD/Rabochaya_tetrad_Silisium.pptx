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embeddedFontLst>
    <p:embeddedFont>
      <p:font typeface="Comfortaa" panose="020B0604020202020204" charset="0"/>
      <p:regular r:id="rId37"/>
      <p:bold r:id="rId38"/>
    </p:embeddedFont>
    <p:embeddedFont>
      <p:font typeface="Montserrat" panose="020B0604020202020204" charset="-52"/>
      <p:regular r:id="rId39"/>
      <p:bold r:id="rId40"/>
      <p:italic r:id="rId41"/>
      <p:boldItalic r:id="rId42"/>
    </p:embeddedFont>
    <p:embeddedFont>
      <p:font typeface="Montserrat SemiBold" panose="020B0604020202020204" charset="-52"/>
      <p:regular r:id="rId43"/>
      <p:bold r:id="rId44"/>
      <p:italic r:id="rId45"/>
      <p:boldItalic r:id="rId46"/>
    </p:embeddedFont>
    <p:embeddedFont>
      <p:font typeface="Proxima Nova" panose="020B0604020202020204" charset="0"/>
      <p:regular r:id="rId47"/>
      <p:bold r:id="rId48"/>
      <p:italic r:id="rId49"/>
      <p:boldItalic r:id="rId50"/>
    </p:embeddedFont>
    <p:embeddedFont>
      <p:font typeface="PT Sans" panose="020B0604020202020204" charset="-52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hGAGjAJmU9XY+ZxGIVhaCj93T4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504D29-373D-4A2F-97A8-D9C9CCB7FAD4}">
  <a:tblStyle styleId="{20504D29-373D-4A2F-97A8-D9C9CCB7FAD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3" d="100"/>
          <a:sy n="203" d="100"/>
        </p:scale>
        <p:origin x="59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0-24T14:38:4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60 560,'-15'-8'0,"-3"-1"16,4-1-32,-1 2-32,0 1 96,1 0-112,3 0 64,2 3-160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2" name="Google Shape;12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0" name="Google Shape;15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6" name="Google Shape;15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9" name="Google Shape;16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5" name="Google Shape;16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0" name="Google Shape;16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0" name="Google Shape;183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7" name="Google Shape;19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0" name="Google Shape;20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6" name="Google Shape;22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7" name="Google Shape;22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8" name="Google Shape;22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3" name="Google Shape;226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1" name="Google Shape;22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9" name="Google Shape;229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9" name="Google Shape;23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5" name="Google Shape;233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1" name="Google Shape;25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7" name="Google Shape;256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2" name="Google Shape;25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6" name="Google Shape;26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7" name="Google Shape;261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Google Shape;264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3" name="Google Shape;264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8" name="Google Shape;266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3" name="Google Shape;269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8" name="Google Shape;274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6" name="Google Shape;280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4" name="Google Shape;284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5" name="Google Shape;284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3" name="Google Shape;288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2" name="Google Shape;292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Google Shape;295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0" name="Google Shape;296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Google Shape;308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8" name="Google Shape;308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Google Shape;309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4" name="Google Shape;309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1" name="Google Shape;310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Google Shape;310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7" name="Google Shape;310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36"/>
          <p:cNvGrpSpPr/>
          <p:nvPr/>
        </p:nvGrpSpPr>
        <p:grpSpPr>
          <a:xfrm>
            <a:off x="204436" y="-57983"/>
            <a:ext cx="8738598" cy="5659608"/>
            <a:chOff x="204436" y="-57983"/>
            <a:chExt cx="8738598" cy="5659608"/>
          </a:xfrm>
        </p:grpSpPr>
        <p:sp>
          <p:nvSpPr>
            <p:cNvPr id="10" name="Google Shape;10;p36"/>
            <p:cNvSpPr/>
            <p:nvPr/>
          </p:nvSpPr>
          <p:spPr>
            <a:xfrm>
              <a:off x="7373430" y="3691477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36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6"/>
            <p:cNvSpPr/>
            <p:nvPr/>
          </p:nvSpPr>
          <p:spPr>
            <a:xfrm>
              <a:off x="7886686" y="1009854"/>
              <a:ext cx="64037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6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6"/>
            <p:cNvSpPr/>
            <p:nvPr/>
          </p:nvSpPr>
          <p:spPr>
            <a:xfrm>
              <a:off x="1365132" y="9040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6"/>
            <p:cNvSpPr/>
            <p:nvPr/>
          </p:nvSpPr>
          <p:spPr>
            <a:xfrm>
              <a:off x="1332921" y="9377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6"/>
            <p:cNvSpPr/>
            <p:nvPr/>
          </p:nvSpPr>
          <p:spPr>
            <a:xfrm>
              <a:off x="4306992" y="-2814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25"/>
                  </a:moveTo>
                  <a:cubicBezTo>
                    <a:pt x="124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25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6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6"/>
            <p:cNvSpPr/>
            <p:nvPr/>
          </p:nvSpPr>
          <p:spPr>
            <a:xfrm>
              <a:off x="6718321" y="-28149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65"/>
                  </a:moveTo>
                  <a:cubicBezTo>
                    <a:pt x="1280" y="992"/>
                    <a:pt x="992" y="1280"/>
                    <a:pt x="66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65" y="1"/>
                  </a:cubicBezTo>
                  <a:cubicBezTo>
                    <a:pt x="992" y="1"/>
                    <a:pt x="1280" y="288"/>
                    <a:pt x="128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6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6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6"/>
            <p:cNvSpPr/>
            <p:nvPr/>
          </p:nvSpPr>
          <p:spPr>
            <a:xfrm>
              <a:off x="7555030" y="399011"/>
              <a:ext cx="346379" cy="49"/>
            </a:xfrm>
            <a:custGeom>
              <a:avLst/>
              <a:gdLst/>
              <a:ahLst/>
              <a:cxnLst/>
              <a:rect l="l" t="t" r="r" b="b"/>
              <a:pathLst>
                <a:path w="7140" h="1" fill="none" extrusionOk="0">
                  <a:moveTo>
                    <a:pt x="1" y="0"/>
                  </a:moveTo>
                  <a:lnTo>
                    <a:pt x="7140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6"/>
            <p:cNvSpPr/>
            <p:nvPr/>
          </p:nvSpPr>
          <p:spPr>
            <a:xfrm>
              <a:off x="7036757" y="707336"/>
              <a:ext cx="154464" cy="49"/>
            </a:xfrm>
            <a:custGeom>
              <a:avLst/>
              <a:gdLst/>
              <a:ahLst/>
              <a:cxnLst/>
              <a:rect l="l" t="t" r="r" b="b"/>
              <a:pathLst>
                <a:path w="3184" h="1" fill="none" extrusionOk="0">
                  <a:moveTo>
                    <a:pt x="0" y="0"/>
                  </a:moveTo>
                  <a:lnTo>
                    <a:pt x="3183" y="0"/>
                  </a:lnTo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6"/>
            <p:cNvSpPr/>
            <p:nvPr/>
          </p:nvSpPr>
          <p:spPr>
            <a:xfrm>
              <a:off x="2976504" y="-57983"/>
              <a:ext cx="236256" cy="49"/>
            </a:xfrm>
            <a:custGeom>
              <a:avLst/>
              <a:gdLst/>
              <a:ahLst/>
              <a:cxnLst/>
              <a:rect l="l" t="t" r="r" b="b"/>
              <a:pathLst>
                <a:path w="4870" h="1" fill="none" extrusionOk="0">
                  <a:moveTo>
                    <a:pt x="486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6"/>
            <p:cNvSpPr/>
            <p:nvPr/>
          </p:nvSpPr>
          <p:spPr>
            <a:xfrm>
              <a:off x="2236800" y="-57983"/>
              <a:ext cx="126084" cy="49"/>
            </a:xfrm>
            <a:custGeom>
              <a:avLst/>
              <a:gdLst/>
              <a:ahLst/>
              <a:cxnLst/>
              <a:rect l="l" t="t" r="r" b="b"/>
              <a:pathLst>
                <a:path w="2599" h="1" fill="none" extrusionOk="0">
                  <a:moveTo>
                    <a:pt x="259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6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6"/>
            <p:cNvSpPr/>
            <p:nvPr/>
          </p:nvSpPr>
          <p:spPr>
            <a:xfrm>
              <a:off x="1196796" y="23148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6"/>
            <p:cNvSpPr/>
            <p:nvPr/>
          </p:nvSpPr>
          <p:spPr>
            <a:xfrm>
              <a:off x="1164536" y="23490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6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6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6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6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6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6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6"/>
            <p:cNvSpPr/>
            <p:nvPr/>
          </p:nvSpPr>
          <p:spPr>
            <a:xfrm>
              <a:off x="220338" y="475379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6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6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6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6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6"/>
            <p:cNvSpPr/>
            <p:nvPr/>
          </p:nvSpPr>
          <p:spPr>
            <a:xfrm>
              <a:off x="1168417" y="32465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6"/>
            <p:cNvSpPr/>
            <p:nvPr/>
          </p:nvSpPr>
          <p:spPr>
            <a:xfrm>
              <a:off x="1134264" y="32787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6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6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6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6"/>
            <p:cNvSpPr/>
            <p:nvPr/>
          </p:nvSpPr>
          <p:spPr>
            <a:xfrm>
              <a:off x="1170309" y="36395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6"/>
            <p:cNvSpPr/>
            <p:nvPr/>
          </p:nvSpPr>
          <p:spPr>
            <a:xfrm>
              <a:off x="535385" y="6449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6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6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6"/>
            <p:cNvSpPr/>
            <p:nvPr/>
          </p:nvSpPr>
          <p:spPr>
            <a:xfrm flipH="1">
              <a:off x="944100" y="4932025"/>
              <a:ext cx="7255800" cy="669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36"/>
          <p:cNvSpPr/>
          <p:nvPr/>
        </p:nvSpPr>
        <p:spPr>
          <a:xfrm>
            <a:off x="-430973" y="4593355"/>
            <a:ext cx="60204" cy="62581"/>
          </a:xfrm>
          <a:custGeom>
            <a:avLst/>
            <a:gdLst/>
            <a:ahLst/>
            <a:cxnLst/>
            <a:rect l="l" t="t" r="r" b="b"/>
            <a:pathLst>
              <a:path w="1241" h="1290" fill="none" extrusionOk="0">
                <a:moveTo>
                  <a:pt x="1240" y="626"/>
                </a:moveTo>
                <a:cubicBezTo>
                  <a:pt x="1240" y="993"/>
                  <a:pt x="953" y="1290"/>
                  <a:pt x="625" y="1290"/>
                </a:cubicBezTo>
                <a:cubicBezTo>
                  <a:pt x="288" y="1290"/>
                  <a:pt x="1" y="993"/>
                  <a:pt x="1" y="626"/>
                </a:cubicBezTo>
                <a:cubicBezTo>
                  <a:pt x="1" y="298"/>
                  <a:pt x="288" y="1"/>
                  <a:pt x="625" y="1"/>
                </a:cubicBezTo>
                <a:cubicBezTo>
                  <a:pt x="953" y="1"/>
                  <a:pt x="1240" y="298"/>
                  <a:pt x="1240" y="626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6"/>
          <p:cNvSpPr txBox="1">
            <a:spLocks noGrp="1"/>
          </p:cNvSpPr>
          <p:nvPr>
            <p:ph type="subTitle" idx="1"/>
          </p:nvPr>
        </p:nvSpPr>
        <p:spPr>
          <a:xfrm>
            <a:off x="2714625" y="2238375"/>
            <a:ext cx="3789300" cy="8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237"/>
              </a:buClr>
              <a:buSzPts val="1400"/>
              <a:buFont typeface="Montserrat"/>
              <a:buNone/>
              <a:defRPr sz="1400">
                <a:solidFill>
                  <a:srgbClr val="21223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6"/>
          <p:cNvSpPr/>
          <p:nvPr/>
        </p:nvSpPr>
        <p:spPr>
          <a:xfrm>
            <a:off x="-449875" y="82400"/>
            <a:ext cx="2185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6"/>
          <p:cNvSpPr/>
          <p:nvPr/>
        </p:nvSpPr>
        <p:spPr>
          <a:xfrm>
            <a:off x="-1011450" y="2211372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6"/>
          <p:cNvSpPr/>
          <p:nvPr/>
        </p:nvSpPr>
        <p:spPr>
          <a:xfrm>
            <a:off x="8165100" y="3136013"/>
            <a:ext cx="2185800" cy="626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6"/>
          <p:cNvSpPr/>
          <p:nvPr/>
        </p:nvSpPr>
        <p:spPr>
          <a:xfrm>
            <a:off x="7577575" y="672500"/>
            <a:ext cx="2185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6"/>
          <p:cNvSpPr txBox="1">
            <a:spLocks noGrp="1"/>
          </p:cNvSpPr>
          <p:nvPr>
            <p:ph type="title"/>
          </p:nvPr>
        </p:nvSpPr>
        <p:spPr>
          <a:xfrm>
            <a:off x="1984050" y="638175"/>
            <a:ext cx="51759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3500"/>
              <a:buFont typeface="Comfortaa"/>
              <a:buNone/>
              <a:defRPr sz="5000" b="1">
                <a:solidFill>
                  <a:srgbClr val="EC646E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 txBox="1">
            <a:spLocks noGrp="1"/>
          </p:cNvSpPr>
          <p:nvPr>
            <p:ph type="body" idx="1"/>
          </p:nvPr>
        </p:nvSpPr>
        <p:spPr>
          <a:xfrm>
            <a:off x="731525" y="1161000"/>
            <a:ext cx="76812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D3765"/>
              </a:buClr>
              <a:buSzPts val="1200"/>
              <a:buFont typeface="Catamaran"/>
              <a:buChar char="●"/>
              <a:defRPr sz="11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Catamaran"/>
              <a:buChar char="■"/>
              <a:defRPr sz="1200"/>
            </a:lvl9pPr>
          </a:lstStyle>
          <a:p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0" name="Google Shape;60;p37"/>
          <p:cNvSpPr/>
          <p:nvPr/>
        </p:nvSpPr>
        <p:spPr>
          <a:xfrm>
            <a:off x="7633500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7"/>
          <p:cNvSpPr/>
          <p:nvPr/>
        </p:nvSpPr>
        <p:spPr>
          <a:xfrm>
            <a:off x="-1159975" y="459449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37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63" name="Google Shape;63;p37"/>
            <p:cNvSpPr/>
            <p:nvPr/>
          </p:nvSpPr>
          <p:spPr>
            <a:xfrm>
              <a:off x="7373430" y="3691477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7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>
              <a:off x="7886686" y="1009854"/>
              <a:ext cx="64037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7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7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7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7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7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7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7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7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7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7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7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7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7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7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7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7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7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7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7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7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7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7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7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37"/>
          <p:cNvGrpSpPr/>
          <p:nvPr/>
        </p:nvGrpSpPr>
        <p:grpSpPr>
          <a:xfrm flipH="1">
            <a:off x="-631517" y="3586184"/>
            <a:ext cx="1222079" cy="1009533"/>
            <a:chOff x="6101758" y="2859784"/>
            <a:chExt cx="1222079" cy="1009533"/>
          </a:xfrm>
        </p:grpSpPr>
        <p:sp>
          <p:nvSpPr>
            <p:cNvPr id="90" name="Google Shape;90;p37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7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7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7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7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7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7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7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7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7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38"/>
          <p:cNvGrpSpPr/>
          <p:nvPr/>
        </p:nvGrpSpPr>
        <p:grpSpPr>
          <a:xfrm>
            <a:off x="168169" y="129458"/>
            <a:ext cx="8873476" cy="4521709"/>
            <a:chOff x="168169" y="129458"/>
            <a:chExt cx="8873476" cy="4521709"/>
          </a:xfrm>
        </p:grpSpPr>
        <p:sp>
          <p:nvSpPr>
            <p:cNvPr id="102" name="Google Shape;102;p38"/>
            <p:cNvSpPr/>
            <p:nvPr/>
          </p:nvSpPr>
          <p:spPr>
            <a:xfrm flipH="1">
              <a:off x="4612091" y="527348"/>
              <a:ext cx="97960" cy="97960"/>
            </a:xfrm>
            <a:custGeom>
              <a:avLst/>
              <a:gdLst/>
              <a:ahLst/>
              <a:cxnLst/>
              <a:rect l="l" t="t" r="r" b="b"/>
              <a:pathLst>
                <a:path w="2768" h="2768" fill="none" extrusionOk="0">
                  <a:moveTo>
                    <a:pt x="2767" y="1357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7"/>
                  </a:cubicBezTo>
                  <a:cubicBezTo>
                    <a:pt x="1" y="624"/>
                    <a:pt x="624" y="1"/>
                    <a:pt x="1411" y="1"/>
                  </a:cubicBezTo>
                  <a:cubicBezTo>
                    <a:pt x="2143" y="1"/>
                    <a:pt x="2767" y="624"/>
                    <a:pt x="2767" y="1357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8"/>
            <p:cNvSpPr/>
            <p:nvPr/>
          </p:nvSpPr>
          <p:spPr>
            <a:xfrm flipH="1">
              <a:off x="354391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8"/>
            <p:cNvSpPr/>
            <p:nvPr/>
          </p:nvSpPr>
          <p:spPr>
            <a:xfrm flipH="1">
              <a:off x="7777903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8"/>
            <p:cNvSpPr/>
            <p:nvPr/>
          </p:nvSpPr>
          <p:spPr>
            <a:xfrm flipH="1">
              <a:off x="8887557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8"/>
            <p:cNvSpPr/>
            <p:nvPr/>
          </p:nvSpPr>
          <p:spPr>
            <a:xfrm flipH="1">
              <a:off x="258413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8"/>
            <p:cNvSpPr/>
            <p:nvPr/>
          </p:nvSpPr>
          <p:spPr>
            <a:xfrm flipH="1">
              <a:off x="5959946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8"/>
            <p:cNvSpPr/>
            <p:nvPr/>
          </p:nvSpPr>
          <p:spPr>
            <a:xfrm flipH="1">
              <a:off x="7525927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8"/>
            <p:cNvSpPr/>
            <p:nvPr/>
          </p:nvSpPr>
          <p:spPr>
            <a:xfrm flipH="1">
              <a:off x="8171476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8"/>
            <p:cNvSpPr/>
            <p:nvPr/>
          </p:nvSpPr>
          <p:spPr>
            <a:xfrm flipH="1">
              <a:off x="812776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8"/>
            <p:cNvSpPr/>
            <p:nvPr/>
          </p:nvSpPr>
          <p:spPr>
            <a:xfrm flipH="1">
              <a:off x="812776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8"/>
            <p:cNvSpPr/>
            <p:nvPr/>
          </p:nvSpPr>
          <p:spPr>
            <a:xfrm flipH="1">
              <a:off x="2269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8"/>
            <p:cNvSpPr/>
            <p:nvPr/>
          </p:nvSpPr>
          <p:spPr>
            <a:xfrm flipH="1">
              <a:off x="185195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8"/>
            <p:cNvSpPr/>
            <p:nvPr/>
          </p:nvSpPr>
          <p:spPr>
            <a:xfrm flipH="1">
              <a:off x="185195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8"/>
            <p:cNvSpPr/>
            <p:nvPr/>
          </p:nvSpPr>
          <p:spPr>
            <a:xfrm rot="10800000">
              <a:off x="7825875" y="3901013"/>
              <a:ext cx="0" cy="63844"/>
            </a:xfrm>
            <a:custGeom>
              <a:avLst/>
              <a:gdLst/>
              <a:ahLst/>
              <a:cxnLst/>
              <a:rect l="l" t="t" r="r" b="b"/>
              <a:pathLst>
                <a:path w="120000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8"/>
            <p:cNvSpPr/>
            <p:nvPr/>
          </p:nvSpPr>
          <p:spPr>
            <a:xfrm flipH="1">
              <a:off x="7793706" y="3932687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8"/>
            <p:cNvSpPr/>
            <p:nvPr/>
          </p:nvSpPr>
          <p:spPr>
            <a:xfrm flipH="1">
              <a:off x="79453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8"/>
            <p:cNvSpPr/>
            <p:nvPr/>
          </p:nvSpPr>
          <p:spPr>
            <a:xfrm rot="10800000">
              <a:off x="898194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8"/>
            <p:cNvSpPr/>
            <p:nvPr/>
          </p:nvSpPr>
          <p:spPr>
            <a:xfrm flipH="1">
              <a:off x="631980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8"/>
            <p:cNvSpPr/>
            <p:nvPr/>
          </p:nvSpPr>
          <p:spPr>
            <a:xfrm flipH="1">
              <a:off x="6287631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8"/>
            <p:cNvSpPr/>
            <p:nvPr/>
          </p:nvSpPr>
          <p:spPr>
            <a:xfrm flipH="1">
              <a:off x="7176009" y="4584925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8"/>
            <p:cNvSpPr/>
            <p:nvPr/>
          </p:nvSpPr>
          <p:spPr>
            <a:xfrm flipH="1">
              <a:off x="8641792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8"/>
            <p:cNvSpPr/>
            <p:nvPr/>
          </p:nvSpPr>
          <p:spPr>
            <a:xfrm flipH="1">
              <a:off x="476309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8"/>
            <p:cNvSpPr/>
            <p:nvPr/>
          </p:nvSpPr>
          <p:spPr>
            <a:xfrm flipH="1">
              <a:off x="444140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8"/>
            <p:cNvSpPr/>
            <p:nvPr/>
          </p:nvSpPr>
          <p:spPr>
            <a:xfrm flipH="1">
              <a:off x="168169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8"/>
            <p:cNvSpPr/>
            <p:nvPr/>
          </p:nvSpPr>
          <p:spPr>
            <a:xfrm flipH="1">
              <a:off x="240187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8"/>
            <p:cNvSpPr/>
            <p:nvPr/>
          </p:nvSpPr>
          <p:spPr>
            <a:xfrm>
              <a:off x="8757312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8"/>
            <p:cNvSpPr/>
            <p:nvPr/>
          </p:nvSpPr>
          <p:spPr>
            <a:xfrm>
              <a:off x="8932808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8"/>
            <p:cNvSpPr/>
            <p:nvPr/>
          </p:nvSpPr>
          <p:spPr>
            <a:xfrm>
              <a:off x="8888641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8"/>
            <p:cNvSpPr/>
            <p:nvPr/>
          </p:nvSpPr>
          <p:spPr>
            <a:xfrm>
              <a:off x="8888641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8"/>
            <p:cNvSpPr/>
            <p:nvPr/>
          </p:nvSpPr>
          <p:spPr>
            <a:xfrm>
              <a:off x="8683418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8"/>
            <p:cNvSpPr/>
            <p:nvPr/>
          </p:nvSpPr>
          <p:spPr>
            <a:xfrm>
              <a:off x="8651248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8"/>
            <p:cNvSpPr/>
            <p:nvPr/>
          </p:nvSpPr>
          <p:spPr>
            <a:xfrm>
              <a:off x="8737175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8"/>
            <p:cNvSpPr/>
            <p:nvPr/>
          </p:nvSpPr>
          <p:spPr>
            <a:xfrm>
              <a:off x="8781342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38"/>
          <p:cNvSpPr/>
          <p:nvPr/>
        </p:nvSpPr>
        <p:spPr>
          <a:xfrm>
            <a:off x="-3354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8"/>
          <p:cNvSpPr/>
          <p:nvPr/>
        </p:nvSpPr>
        <p:spPr>
          <a:xfrm>
            <a:off x="-895350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8"/>
          <p:cNvSpPr/>
          <p:nvPr/>
        </p:nvSpPr>
        <p:spPr>
          <a:xfrm>
            <a:off x="5636525" y="360574"/>
            <a:ext cx="40491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38"/>
          <p:cNvCxnSpPr/>
          <p:nvPr/>
        </p:nvCxnSpPr>
        <p:spPr>
          <a:xfrm rot="10800000">
            <a:off x="2238375" y="4869600"/>
            <a:ext cx="7048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38"/>
          <p:cNvSpPr txBox="1">
            <a:spLocks noGrp="1"/>
          </p:cNvSpPr>
          <p:nvPr>
            <p:ph type="subTitle" idx="1"/>
          </p:nvPr>
        </p:nvSpPr>
        <p:spPr>
          <a:xfrm>
            <a:off x="1361825" y="3192700"/>
            <a:ext cx="32007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0" name="Google Shape;140;p38"/>
          <p:cNvSpPr txBox="1">
            <a:spLocks noGrp="1"/>
          </p:cNvSpPr>
          <p:nvPr>
            <p:ph type="title"/>
          </p:nvPr>
        </p:nvSpPr>
        <p:spPr>
          <a:xfrm>
            <a:off x="1361825" y="2484925"/>
            <a:ext cx="4257900" cy="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1" name="Google Shape;141;p38"/>
          <p:cNvSpPr txBox="1">
            <a:spLocks noGrp="1"/>
          </p:cNvSpPr>
          <p:nvPr>
            <p:ph type="title" idx="2"/>
          </p:nvPr>
        </p:nvSpPr>
        <p:spPr>
          <a:xfrm>
            <a:off x="1361825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>
            <a:spLocks noGrp="1"/>
          </p:cNvSpPr>
          <p:nvPr>
            <p:ph type="title"/>
          </p:nvPr>
        </p:nvSpPr>
        <p:spPr>
          <a:xfrm>
            <a:off x="1018650" y="1735580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4" name="Google Shape;144;p39"/>
          <p:cNvSpPr txBox="1">
            <a:spLocks noGrp="1"/>
          </p:cNvSpPr>
          <p:nvPr>
            <p:ph type="subTitle" idx="1"/>
          </p:nvPr>
        </p:nvSpPr>
        <p:spPr>
          <a:xfrm>
            <a:off x="1018650" y="2023155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5" name="Google Shape;145;p39"/>
          <p:cNvSpPr txBox="1">
            <a:spLocks noGrp="1"/>
          </p:cNvSpPr>
          <p:nvPr>
            <p:ph type="title" idx="2"/>
          </p:nvPr>
        </p:nvSpPr>
        <p:spPr>
          <a:xfrm>
            <a:off x="1018650" y="3422225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6" name="Google Shape;146;p39"/>
          <p:cNvSpPr txBox="1">
            <a:spLocks noGrp="1"/>
          </p:cNvSpPr>
          <p:nvPr>
            <p:ph type="subTitle" idx="3"/>
          </p:nvPr>
        </p:nvSpPr>
        <p:spPr>
          <a:xfrm>
            <a:off x="1018650" y="3709800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47" name="Google Shape;147;p39"/>
          <p:cNvGrpSpPr/>
          <p:nvPr/>
        </p:nvGrpSpPr>
        <p:grpSpPr>
          <a:xfrm>
            <a:off x="168169" y="151697"/>
            <a:ext cx="8942153" cy="4799996"/>
            <a:chOff x="168169" y="151697"/>
            <a:chExt cx="8942153" cy="4799996"/>
          </a:xfrm>
        </p:grpSpPr>
        <p:sp>
          <p:nvSpPr>
            <p:cNvPr id="148" name="Google Shape;148;p39"/>
            <p:cNvSpPr/>
            <p:nvPr/>
          </p:nvSpPr>
          <p:spPr>
            <a:xfrm flipH="1">
              <a:off x="1900366" y="19483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9"/>
            <p:cNvSpPr/>
            <p:nvPr/>
          </p:nvSpPr>
          <p:spPr>
            <a:xfrm flipH="1">
              <a:off x="258413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9"/>
            <p:cNvSpPr/>
            <p:nvPr/>
          </p:nvSpPr>
          <p:spPr>
            <a:xfrm flipH="1">
              <a:off x="3472239" y="151697"/>
              <a:ext cx="380159" cy="35"/>
            </a:xfrm>
            <a:custGeom>
              <a:avLst/>
              <a:gdLst/>
              <a:ahLst/>
              <a:cxnLst/>
              <a:rect l="l" t="t" r="r" b="b"/>
              <a:pathLst>
                <a:path w="10742" h="1" fill="none" extrusionOk="0">
                  <a:moveTo>
                    <a:pt x="1" y="1"/>
                  </a:moveTo>
                  <a:lnTo>
                    <a:pt x="10742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9"/>
            <p:cNvSpPr/>
            <p:nvPr/>
          </p:nvSpPr>
          <p:spPr>
            <a:xfrm flipH="1">
              <a:off x="684120" y="11992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9"/>
            <p:cNvSpPr/>
            <p:nvPr/>
          </p:nvSpPr>
          <p:spPr>
            <a:xfrm flipH="1">
              <a:off x="642395" y="12415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9"/>
            <p:cNvSpPr/>
            <p:nvPr/>
          </p:nvSpPr>
          <p:spPr>
            <a:xfrm flipH="1">
              <a:off x="642395" y="12415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9"/>
            <p:cNvSpPr/>
            <p:nvPr/>
          </p:nvSpPr>
          <p:spPr>
            <a:xfrm flipH="1">
              <a:off x="1018638" y="4668161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1" y="0"/>
                  </a:moveTo>
                  <a:lnTo>
                    <a:pt x="7175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9"/>
            <p:cNvSpPr/>
            <p:nvPr/>
          </p:nvSpPr>
          <p:spPr>
            <a:xfrm rot="10800000">
              <a:off x="309206" y="480415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9"/>
            <p:cNvSpPr/>
            <p:nvPr/>
          </p:nvSpPr>
          <p:spPr>
            <a:xfrm flipH="1">
              <a:off x="631980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9"/>
            <p:cNvSpPr/>
            <p:nvPr/>
          </p:nvSpPr>
          <p:spPr>
            <a:xfrm flipH="1">
              <a:off x="6287631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9"/>
            <p:cNvSpPr/>
            <p:nvPr/>
          </p:nvSpPr>
          <p:spPr>
            <a:xfrm flipH="1">
              <a:off x="4890009" y="4889725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9"/>
            <p:cNvSpPr/>
            <p:nvPr/>
          </p:nvSpPr>
          <p:spPr>
            <a:xfrm flipH="1">
              <a:off x="3188068" y="4637189"/>
              <a:ext cx="60021" cy="61968"/>
            </a:xfrm>
            <a:custGeom>
              <a:avLst/>
              <a:gdLst/>
              <a:ahLst/>
              <a:cxnLst/>
              <a:rect l="l" t="t" r="r" b="b"/>
              <a:pathLst>
                <a:path w="1696" h="1751" fill="none" extrusionOk="0">
                  <a:moveTo>
                    <a:pt x="1695" y="896"/>
                  </a:moveTo>
                  <a:cubicBezTo>
                    <a:pt x="1695" y="1357"/>
                    <a:pt x="1302" y="1750"/>
                    <a:pt x="841" y="1750"/>
                  </a:cubicBezTo>
                  <a:cubicBezTo>
                    <a:pt x="339" y="1750"/>
                    <a:pt x="0" y="1357"/>
                    <a:pt x="0" y="896"/>
                  </a:cubicBezTo>
                  <a:cubicBezTo>
                    <a:pt x="0" y="394"/>
                    <a:pt x="339" y="1"/>
                    <a:pt x="841" y="1"/>
                  </a:cubicBezTo>
                  <a:cubicBezTo>
                    <a:pt x="1302" y="1"/>
                    <a:pt x="1695" y="394"/>
                    <a:pt x="1695" y="89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9"/>
            <p:cNvSpPr/>
            <p:nvPr/>
          </p:nvSpPr>
          <p:spPr>
            <a:xfrm flipH="1">
              <a:off x="3832166" y="4401067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0" y="0"/>
                  </a:moveTo>
                  <a:lnTo>
                    <a:pt x="7174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9"/>
            <p:cNvSpPr/>
            <p:nvPr/>
          </p:nvSpPr>
          <p:spPr>
            <a:xfrm flipH="1">
              <a:off x="476309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9"/>
            <p:cNvSpPr/>
            <p:nvPr/>
          </p:nvSpPr>
          <p:spPr>
            <a:xfrm flipH="1">
              <a:off x="444140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9"/>
            <p:cNvSpPr/>
            <p:nvPr/>
          </p:nvSpPr>
          <p:spPr>
            <a:xfrm flipH="1">
              <a:off x="168169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9"/>
            <p:cNvSpPr/>
            <p:nvPr/>
          </p:nvSpPr>
          <p:spPr>
            <a:xfrm flipH="1">
              <a:off x="240187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9"/>
            <p:cNvSpPr/>
            <p:nvPr/>
          </p:nvSpPr>
          <p:spPr>
            <a:xfrm>
              <a:off x="8876040" y="15930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9"/>
            <p:cNvSpPr/>
            <p:nvPr/>
          </p:nvSpPr>
          <p:spPr>
            <a:xfrm>
              <a:off x="8899135" y="2086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9"/>
            <p:cNvSpPr/>
            <p:nvPr/>
          </p:nvSpPr>
          <p:spPr>
            <a:xfrm>
              <a:off x="8854969" y="250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9"/>
            <p:cNvSpPr/>
            <p:nvPr/>
          </p:nvSpPr>
          <p:spPr>
            <a:xfrm>
              <a:off x="8854969" y="250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9"/>
            <p:cNvSpPr/>
            <p:nvPr/>
          </p:nvSpPr>
          <p:spPr>
            <a:xfrm>
              <a:off x="8803199" y="465175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9"/>
            <p:cNvSpPr/>
            <p:nvPr/>
          </p:nvSpPr>
          <p:spPr>
            <a:xfrm>
              <a:off x="8802146" y="38469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9"/>
            <p:cNvSpPr/>
            <p:nvPr/>
          </p:nvSpPr>
          <p:spPr>
            <a:xfrm>
              <a:off x="8769976" y="38786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9"/>
            <p:cNvSpPr/>
            <p:nvPr/>
          </p:nvSpPr>
          <p:spPr>
            <a:xfrm>
              <a:off x="8855903" y="35148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9"/>
            <p:cNvSpPr/>
            <p:nvPr/>
          </p:nvSpPr>
          <p:spPr>
            <a:xfrm>
              <a:off x="8900070" y="28486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39"/>
          <p:cNvSpPr txBox="1">
            <a:spLocks noGrp="1"/>
          </p:cNvSpPr>
          <p:nvPr>
            <p:ph type="title" idx="4"/>
          </p:nvPr>
        </p:nvSpPr>
        <p:spPr>
          <a:xfrm>
            <a:off x="5411700" y="1736980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5" name="Google Shape;175;p39"/>
          <p:cNvSpPr txBox="1">
            <a:spLocks noGrp="1"/>
          </p:cNvSpPr>
          <p:nvPr>
            <p:ph type="subTitle" idx="5"/>
          </p:nvPr>
        </p:nvSpPr>
        <p:spPr>
          <a:xfrm>
            <a:off x="5411700" y="2024555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6" name="Google Shape;176;p39"/>
          <p:cNvSpPr/>
          <p:nvPr/>
        </p:nvSpPr>
        <p:spPr>
          <a:xfrm rot="10800000" flipH="1">
            <a:off x="-666750" y="-24475"/>
            <a:ext cx="2118000" cy="843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9"/>
          <p:cNvSpPr txBox="1">
            <a:spLocks noGrp="1"/>
          </p:cNvSpPr>
          <p:nvPr>
            <p:ph type="title" idx="6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40"/>
          <p:cNvGrpSpPr/>
          <p:nvPr/>
        </p:nvGrpSpPr>
        <p:grpSpPr>
          <a:xfrm>
            <a:off x="-115600" y="129458"/>
            <a:ext cx="9118707" cy="4740142"/>
            <a:chOff x="-115600" y="129458"/>
            <a:chExt cx="9118707" cy="4740142"/>
          </a:xfrm>
        </p:grpSpPr>
        <p:sp>
          <p:nvSpPr>
            <p:cNvPr id="180" name="Google Shape;180;p40"/>
            <p:cNvSpPr/>
            <p:nvPr/>
          </p:nvSpPr>
          <p:spPr>
            <a:xfrm>
              <a:off x="4461224" y="527348"/>
              <a:ext cx="97960" cy="97960"/>
            </a:xfrm>
            <a:custGeom>
              <a:avLst/>
              <a:gdLst/>
              <a:ahLst/>
              <a:cxnLst/>
              <a:rect l="l" t="t" r="r" b="b"/>
              <a:pathLst>
                <a:path w="2768" h="2768" fill="none" extrusionOk="0">
                  <a:moveTo>
                    <a:pt x="2767" y="1357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7"/>
                  </a:cubicBezTo>
                  <a:cubicBezTo>
                    <a:pt x="1" y="624"/>
                    <a:pt x="624" y="1"/>
                    <a:pt x="1411" y="1"/>
                  </a:cubicBezTo>
                  <a:cubicBezTo>
                    <a:pt x="2143" y="1"/>
                    <a:pt x="2767" y="624"/>
                    <a:pt x="2767" y="1357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0"/>
            <p:cNvSpPr/>
            <p:nvPr/>
          </p:nvSpPr>
          <p:spPr>
            <a:xfrm>
              <a:off x="8718925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0"/>
            <p:cNvSpPr/>
            <p:nvPr/>
          </p:nvSpPr>
          <p:spPr>
            <a:xfrm>
              <a:off x="1295447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0"/>
            <p:cNvSpPr/>
            <p:nvPr/>
          </p:nvSpPr>
          <p:spPr>
            <a:xfrm>
              <a:off x="129630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0"/>
            <p:cNvSpPr/>
            <p:nvPr/>
          </p:nvSpPr>
          <p:spPr>
            <a:xfrm>
              <a:off x="8768824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0"/>
            <p:cNvSpPr/>
            <p:nvPr/>
          </p:nvSpPr>
          <p:spPr>
            <a:xfrm>
              <a:off x="2953583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0"/>
            <p:cNvSpPr/>
            <p:nvPr/>
          </p:nvSpPr>
          <p:spPr>
            <a:xfrm>
              <a:off x="1513344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0"/>
            <p:cNvSpPr/>
            <p:nvPr/>
          </p:nvSpPr>
          <p:spPr>
            <a:xfrm>
              <a:off x="999764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0"/>
            <p:cNvSpPr/>
            <p:nvPr/>
          </p:nvSpPr>
          <p:spPr>
            <a:xfrm>
              <a:off x="957544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0"/>
            <p:cNvSpPr/>
            <p:nvPr/>
          </p:nvSpPr>
          <p:spPr>
            <a:xfrm>
              <a:off x="957544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0"/>
            <p:cNvSpPr/>
            <p:nvPr/>
          </p:nvSpPr>
          <p:spPr>
            <a:xfrm>
              <a:off x="89443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0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0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0"/>
            <p:cNvSpPr/>
            <p:nvPr/>
          </p:nvSpPr>
          <p:spPr>
            <a:xfrm>
              <a:off x="1345400" y="3901013"/>
              <a:ext cx="0" cy="63844"/>
            </a:xfrm>
            <a:custGeom>
              <a:avLst/>
              <a:gdLst/>
              <a:ahLst/>
              <a:cxnLst/>
              <a:rect l="l" t="t" r="r" b="b"/>
              <a:pathLst>
                <a:path w="120000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0"/>
            <p:cNvSpPr/>
            <p:nvPr/>
          </p:nvSpPr>
          <p:spPr>
            <a:xfrm>
              <a:off x="1313230" y="3932687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0"/>
            <p:cNvSpPr/>
            <p:nvPr/>
          </p:nvSpPr>
          <p:spPr>
            <a:xfrm>
              <a:off x="831480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0"/>
            <p:cNvSpPr/>
            <p:nvPr/>
          </p:nvSpPr>
          <p:spPr>
            <a:xfrm>
              <a:off x="8106996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0"/>
            <p:cNvSpPr/>
            <p:nvPr/>
          </p:nvSpPr>
          <p:spPr>
            <a:xfrm>
              <a:off x="2851440" y="4584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0"/>
            <p:cNvSpPr/>
            <p:nvPr/>
          </p:nvSpPr>
          <p:spPr>
            <a:xfrm>
              <a:off x="2819305" y="4617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0"/>
            <p:cNvSpPr/>
            <p:nvPr/>
          </p:nvSpPr>
          <p:spPr>
            <a:xfrm>
              <a:off x="1933334" y="4584925"/>
              <a:ext cx="61933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0"/>
            <p:cNvSpPr/>
            <p:nvPr/>
          </p:nvSpPr>
          <p:spPr>
            <a:xfrm>
              <a:off x="401301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0"/>
            <p:cNvSpPr/>
            <p:nvPr/>
          </p:nvSpPr>
          <p:spPr>
            <a:xfrm>
              <a:off x="8694930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0"/>
            <p:cNvSpPr/>
            <p:nvPr/>
          </p:nvSpPr>
          <p:spPr>
            <a:xfrm>
              <a:off x="8662761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0"/>
            <p:cNvSpPr/>
            <p:nvPr/>
          </p:nvSpPr>
          <p:spPr>
            <a:xfrm>
              <a:off x="8748688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0"/>
            <p:cNvSpPr/>
            <p:nvPr/>
          </p:nvSpPr>
          <p:spPr>
            <a:xfrm>
              <a:off x="8792854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p40"/>
            <p:cNvCxnSpPr/>
            <p:nvPr/>
          </p:nvCxnSpPr>
          <p:spPr>
            <a:xfrm>
              <a:off x="-115600" y="4869600"/>
              <a:ext cx="7048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6" name="Google Shape;206;p40"/>
            <p:cNvSpPr/>
            <p:nvPr/>
          </p:nvSpPr>
          <p:spPr>
            <a:xfrm flipH="1">
              <a:off x="269926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0"/>
            <p:cNvSpPr/>
            <p:nvPr/>
          </p:nvSpPr>
          <p:spPr>
            <a:xfrm flipH="1">
              <a:off x="238432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0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0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0"/>
            <p:cNvSpPr/>
            <p:nvPr/>
          </p:nvSpPr>
          <p:spPr>
            <a:xfrm flipH="1">
              <a:off x="487822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0"/>
            <p:cNvSpPr/>
            <p:nvPr/>
          </p:nvSpPr>
          <p:spPr>
            <a:xfrm flipH="1">
              <a:off x="455652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0"/>
            <p:cNvSpPr/>
            <p:nvPr/>
          </p:nvSpPr>
          <p:spPr>
            <a:xfrm flipH="1">
              <a:off x="179681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0"/>
            <p:cNvSpPr/>
            <p:nvPr/>
          </p:nvSpPr>
          <p:spPr>
            <a:xfrm flipH="1">
              <a:off x="251700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40"/>
          <p:cNvSpPr/>
          <p:nvPr/>
        </p:nvSpPr>
        <p:spPr>
          <a:xfrm flipH="1">
            <a:off x="4260625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0"/>
          <p:cNvSpPr/>
          <p:nvPr/>
        </p:nvSpPr>
        <p:spPr>
          <a:xfrm flipH="1">
            <a:off x="7948625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0"/>
          <p:cNvSpPr/>
          <p:nvPr/>
        </p:nvSpPr>
        <p:spPr>
          <a:xfrm flipH="1">
            <a:off x="-514350" y="360574"/>
            <a:ext cx="40491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0"/>
          <p:cNvSpPr txBox="1">
            <a:spLocks noGrp="1"/>
          </p:cNvSpPr>
          <p:nvPr>
            <p:ph type="subTitle" idx="1"/>
          </p:nvPr>
        </p:nvSpPr>
        <p:spPr>
          <a:xfrm flipH="1">
            <a:off x="4608750" y="3192700"/>
            <a:ext cx="32007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title"/>
          </p:nvPr>
        </p:nvSpPr>
        <p:spPr>
          <a:xfrm flipH="1">
            <a:off x="4315050" y="2529950"/>
            <a:ext cx="3494400" cy="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9" name="Google Shape;219;p40"/>
          <p:cNvSpPr txBox="1">
            <a:spLocks noGrp="1"/>
          </p:cNvSpPr>
          <p:nvPr>
            <p:ph type="title" idx="2"/>
          </p:nvPr>
        </p:nvSpPr>
        <p:spPr>
          <a:xfrm flipH="1">
            <a:off x="5901750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41"/>
          <p:cNvSpPr txBox="1">
            <a:spLocks noGrp="1"/>
          </p:cNvSpPr>
          <p:nvPr>
            <p:ph type="subTitle" idx="1"/>
          </p:nvPr>
        </p:nvSpPr>
        <p:spPr>
          <a:xfrm>
            <a:off x="5361600" y="1605900"/>
            <a:ext cx="3068400" cy="19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3" name="Google Shape;223;p41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4" name="Google Shape;224;p41"/>
          <p:cNvSpPr/>
          <p:nvPr/>
        </p:nvSpPr>
        <p:spPr>
          <a:xfrm rot="10800000">
            <a:off x="3740963" y="4616800"/>
            <a:ext cx="5887500" cy="1119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1"/>
          <p:cNvSpPr/>
          <p:nvPr/>
        </p:nvSpPr>
        <p:spPr>
          <a:xfrm rot="10800000">
            <a:off x="8024813" y="-24475"/>
            <a:ext cx="2118000" cy="843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1"/>
          <p:cNvSpPr/>
          <p:nvPr/>
        </p:nvSpPr>
        <p:spPr>
          <a:xfrm rot="10800000">
            <a:off x="-666750" y="3881963"/>
            <a:ext cx="4049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1"/>
          <p:cNvSpPr/>
          <p:nvPr/>
        </p:nvSpPr>
        <p:spPr>
          <a:xfrm flipH="1">
            <a:off x="354391" y="203388"/>
            <a:ext cx="97960" cy="97924"/>
          </a:xfrm>
          <a:custGeom>
            <a:avLst/>
            <a:gdLst/>
            <a:ahLst/>
            <a:cxnLst/>
            <a:rect l="l" t="t" r="r" b="b"/>
            <a:pathLst>
              <a:path w="2768" h="2767" fill="none" extrusionOk="0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1"/>
          <p:cNvSpPr/>
          <p:nvPr/>
        </p:nvSpPr>
        <p:spPr>
          <a:xfrm flipH="1">
            <a:off x="258413" y="1745472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1"/>
          <p:cNvSpPr/>
          <p:nvPr/>
        </p:nvSpPr>
        <p:spPr>
          <a:xfrm flipH="1">
            <a:off x="6714721" y="3013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1"/>
          <p:cNvSpPr/>
          <p:nvPr/>
        </p:nvSpPr>
        <p:spPr>
          <a:xfrm flipH="1">
            <a:off x="7525927" y="129458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1"/>
          <p:cNvSpPr/>
          <p:nvPr/>
        </p:nvSpPr>
        <p:spPr>
          <a:xfrm flipH="1">
            <a:off x="684120" y="11992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1"/>
          <p:cNvSpPr/>
          <p:nvPr/>
        </p:nvSpPr>
        <p:spPr>
          <a:xfrm flipH="1">
            <a:off x="642395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1"/>
          <p:cNvSpPr/>
          <p:nvPr/>
        </p:nvSpPr>
        <p:spPr>
          <a:xfrm flipH="1">
            <a:off x="642395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1"/>
          <p:cNvSpPr/>
          <p:nvPr/>
        </p:nvSpPr>
        <p:spPr>
          <a:xfrm flipH="1">
            <a:off x="1027863" y="4860011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1"/>
          <p:cNvSpPr/>
          <p:nvPr/>
        </p:nvSpPr>
        <p:spPr>
          <a:xfrm flipH="1">
            <a:off x="3188068" y="4637189"/>
            <a:ext cx="60021" cy="61968"/>
          </a:xfrm>
          <a:custGeom>
            <a:avLst/>
            <a:gdLst/>
            <a:ahLst/>
            <a:cxnLst/>
            <a:rect l="l" t="t" r="r" b="b"/>
            <a:pathLst>
              <a:path w="1696" h="1751" fill="none" extrusionOk="0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1"/>
          <p:cNvSpPr/>
          <p:nvPr/>
        </p:nvSpPr>
        <p:spPr>
          <a:xfrm flipH="1">
            <a:off x="168169" y="3667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1"/>
          <p:cNvSpPr/>
          <p:nvPr/>
        </p:nvSpPr>
        <p:spPr>
          <a:xfrm flipH="1">
            <a:off x="240187" y="30010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1"/>
          <p:cNvSpPr/>
          <p:nvPr/>
        </p:nvSpPr>
        <p:spPr>
          <a:xfrm>
            <a:off x="8616555" y="2893315"/>
            <a:ext cx="97924" cy="98420"/>
          </a:xfrm>
          <a:custGeom>
            <a:avLst/>
            <a:gdLst/>
            <a:ahLst/>
            <a:cxnLst/>
            <a:rect l="l" t="t" r="r" b="b"/>
            <a:pathLst>
              <a:path w="2767" h="2781" fill="none" extrusionOk="0">
                <a:moveTo>
                  <a:pt x="2767" y="1425"/>
                </a:moveTo>
                <a:cubicBezTo>
                  <a:pt x="2767" y="2157"/>
                  <a:pt x="2157" y="2781"/>
                  <a:pt x="1356" y="2781"/>
                </a:cubicBezTo>
                <a:cubicBezTo>
                  <a:pt x="624" y="2781"/>
                  <a:pt x="0" y="2157"/>
                  <a:pt x="0" y="1425"/>
                </a:cubicBezTo>
                <a:cubicBezTo>
                  <a:pt x="0" y="625"/>
                  <a:pt x="624" y="1"/>
                  <a:pt x="1356" y="1"/>
                </a:cubicBezTo>
                <a:cubicBezTo>
                  <a:pt x="2157" y="1"/>
                  <a:pt x="2767" y="625"/>
                  <a:pt x="2767" y="1425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1"/>
          <p:cNvSpPr/>
          <p:nvPr/>
        </p:nvSpPr>
        <p:spPr>
          <a:xfrm>
            <a:off x="8836347" y="1530184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8269993" y="10480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8225826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8225826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1"/>
          <p:cNvSpPr/>
          <p:nvPr/>
        </p:nvSpPr>
        <p:spPr>
          <a:xfrm>
            <a:off x="8707279" y="4295886"/>
            <a:ext cx="61932" cy="61932"/>
          </a:xfrm>
          <a:custGeom>
            <a:avLst/>
            <a:gdLst/>
            <a:ahLst/>
            <a:cxnLst/>
            <a:rect l="l" t="t" r="r" b="b"/>
            <a:pathLst>
              <a:path w="1750" h="1750" fill="none" extrusionOk="0">
                <a:moveTo>
                  <a:pt x="1750" y="841"/>
                </a:moveTo>
                <a:cubicBezTo>
                  <a:pt x="1750" y="1357"/>
                  <a:pt x="1357" y="1750"/>
                  <a:pt x="909" y="1750"/>
                </a:cubicBezTo>
                <a:cubicBezTo>
                  <a:pt x="394" y="1750"/>
                  <a:pt x="0" y="1357"/>
                  <a:pt x="0" y="841"/>
                </a:cubicBezTo>
                <a:cubicBezTo>
                  <a:pt x="0" y="394"/>
                  <a:pt x="394" y="0"/>
                  <a:pt x="909" y="0"/>
                </a:cubicBezTo>
                <a:cubicBezTo>
                  <a:pt x="1357" y="0"/>
                  <a:pt x="1750" y="394"/>
                  <a:pt x="1750" y="841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8836360" y="3973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1"/>
          <p:cNvSpPr/>
          <p:nvPr/>
        </p:nvSpPr>
        <p:spPr>
          <a:xfrm>
            <a:off x="8952552" y="21609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1"/>
          <p:cNvSpPr/>
          <p:nvPr/>
        </p:nvSpPr>
        <p:spPr>
          <a:xfrm>
            <a:off x="5654972" y="374948"/>
            <a:ext cx="97960" cy="97960"/>
          </a:xfrm>
          <a:custGeom>
            <a:avLst/>
            <a:gdLst/>
            <a:ahLst/>
            <a:cxnLst/>
            <a:rect l="l" t="t" r="r" b="b"/>
            <a:pathLst>
              <a:path w="2768" h="2768" fill="none" extrusionOk="0">
                <a:moveTo>
                  <a:pt x="2767" y="1357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7"/>
                </a:cubicBezTo>
                <a:cubicBezTo>
                  <a:pt x="1" y="624"/>
                  <a:pt x="624" y="1"/>
                  <a:pt x="1411" y="1"/>
                </a:cubicBezTo>
                <a:cubicBezTo>
                  <a:pt x="2143" y="1"/>
                  <a:pt x="2767" y="624"/>
                  <a:pt x="2767" y="1357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4147331" y="510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1"/>
          <p:cNvSpPr/>
          <p:nvPr/>
        </p:nvSpPr>
        <p:spPr>
          <a:xfrm>
            <a:off x="1989591" y="252333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16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>
            <a:spLocks noGrp="1"/>
          </p:cNvSpPr>
          <p:nvPr>
            <p:ph type="body" idx="1"/>
          </p:nvPr>
        </p:nvSpPr>
        <p:spPr>
          <a:xfrm>
            <a:off x="731525" y="1161000"/>
            <a:ext cx="76812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D3765"/>
              </a:buClr>
              <a:buSzPts val="1200"/>
              <a:buFont typeface="Catamaran"/>
              <a:buChar char="●"/>
              <a:defRPr sz="11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Catamaran"/>
              <a:buChar char="■"/>
              <a:defRPr sz="1200"/>
            </a:lvl9pPr>
          </a:lstStyle>
          <a:p>
            <a:endParaRPr/>
          </a:p>
        </p:txBody>
      </p:sp>
      <p:sp>
        <p:nvSpPr>
          <p:cNvPr id="251" name="Google Shape;251;p42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8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2" name="Google Shape;252;p42"/>
          <p:cNvSpPr/>
          <p:nvPr/>
        </p:nvSpPr>
        <p:spPr>
          <a:xfrm>
            <a:off x="-748500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-1159975" y="459449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42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255" name="Google Shape;255;p42"/>
            <p:cNvSpPr/>
            <p:nvPr/>
          </p:nvSpPr>
          <p:spPr>
            <a:xfrm>
              <a:off x="7373430" y="3691477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2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2"/>
            <p:cNvSpPr/>
            <p:nvPr/>
          </p:nvSpPr>
          <p:spPr>
            <a:xfrm>
              <a:off x="7886686" y="1009854"/>
              <a:ext cx="64037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2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2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2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2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2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2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2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2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2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2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2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2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2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2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2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2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2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2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2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2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42"/>
          <p:cNvGrpSpPr/>
          <p:nvPr/>
        </p:nvGrpSpPr>
        <p:grpSpPr>
          <a:xfrm flipH="1">
            <a:off x="-631517" y="3586184"/>
            <a:ext cx="1222079" cy="1009533"/>
            <a:chOff x="6101758" y="2859784"/>
            <a:chExt cx="1222079" cy="1009533"/>
          </a:xfrm>
        </p:grpSpPr>
        <p:sp>
          <p:nvSpPr>
            <p:cNvPr id="282" name="Google Shape;282;p4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>
            <a:spLocks noGrp="1"/>
          </p:cNvSpPr>
          <p:nvPr>
            <p:ph type="title" hasCustomPrompt="1"/>
          </p:nvPr>
        </p:nvSpPr>
        <p:spPr>
          <a:xfrm>
            <a:off x="1120150" y="1106125"/>
            <a:ext cx="6903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4" name="Google Shape;294;p43"/>
          <p:cNvSpPr txBox="1">
            <a:spLocks noGrp="1"/>
          </p:cNvSpPr>
          <p:nvPr>
            <p:ph type="body" idx="1"/>
          </p:nvPr>
        </p:nvSpPr>
        <p:spPr>
          <a:xfrm>
            <a:off x="2861375" y="3124175"/>
            <a:ext cx="3421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95" name="Google Shape;295;p43"/>
          <p:cNvSpPr/>
          <p:nvPr/>
        </p:nvSpPr>
        <p:spPr>
          <a:xfrm>
            <a:off x="3099305" y="227009"/>
            <a:ext cx="150" cy="123654"/>
          </a:xfrm>
          <a:custGeom>
            <a:avLst/>
            <a:gdLst/>
            <a:ahLst/>
            <a:cxnLst/>
            <a:rect l="l" t="t" r="r" b="b"/>
            <a:pathLst>
              <a:path w="1" h="826" extrusionOk="0">
                <a:moveTo>
                  <a:pt x="1" y="0"/>
                </a:moveTo>
                <a:lnTo>
                  <a:pt x="1" y="8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3"/>
          <p:cNvSpPr/>
          <p:nvPr/>
        </p:nvSpPr>
        <p:spPr>
          <a:xfrm>
            <a:off x="3092269" y="219075"/>
            <a:ext cx="15120" cy="139523"/>
          </a:xfrm>
          <a:custGeom>
            <a:avLst/>
            <a:gdLst/>
            <a:ahLst/>
            <a:cxnLst/>
            <a:rect l="l" t="t" r="r" b="b"/>
            <a:pathLst>
              <a:path w="101" h="932" extrusionOk="0">
                <a:moveTo>
                  <a:pt x="48" y="1"/>
                </a:moveTo>
                <a:cubicBezTo>
                  <a:pt x="24" y="1"/>
                  <a:pt x="1" y="24"/>
                  <a:pt x="1" y="53"/>
                </a:cubicBezTo>
                <a:lnTo>
                  <a:pt x="1" y="879"/>
                </a:lnTo>
                <a:cubicBezTo>
                  <a:pt x="1" y="902"/>
                  <a:pt x="24" y="932"/>
                  <a:pt x="48" y="932"/>
                </a:cubicBezTo>
                <a:cubicBezTo>
                  <a:pt x="77" y="932"/>
                  <a:pt x="100" y="902"/>
                  <a:pt x="100" y="879"/>
                </a:cubicBezTo>
                <a:lnTo>
                  <a:pt x="100" y="53"/>
                </a:lnTo>
                <a:cubicBezTo>
                  <a:pt x="100" y="24"/>
                  <a:pt x="77" y="1"/>
                  <a:pt x="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3"/>
          <p:cNvSpPr/>
          <p:nvPr/>
        </p:nvSpPr>
        <p:spPr>
          <a:xfrm>
            <a:off x="7346941" y="1936148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70" y="94"/>
                </a:moveTo>
                <a:cubicBezTo>
                  <a:pt x="516" y="94"/>
                  <a:pt x="639" y="217"/>
                  <a:pt x="639" y="364"/>
                </a:cubicBezTo>
                <a:cubicBezTo>
                  <a:pt x="639" y="510"/>
                  <a:pt x="516" y="633"/>
                  <a:pt x="370" y="633"/>
                </a:cubicBezTo>
                <a:cubicBezTo>
                  <a:pt x="223" y="633"/>
                  <a:pt x="100" y="510"/>
                  <a:pt x="100" y="364"/>
                </a:cubicBezTo>
                <a:cubicBezTo>
                  <a:pt x="100" y="217"/>
                  <a:pt x="223" y="94"/>
                  <a:pt x="370" y="94"/>
                </a:cubicBezTo>
                <a:close/>
                <a:moveTo>
                  <a:pt x="370" y="1"/>
                </a:moveTo>
                <a:cubicBezTo>
                  <a:pt x="147" y="1"/>
                  <a:pt x="1" y="171"/>
                  <a:pt x="1" y="364"/>
                </a:cubicBezTo>
                <a:cubicBezTo>
                  <a:pt x="1" y="557"/>
                  <a:pt x="147" y="733"/>
                  <a:pt x="370" y="733"/>
                </a:cubicBezTo>
                <a:cubicBezTo>
                  <a:pt x="563" y="733"/>
                  <a:pt x="733" y="557"/>
                  <a:pt x="733" y="364"/>
                </a:cubicBezTo>
                <a:cubicBezTo>
                  <a:pt x="733" y="171"/>
                  <a:pt x="563" y="1"/>
                  <a:pt x="37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3"/>
          <p:cNvSpPr/>
          <p:nvPr/>
        </p:nvSpPr>
        <p:spPr>
          <a:xfrm>
            <a:off x="4071468" y="380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3"/>
          <p:cNvSpPr/>
          <p:nvPr/>
        </p:nvSpPr>
        <p:spPr>
          <a:xfrm>
            <a:off x="5626070" y="377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8764316" y="1135845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707372" y="1953663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3"/>
          <p:cNvSpPr/>
          <p:nvPr/>
        </p:nvSpPr>
        <p:spPr>
          <a:xfrm>
            <a:off x="-107005" y="2221030"/>
            <a:ext cx="160631" cy="160631"/>
          </a:xfrm>
          <a:custGeom>
            <a:avLst/>
            <a:gdLst/>
            <a:ahLst/>
            <a:cxnLst/>
            <a:rect l="l" t="t" r="r" b="b"/>
            <a:pathLst>
              <a:path w="1073" h="1073" extrusionOk="0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3"/>
          <p:cNvSpPr/>
          <p:nvPr/>
        </p:nvSpPr>
        <p:spPr>
          <a:xfrm>
            <a:off x="8811622" y="2647978"/>
            <a:ext cx="150152" cy="160481"/>
          </a:xfrm>
          <a:custGeom>
            <a:avLst/>
            <a:gdLst/>
            <a:ahLst/>
            <a:cxnLst/>
            <a:rect l="l" t="t" r="r" b="b"/>
            <a:pathLst>
              <a:path w="1003" h="1072" extrusionOk="0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375034" y="2987949"/>
            <a:ext cx="438479" cy="14222"/>
          </a:xfrm>
          <a:custGeom>
            <a:avLst/>
            <a:gdLst/>
            <a:ahLst/>
            <a:cxnLst/>
            <a:rect l="l" t="t" r="r" b="b"/>
            <a:pathLst>
              <a:path w="2929" h="95" extrusionOk="0">
                <a:moveTo>
                  <a:pt x="48" y="1"/>
                </a:moveTo>
                <a:cubicBezTo>
                  <a:pt x="24" y="1"/>
                  <a:pt x="1" y="1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2882" y="95"/>
                </a:lnTo>
                <a:cubicBezTo>
                  <a:pt x="2905" y="95"/>
                  <a:pt x="2928" y="71"/>
                  <a:pt x="2928" y="48"/>
                </a:cubicBezTo>
                <a:cubicBezTo>
                  <a:pt x="2928" y="1"/>
                  <a:pt x="2905" y="1"/>
                  <a:pt x="28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/>
          <p:cNvSpPr/>
          <p:nvPr/>
        </p:nvSpPr>
        <p:spPr>
          <a:xfrm>
            <a:off x="7314602" y="4477471"/>
            <a:ext cx="383987" cy="15120"/>
          </a:xfrm>
          <a:custGeom>
            <a:avLst/>
            <a:gdLst/>
            <a:ahLst/>
            <a:cxnLst/>
            <a:rect l="l" t="t" r="r" b="b"/>
            <a:pathLst>
              <a:path w="2565" h="101" extrusionOk="0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3"/>
          <p:cNvSpPr/>
          <p:nvPr/>
        </p:nvSpPr>
        <p:spPr>
          <a:xfrm>
            <a:off x="7880777" y="2509354"/>
            <a:ext cx="277099" cy="14222"/>
          </a:xfrm>
          <a:custGeom>
            <a:avLst/>
            <a:gdLst/>
            <a:ahLst/>
            <a:cxnLst/>
            <a:rect l="l" t="t" r="r" b="b"/>
            <a:pathLst>
              <a:path w="1851" h="95" extrusionOk="0">
                <a:moveTo>
                  <a:pt x="48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1804" y="95"/>
                </a:lnTo>
                <a:cubicBezTo>
                  <a:pt x="1828" y="95"/>
                  <a:pt x="1851" y="71"/>
                  <a:pt x="1851" y="48"/>
                </a:cubicBezTo>
                <a:cubicBezTo>
                  <a:pt x="1851" y="24"/>
                  <a:pt x="1828" y="1"/>
                  <a:pt x="180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/>
          <p:nvPr/>
        </p:nvSpPr>
        <p:spPr>
          <a:xfrm>
            <a:off x="8205180" y="2509354"/>
            <a:ext cx="146409" cy="14222"/>
          </a:xfrm>
          <a:custGeom>
            <a:avLst/>
            <a:gdLst/>
            <a:ahLst/>
            <a:cxnLst/>
            <a:rect l="l" t="t" r="r" b="b"/>
            <a:pathLst>
              <a:path w="978" h="95" extrusionOk="0">
                <a:moveTo>
                  <a:pt x="53" y="1"/>
                </a:moveTo>
                <a:cubicBezTo>
                  <a:pt x="29" y="1"/>
                  <a:pt x="0" y="24"/>
                  <a:pt x="0" y="48"/>
                </a:cubicBezTo>
                <a:cubicBezTo>
                  <a:pt x="0" y="71"/>
                  <a:pt x="29" y="95"/>
                  <a:pt x="53" y="95"/>
                </a:cubicBezTo>
                <a:lnTo>
                  <a:pt x="931" y="95"/>
                </a:lnTo>
                <a:cubicBezTo>
                  <a:pt x="955" y="95"/>
                  <a:pt x="978" y="71"/>
                  <a:pt x="978" y="48"/>
                </a:cubicBezTo>
                <a:cubicBezTo>
                  <a:pt x="978" y="24"/>
                  <a:pt x="955" y="1"/>
                  <a:pt x="9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3"/>
          <p:cNvSpPr/>
          <p:nvPr/>
        </p:nvSpPr>
        <p:spPr>
          <a:xfrm>
            <a:off x="375027" y="4254141"/>
            <a:ext cx="266620" cy="14222"/>
          </a:xfrm>
          <a:custGeom>
            <a:avLst/>
            <a:gdLst/>
            <a:ahLst/>
            <a:cxnLst/>
            <a:rect l="l" t="t" r="r" b="b"/>
            <a:pathLst>
              <a:path w="1781" h="95" extrusionOk="0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3"/>
          <p:cNvSpPr/>
          <p:nvPr/>
        </p:nvSpPr>
        <p:spPr>
          <a:xfrm>
            <a:off x="816952" y="3942133"/>
            <a:ext cx="212278" cy="14970"/>
          </a:xfrm>
          <a:custGeom>
            <a:avLst/>
            <a:gdLst/>
            <a:ahLst/>
            <a:cxnLst/>
            <a:rect l="l" t="t" r="r" b="b"/>
            <a:pathLst>
              <a:path w="1418" h="100" extrusionOk="0">
                <a:moveTo>
                  <a:pt x="53" y="0"/>
                </a:moveTo>
                <a:cubicBezTo>
                  <a:pt x="24" y="0"/>
                  <a:pt x="0" y="24"/>
                  <a:pt x="0" y="47"/>
                </a:cubicBezTo>
                <a:cubicBezTo>
                  <a:pt x="0" y="76"/>
                  <a:pt x="24" y="100"/>
                  <a:pt x="53" y="100"/>
                </a:cubicBezTo>
                <a:lnTo>
                  <a:pt x="1370" y="100"/>
                </a:lnTo>
                <a:cubicBezTo>
                  <a:pt x="1394" y="100"/>
                  <a:pt x="1417" y="76"/>
                  <a:pt x="1417" y="47"/>
                </a:cubicBezTo>
                <a:cubicBezTo>
                  <a:pt x="1417" y="24"/>
                  <a:pt x="1394" y="0"/>
                  <a:pt x="1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3"/>
          <p:cNvSpPr/>
          <p:nvPr/>
        </p:nvSpPr>
        <p:spPr>
          <a:xfrm>
            <a:off x="1551390" y="1135845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3"/>
          <p:cNvSpPr/>
          <p:nvPr/>
        </p:nvSpPr>
        <p:spPr>
          <a:xfrm>
            <a:off x="1854745" y="90131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3"/>
          <p:cNvSpPr/>
          <p:nvPr/>
        </p:nvSpPr>
        <p:spPr>
          <a:xfrm>
            <a:off x="652881" y="3086153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8" y="1"/>
                </a:moveTo>
                <a:cubicBezTo>
                  <a:pt x="24" y="1"/>
                  <a:pt x="1" y="24"/>
                  <a:pt x="1" y="47"/>
                </a:cubicBezTo>
                <a:cubicBezTo>
                  <a:pt x="1" y="77"/>
                  <a:pt x="24" y="100"/>
                  <a:pt x="48" y="100"/>
                </a:cubicBezTo>
                <a:lnTo>
                  <a:pt x="1412" y="100"/>
                </a:lnTo>
                <a:cubicBezTo>
                  <a:pt x="1441" y="100"/>
                  <a:pt x="1465" y="77"/>
                  <a:pt x="1465" y="47"/>
                </a:cubicBezTo>
                <a:cubicBezTo>
                  <a:pt x="1465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3"/>
          <p:cNvSpPr/>
          <p:nvPr/>
        </p:nvSpPr>
        <p:spPr>
          <a:xfrm>
            <a:off x="-191137" y="3027470"/>
            <a:ext cx="14970" cy="99103"/>
          </a:xfrm>
          <a:custGeom>
            <a:avLst/>
            <a:gdLst/>
            <a:ahLst/>
            <a:cxnLst/>
            <a:rect l="l" t="t" r="r" b="b"/>
            <a:pathLst>
              <a:path w="100" h="662" extrusionOk="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3"/>
          <p:cNvSpPr/>
          <p:nvPr/>
        </p:nvSpPr>
        <p:spPr>
          <a:xfrm>
            <a:off x="-235000" y="3071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3"/>
          <p:cNvSpPr/>
          <p:nvPr/>
        </p:nvSpPr>
        <p:spPr>
          <a:xfrm>
            <a:off x="-235000" y="3071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3"/>
          <p:cNvSpPr/>
          <p:nvPr/>
        </p:nvSpPr>
        <p:spPr>
          <a:xfrm>
            <a:off x="1211268" y="1289289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3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3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3"/>
          <p:cNvSpPr/>
          <p:nvPr/>
        </p:nvSpPr>
        <p:spPr>
          <a:xfrm>
            <a:off x="749933" y="4691915"/>
            <a:ext cx="15120" cy="99103"/>
          </a:xfrm>
          <a:custGeom>
            <a:avLst/>
            <a:gdLst/>
            <a:ahLst/>
            <a:cxnLst/>
            <a:rect l="l" t="t" r="r" b="b"/>
            <a:pathLst>
              <a:path w="101" h="662" extrusionOk="0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3"/>
          <p:cNvSpPr/>
          <p:nvPr/>
        </p:nvSpPr>
        <p:spPr>
          <a:xfrm>
            <a:off x="709664" y="47321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3"/>
          <p:cNvSpPr/>
          <p:nvPr/>
        </p:nvSpPr>
        <p:spPr>
          <a:xfrm>
            <a:off x="6930620" y="394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3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3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3"/>
          <p:cNvSpPr/>
          <p:nvPr/>
        </p:nvSpPr>
        <p:spPr>
          <a:xfrm>
            <a:off x="8533775" y="2107107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3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3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3"/>
          <p:cNvSpPr/>
          <p:nvPr/>
        </p:nvSpPr>
        <p:spPr>
          <a:xfrm>
            <a:off x="1633068" y="4571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3"/>
          <p:cNvSpPr/>
          <p:nvPr/>
        </p:nvSpPr>
        <p:spPr>
          <a:xfrm>
            <a:off x="3187670" y="4568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3"/>
          <p:cNvSpPr/>
          <p:nvPr/>
        </p:nvSpPr>
        <p:spPr>
          <a:xfrm>
            <a:off x="4492220" y="4585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3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3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3"/>
          <p:cNvSpPr/>
          <p:nvPr/>
        </p:nvSpPr>
        <p:spPr>
          <a:xfrm flipH="1">
            <a:off x="8766270" y="45648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3"/>
          <p:cNvSpPr/>
          <p:nvPr/>
        </p:nvSpPr>
        <p:spPr>
          <a:xfrm flipH="1">
            <a:off x="7812520" y="3747070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3"/>
          <p:cNvSpPr/>
          <p:nvPr/>
        </p:nvSpPr>
        <p:spPr>
          <a:xfrm flipH="1">
            <a:off x="7724945" y="367446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3"/>
          <p:cNvSpPr/>
          <p:nvPr/>
        </p:nvSpPr>
        <p:spPr>
          <a:xfrm flipH="1">
            <a:off x="8356836" y="3900514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3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3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3"/>
          <p:cNvSpPr/>
          <p:nvPr/>
        </p:nvSpPr>
        <p:spPr>
          <a:xfrm flipH="1">
            <a:off x="7135200" y="38538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3"/>
          <p:cNvSpPr/>
          <p:nvPr/>
        </p:nvSpPr>
        <p:spPr>
          <a:xfrm flipH="1">
            <a:off x="5916000" y="2724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3"/>
          <p:cNvSpPr/>
          <p:nvPr/>
        </p:nvSpPr>
        <p:spPr>
          <a:xfrm flipH="1">
            <a:off x="-296525" y="48535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3"/>
          <p:cNvSpPr/>
          <p:nvPr/>
        </p:nvSpPr>
        <p:spPr>
          <a:xfrm flipH="1">
            <a:off x="-1475400" y="43110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текст 1">
  <p:cSld name="TITLE_AND_BODY_1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>
            <a:spLocks noGrp="1"/>
          </p:cNvSpPr>
          <p:nvPr>
            <p:ph type="sldNum" idx="12"/>
          </p:nvPr>
        </p:nvSpPr>
        <p:spPr>
          <a:xfrm flipH="1">
            <a:off x="25488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45"/>
          <p:cNvSpPr/>
          <p:nvPr/>
        </p:nvSpPr>
        <p:spPr>
          <a:xfrm>
            <a:off x="8823687" y="203388"/>
            <a:ext cx="97960" cy="97924"/>
          </a:xfrm>
          <a:custGeom>
            <a:avLst/>
            <a:gdLst/>
            <a:ahLst/>
            <a:cxnLst/>
            <a:rect l="l" t="t" r="r" b="b"/>
            <a:pathLst>
              <a:path w="2768" h="2767" fill="none" extrusionOk="0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5"/>
          <p:cNvSpPr/>
          <p:nvPr/>
        </p:nvSpPr>
        <p:spPr>
          <a:xfrm>
            <a:off x="8873587" y="1745472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5"/>
          <p:cNvSpPr/>
          <p:nvPr/>
        </p:nvSpPr>
        <p:spPr>
          <a:xfrm>
            <a:off x="2303571" y="3013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5"/>
          <p:cNvSpPr/>
          <p:nvPr/>
        </p:nvSpPr>
        <p:spPr>
          <a:xfrm>
            <a:off x="1618106" y="129458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5"/>
          <p:cNvSpPr/>
          <p:nvPr/>
        </p:nvSpPr>
        <p:spPr>
          <a:xfrm>
            <a:off x="8591883" y="11992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5"/>
          <p:cNvSpPr/>
          <p:nvPr/>
        </p:nvSpPr>
        <p:spPr>
          <a:xfrm>
            <a:off x="8547716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5"/>
          <p:cNvSpPr/>
          <p:nvPr/>
        </p:nvSpPr>
        <p:spPr>
          <a:xfrm>
            <a:off x="8547716" y="12415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5"/>
          <p:cNvSpPr/>
          <p:nvPr/>
        </p:nvSpPr>
        <p:spPr>
          <a:xfrm>
            <a:off x="7994251" y="4860011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5"/>
          <p:cNvSpPr/>
          <p:nvPr/>
        </p:nvSpPr>
        <p:spPr>
          <a:xfrm>
            <a:off x="6027948" y="4637189"/>
            <a:ext cx="60021" cy="61968"/>
          </a:xfrm>
          <a:custGeom>
            <a:avLst/>
            <a:gdLst/>
            <a:ahLst/>
            <a:cxnLst/>
            <a:rect l="l" t="t" r="r" b="b"/>
            <a:pathLst>
              <a:path w="1696" h="1751" fill="none" extrusionOk="0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5"/>
          <p:cNvSpPr/>
          <p:nvPr/>
        </p:nvSpPr>
        <p:spPr>
          <a:xfrm>
            <a:off x="8853450" y="3667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5"/>
          <p:cNvSpPr/>
          <p:nvPr/>
        </p:nvSpPr>
        <p:spPr>
          <a:xfrm>
            <a:off x="8897617" y="30010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5"/>
          <p:cNvSpPr/>
          <p:nvPr/>
        </p:nvSpPr>
        <p:spPr>
          <a:xfrm flipH="1">
            <a:off x="561558" y="2893315"/>
            <a:ext cx="97924" cy="98420"/>
          </a:xfrm>
          <a:custGeom>
            <a:avLst/>
            <a:gdLst/>
            <a:ahLst/>
            <a:cxnLst/>
            <a:rect l="l" t="t" r="r" b="b"/>
            <a:pathLst>
              <a:path w="2767" h="2781" fill="none" extrusionOk="0">
                <a:moveTo>
                  <a:pt x="2767" y="1425"/>
                </a:moveTo>
                <a:cubicBezTo>
                  <a:pt x="2767" y="2157"/>
                  <a:pt x="2157" y="2781"/>
                  <a:pt x="1356" y="2781"/>
                </a:cubicBezTo>
                <a:cubicBezTo>
                  <a:pt x="624" y="2781"/>
                  <a:pt x="0" y="2157"/>
                  <a:pt x="0" y="1425"/>
                </a:cubicBezTo>
                <a:cubicBezTo>
                  <a:pt x="0" y="625"/>
                  <a:pt x="624" y="1"/>
                  <a:pt x="1356" y="1"/>
                </a:cubicBezTo>
                <a:cubicBezTo>
                  <a:pt x="2157" y="1"/>
                  <a:pt x="2767" y="625"/>
                  <a:pt x="2767" y="1425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5"/>
          <p:cNvSpPr/>
          <p:nvPr/>
        </p:nvSpPr>
        <p:spPr>
          <a:xfrm flipH="1">
            <a:off x="295653" y="1530184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5"/>
          <p:cNvSpPr/>
          <p:nvPr/>
        </p:nvSpPr>
        <p:spPr>
          <a:xfrm flipH="1">
            <a:off x="1006009" y="10480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5"/>
          <p:cNvSpPr/>
          <p:nvPr/>
        </p:nvSpPr>
        <p:spPr>
          <a:xfrm flipH="1">
            <a:off x="964285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5"/>
          <p:cNvSpPr/>
          <p:nvPr/>
        </p:nvSpPr>
        <p:spPr>
          <a:xfrm flipH="1">
            <a:off x="964285" y="10903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5"/>
          <p:cNvSpPr/>
          <p:nvPr/>
        </p:nvSpPr>
        <p:spPr>
          <a:xfrm flipH="1">
            <a:off x="506826" y="4295886"/>
            <a:ext cx="61932" cy="61932"/>
          </a:xfrm>
          <a:custGeom>
            <a:avLst/>
            <a:gdLst/>
            <a:ahLst/>
            <a:cxnLst/>
            <a:rect l="l" t="t" r="r" b="b"/>
            <a:pathLst>
              <a:path w="1750" h="1750" fill="none" extrusionOk="0">
                <a:moveTo>
                  <a:pt x="1750" y="841"/>
                </a:moveTo>
                <a:cubicBezTo>
                  <a:pt x="1750" y="1357"/>
                  <a:pt x="1357" y="1750"/>
                  <a:pt x="909" y="1750"/>
                </a:cubicBezTo>
                <a:cubicBezTo>
                  <a:pt x="394" y="1750"/>
                  <a:pt x="0" y="1357"/>
                  <a:pt x="0" y="841"/>
                </a:cubicBezTo>
                <a:cubicBezTo>
                  <a:pt x="0" y="394"/>
                  <a:pt x="394" y="0"/>
                  <a:pt x="909" y="0"/>
                </a:cubicBezTo>
                <a:cubicBezTo>
                  <a:pt x="1357" y="0"/>
                  <a:pt x="1750" y="394"/>
                  <a:pt x="1750" y="841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5"/>
          <p:cNvSpPr/>
          <p:nvPr/>
        </p:nvSpPr>
        <p:spPr>
          <a:xfrm flipH="1">
            <a:off x="185259" y="3973220"/>
            <a:ext cx="254419" cy="35"/>
          </a:xfrm>
          <a:custGeom>
            <a:avLst/>
            <a:gdLst/>
            <a:ahLst/>
            <a:cxnLst/>
            <a:rect l="l" t="t" r="r" b="b"/>
            <a:pathLst>
              <a:path w="7189" h="1" fill="none" extrusionOk="0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5"/>
          <p:cNvSpPr/>
          <p:nvPr/>
        </p:nvSpPr>
        <p:spPr>
          <a:xfrm flipH="1">
            <a:off x="185252" y="21609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5"/>
          <p:cNvSpPr/>
          <p:nvPr/>
        </p:nvSpPr>
        <p:spPr>
          <a:xfrm flipH="1">
            <a:off x="3523106" y="374948"/>
            <a:ext cx="97960" cy="97960"/>
          </a:xfrm>
          <a:custGeom>
            <a:avLst/>
            <a:gdLst/>
            <a:ahLst/>
            <a:cxnLst/>
            <a:rect l="l" t="t" r="r" b="b"/>
            <a:pathLst>
              <a:path w="2768" h="2768" fill="none" extrusionOk="0">
                <a:moveTo>
                  <a:pt x="2767" y="1357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7"/>
                </a:cubicBezTo>
                <a:cubicBezTo>
                  <a:pt x="1" y="624"/>
                  <a:pt x="624" y="1"/>
                  <a:pt x="1411" y="1"/>
                </a:cubicBezTo>
                <a:cubicBezTo>
                  <a:pt x="2143" y="1"/>
                  <a:pt x="2767" y="624"/>
                  <a:pt x="2767" y="1357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5"/>
          <p:cNvSpPr/>
          <p:nvPr/>
        </p:nvSpPr>
        <p:spPr>
          <a:xfrm flipH="1">
            <a:off x="4870962" y="51007"/>
            <a:ext cx="257745" cy="35"/>
          </a:xfrm>
          <a:custGeom>
            <a:avLst/>
            <a:gdLst/>
            <a:ahLst/>
            <a:cxnLst/>
            <a:rect l="l" t="t" r="r" b="b"/>
            <a:pathLst>
              <a:path w="7283" h="1" fill="none" extrusionOk="0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5"/>
          <p:cNvSpPr/>
          <p:nvPr/>
        </p:nvSpPr>
        <p:spPr>
          <a:xfrm flipH="1">
            <a:off x="7154442" y="252333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5"/>
          <p:cNvSpPr/>
          <p:nvPr/>
        </p:nvSpPr>
        <p:spPr>
          <a:xfrm rot="10800000" flipH="1">
            <a:off x="-152400" y="4616800"/>
            <a:ext cx="5887500" cy="1119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5"/>
          <p:cNvSpPr/>
          <p:nvPr/>
        </p:nvSpPr>
        <p:spPr>
          <a:xfrm rot="10800000" flipH="1">
            <a:off x="-666750" y="-24475"/>
            <a:ext cx="2118000" cy="843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5"/>
          <p:cNvSpPr/>
          <p:nvPr/>
        </p:nvSpPr>
        <p:spPr>
          <a:xfrm rot="10800000" flipH="1">
            <a:off x="6093713" y="3881963"/>
            <a:ext cx="4049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5"/>
          <p:cNvSpPr txBox="1">
            <a:spLocks noGrp="1"/>
          </p:cNvSpPr>
          <p:nvPr>
            <p:ph type="ctrTitle"/>
          </p:nvPr>
        </p:nvSpPr>
        <p:spPr>
          <a:xfrm flipH="1">
            <a:off x="1163813" y="2868668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74" name="Google Shape;374;p45"/>
          <p:cNvSpPr txBox="1">
            <a:spLocks noGrp="1"/>
          </p:cNvSpPr>
          <p:nvPr>
            <p:ph type="subTitle" idx="1"/>
          </p:nvPr>
        </p:nvSpPr>
        <p:spPr>
          <a:xfrm flipH="1">
            <a:off x="1163775" y="3341400"/>
            <a:ext cx="35511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75" name="Google Shape;375;p45"/>
          <p:cNvSpPr txBox="1">
            <a:spLocks noGrp="1"/>
          </p:cNvSpPr>
          <p:nvPr>
            <p:ph type="ctrTitle" idx="2"/>
          </p:nvPr>
        </p:nvSpPr>
        <p:spPr>
          <a:xfrm flipH="1">
            <a:off x="1163813" y="1116068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subTitle" idx="3"/>
          </p:nvPr>
        </p:nvSpPr>
        <p:spPr>
          <a:xfrm flipH="1">
            <a:off x="1163850" y="1588800"/>
            <a:ext cx="35511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title" idx="4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46"/>
          <p:cNvGrpSpPr/>
          <p:nvPr/>
        </p:nvGrpSpPr>
        <p:grpSpPr>
          <a:xfrm>
            <a:off x="204436" y="176149"/>
            <a:ext cx="8738598" cy="4471637"/>
            <a:chOff x="204436" y="176149"/>
            <a:chExt cx="8738598" cy="4471637"/>
          </a:xfrm>
        </p:grpSpPr>
        <p:sp>
          <p:nvSpPr>
            <p:cNvPr id="380" name="Google Shape;380;p46"/>
            <p:cNvSpPr/>
            <p:nvPr/>
          </p:nvSpPr>
          <p:spPr>
            <a:xfrm>
              <a:off x="7918898" y="978127"/>
              <a:ext cx="49" cy="64036"/>
            </a:xfrm>
            <a:custGeom>
              <a:avLst/>
              <a:gdLst/>
              <a:ahLst/>
              <a:cxnLst/>
              <a:rect l="l" t="t" r="r" b="b"/>
              <a:pathLst>
                <a:path w="1" h="1320" fill="none" extrusionOk="0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6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6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6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6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6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6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6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6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6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6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6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6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6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6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6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6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6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6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6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6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46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03" name="Google Shape;403;p46"/>
          <p:cNvSpPr/>
          <p:nvPr/>
        </p:nvSpPr>
        <p:spPr>
          <a:xfrm flipH="1">
            <a:off x="-1159975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6"/>
          <p:cNvSpPr/>
          <p:nvPr/>
        </p:nvSpPr>
        <p:spPr>
          <a:xfrm flipH="1">
            <a:off x="7633500" y="459449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6"/>
          <p:cNvSpPr/>
          <p:nvPr/>
        </p:nvSpPr>
        <p:spPr>
          <a:xfrm>
            <a:off x="7742412" y="5018608"/>
            <a:ext cx="49" cy="63988"/>
          </a:xfrm>
          <a:custGeom>
            <a:avLst/>
            <a:gdLst/>
            <a:ahLst/>
            <a:cxnLst/>
            <a:rect l="l" t="t" r="r" b="b"/>
            <a:pathLst>
              <a:path w="1" h="1319" fill="none" extrusionOk="0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6"/>
          <p:cNvSpPr/>
          <p:nvPr/>
        </p:nvSpPr>
        <p:spPr>
          <a:xfrm>
            <a:off x="7710151" y="5050334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7" name="Google Shape;407;p46"/>
          <p:cNvGrpSpPr/>
          <p:nvPr/>
        </p:nvGrpSpPr>
        <p:grpSpPr>
          <a:xfrm flipH="1">
            <a:off x="8475244" y="3583233"/>
            <a:ext cx="1190271" cy="1022535"/>
            <a:chOff x="7521697" y="2603884"/>
            <a:chExt cx="1473291" cy="1265671"/>
          </a:xfrm>
        </p:grpSpPr>
        <p:sp>
          <p:nvSpPr>
            <p:cNvPr id="408" name="Google Shape;408;p46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>
            <a:spLocks noGrp="1"/>
          </p:cNvSpPr>
          <p:nvPr>
            <p:ph type="title"/>
          </p:nvPr>
        </p:nvSpPr>
        <p:spPr>
          <a:xfrm>
            <a:off x="2459700" y="1639350"/>
            <a:ext cx="4224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8" name="Google Shape;418;p47"/>
          <p:cNvSpPr/>
          <p:nvPr/>
        </p:nvSpPr>
        <p:spPr>
          <a:xfrm>
            <a:off x="8875841" y="3825398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70" y="94"/>
                </a:moveTo>
                <a:cubicBezTo>
                  <a:pt x="516" y="94"/>
                  <a:pt x="639" y="217"/>
                  <a:pt x="639" y="364"/>
                </a:cubicBezTo>
                <a:cubicBezTo>
                  <a:pt x="639" y="510"/>
                  <a:pt x="516" y="633"/>
                  <a:pt x="370" y="633"/>
                </a:cubicBezTo>
                <a:cubicBezTo>
                  <a:pt x="223" y="633"/>
                  <a:pt x="100" y="510"/>
                  <a:pt x="100" y="364"/>
                </a:cubicBezTo>
                <a:cubicBezTo>
                  <a:pt x="100" y="217"/>
                  <a:pt x="223" y="94"/>
                  <a:pt x="370" y="94"/>
                </a:cubicBezTo>
                <a:close/>
                <a:moveTo>
                  <a:pt x="370" y="1"/>
                </a:moveTo>
                <a:cubicBezTo>
                  <a:pt x="147" y="1"/>
                  <a:pt x="1" y="171"/>
                  <a:pt x="1" y="364"/>
                </a:cubicBezTo>
                <a:cubicBezTo>
                  <a:pt x="1" y="557"/>
                  <a:pt x="147" y="733"/>
                  <a:pt x="370" y="733"/>
                </a:cubicBezTo>
                <a:cubicBezTo>
                  <a:pt x="563" y="733"/>
                  <a:pt x="733" y="557"/>
                  <a:pt x="733" y="364"/>
                </a:cubicBezTo>
                <a:cubicBezTo>
                  <a:pt x="733" y="171"/>
                  <a:pt x="563" y="1"/>
                  <a:pt x="37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7"/>
          <p:cNvSpPr/>
          <p:nvPr/>
        </p:nvSpPr>
        <p:spPr>
          <a:xfrm>
            <a:off x="4071468" y="380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7"/>
          <p:cNvSpPr/>
          <p:nvPr/>
        </p:nvSpPr>
        <p:spPr>
          <a:xfrm>
            <a:off x="5626070" y="377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7"/>
          <p:cNvSpPr/>
          <p:nvPr/>
        </p:nvSpPr>
        <p:spPr>
          <a:xfrm>
            <a:off x="8764316" y="1135845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7"/>
          <p:cNvSpPr/>
          <p:nvPr/>
        </p:nvSpPr>
        <p:spPr>
          <a:xfrm>
            <a:off x="402572" y="1572663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7"/>
          <p:cNvSpPr/>
          <p:nvPr/>
        </p:nvSpPr>
        <p:spPr>
          <a:xfrm>
            <a:off x="3027045" y="197955"/>
            <a:ext cx="160631" cy="160631"/>
          </a:xfrm>
          <a:custGeom>
            <a:avLst/>
            <a:gdLst/>
            <a:ahLst/>
            <a:cxnLst/>
            <a:rect l="l" t="t" r="r" b="b"/>
            <a:pathLst>
              <a:path w="1073" h="1073" extrusionOk="0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7"/>
          <p:cNvSpPr/>
          <p:nvPr/>
        </p:nvSpPr>
        <p:spPr>
          <a:xfrm>
            <a:off x="8811622" y="2647978"/>
            <a:ext cx="150152" cy="160481"/>
          </a:xfrm>
          <a:custGeom>
            <a:avLst/>
            <a:gdLst/>
            <a:ahLst/>
            <a:cxnLst/>
            <a:rect l="l" t="t" r="r" b="b"/>
            <a:pathLst>
              <a:path w="1003" h="1072" extrusionOk="0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7"/>
          <p:cNvSpPr/>
          <p:nvPr/>
        </p:nvSpPr>
        <p:spPr>
          <a:xfrm>
            <a:off x="70234" y="2606949"/>
            <a:ext cx="438479" cy="14222"/>
          </a:xfrm>
          <a:custGeom>
            <a:avLst/>
            <a:gdLst/>
            <a:ahLst/>
            <a:cxnLst/>
            <a:rect l="l" t="t" r="r" b="b"/>
            <a:pathLst>
              <a:path w="2929" h="95" extrusionOk="0">
                <a:moveTo>
                  <a:pt x="48" y="1"/>
                </a:moveTo>
                <a:cubicBezTo>
                  <a:pt x="24" y="1"/>
                  <a:pt x="1" y="1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2882" y="95"/>
                </a:lnTo>
                <a:cubicBezTo>
                  <a:pt x="2905" y="95"/>
                  <a:pt x="2928" y="71"/>
                  <a:pt x="2928" y="48"/>
                </a:cubicBezTo>
                <a:cubicBezTo>
                  <a:pt x="2928" y="1"/>
                  <a:pt x="2905" y="1"/>
                  <a:pt x="28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7"/>
          <p:cNvSpPr/>
          <p:nvPr/>
        </p:nvSpPr>
        <p:spPr>
          <a:xfrm>
            <a:off x="7690277" y="975829"/>
            <a:ext cx="277099" cy="14222"/>
          </a:xfrm>
          <a:custGeom>
            <a:avLst/>
            <a:gdLst/>
            <a:ahLst/>
            <a:cxnLst/>
            <a:rect l="l" t="t" r="r" b="b"/>
            <a:pathLst>
              <a:path w="1851" h="95" extrusionOk="0">
                <a:moveTo>
                  <a:pt x="48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1804" y="95"/>
                </a:lnTo>
                <a:cubicBezTo>
                  <a:pt x="1828" y="95"/>
                  <a:pt x="1851" y="71"/>
                  <a:pt x="1851" y="48"/>
                </a:cubicBezTo>
                <a:cubicBezTo>
                  <a:pt x="1851" y="24"/>
                  <a:pt x="1828" y="1"/>
                  <a:pt x="180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7"/>
          <p:cNvSpPr/>
          <p:nvPr/>
        </p:nvSpPr>
        <p:spPr>
          <a:xfrm>
            <a:off x="8205180" y="2509354"/>
            <a:ext cx="146409" cy="14222"/>
          </a:xfrm>
          <a:custGeom>
            <a:avLst/>
            <a:gdLst/>
            <a:ahLst/>
            <a:cxnLst/>
            <a:rect l="l" t="t" r="r" b="b"/>
            <a:pathLst>
              <a:path w="978" h="95" extrusionOk="0">
                <a:moveTo>
                  <a:pt x="53" y="1"/>
                </a:moveTo>
                <a:cubicBezTo>
                  <a:pt x="29" y="1"/>
                  <a:pt x="0" y="24"/>
                  <a:pt x="0" y="48"/>
                </a:cubicBezTo>
                <a:cubicBezTo>
                  <a:pt x="0" y="71"/>
                  <a:pt x="29" y="95"/>
                  <a:pt x="53" y="95"/>
                </a:cubicBezTo>
                <a:lnTo>
                  <a:pt x="931" y="95"/>
                </a:lnTo>
                <a:cubicBezTo>
                  <a:pt x="955" y="95"/>
                  <a:pt x="978" y="71"/>
                  <a:pt x="978" y="48"/>
                </a:cubicBezTo>
                <a:cubicBezTo>
                  <a:pt x="978" y="24"/>
                  <a:pt x="955" y="1"/>
                  <a:pt x="9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7"/>
          <p:cNvSpPr/>
          <p:nvPr/>
        </p:nvSpPr>
        <p:spPr>
          <a:xfrm>
            <a:off x="70227" y="3873141"/>
            <a:ext cx="266620" cy="14222"/>
          </a:xfrm>
          <a:custGeom>
            <a:avLst/>
            <a:gdLst/>
            <a:ahLst/>
            <a:cxnLst/>
            <a:rect l="l" t="t" r="r" b="b"/>
            <a:pathLst>
              <a:path w="1781" h="95" extrusionOk="0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7"/>
          <p:cNvSpPr/>
          <p:nvPr/>
        </p:nvSpPr>
        <p:spPr>
          <a:xfrm>
            <a:off x="512152" y="3561133"/>
            <a:ext cx="212278" cy="14970"/>
          </a:xfrm>
          <a:custGeom>
            <a:avLst/>
            <a:gdLst/>
            <a:ahLst/>
            <a:cxnLst/>
            <a:rect l="l" t="t" r="r" b="b"/>
            <a:pathLst>
              <a:path w="1418" h="100" extrusionOk="0">
                <a:moveTo>
                  <a:pt x="53" y="0"/>
                </a:moveTo>
                <a:cubicBezTo>
                  <a:pt x="24" y="0"/>
                  <a:pt x="0" y="24"/>
                  <a:pt x="0" y="47"/>
                </a:cubicBezTo>
                <a:cubicBezTo>
                  <a:pt x="0" y="76"/>
                  <a:pt x="24" y="100"/>
                  <a:pt x="53" y="100"/>
                </a:cubicBezTo>
                <a:lnTo>
                  <a:pt x="1370" y="100"/>
                </a:lnTo>
                <a:cubicBezTo>
                  <a:pt x="1394" y="100"/>
                  <a:pt x="1417" y="76"/>
                  <a:pt x="1417" y="47"/>
                </a:cubicBezTo>
                <a:cubicBezTo>
                  <a:pt x="1417" y="24"/>
                  <a:pt x="1394" y="0"/>
                  <a:pt x="1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7"/>
          <p:cNvSpPr/>
          <p:nvPr/>
        </p:nvSpPr>
        <p:spPr>
          <a:xfrm>
            <a:off x="1503765" y="431195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7"/>
          <p:cNvSpPr/>
          <p:nvPr/>
        </p:nvSpPr>
        <p:spPr>
          <a:xfrm>
            <a:off x="2207170" y="358578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7"/>
          <p:cNvSpPr/>
          <p:nvPr/>
        </p:nvSpPr>
        <p:spPr>
          <a:xfrm>
            <a:off x="348081" y="2705153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8" y="1"/>
                </a:moveTo>
                <a:cubicBezTo>
                  <a:pt x="24" y="1"/>
                  <a:pt x="1" y="24"/>
                  <a:pt x="1" y="47"/>
                </a:cubicBezTo>
                <a:cubicBezTo>
                  <a:pt x="1" y="77"/>
                  <a:pt x="24" y="100"/>
                  <a:pt x="48" y="100"/>
                </a:cubicBezTo>
                <a:lnTo>
                  <a:pt x="1412" y="100"/>
                </a:lnTo>
                <a:cubicBezTo>
                  <a:pt x="1441" y="100"/>
                  <a:pt x="1465" y="77"/>
                  <a:pt x="1465" y="47"/>
                </a:cubicBezTo>
                <a:cubicBezTo>
                  <a:pt x="1465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7"/>
          <p:cNvSpPr/>
          <p:nvPr/>
        </p:nvSpPr>
        <p:spPr>
          <a:xfrm>
            <a:off x="3618863" y="741470"/>
            <a:ext cx="14970" cy="99103"/>
          </a:xfrm>
          <a:custGeom>
            <a:avLst/>
            <a:gdLst/>
            <a:ahLst/>
            <a:cxnLst/>
            <a:rect l="l" t="t" r="r" b="b"/>
            <a:pathLst>
              <a:path w="100" h="662" extrusionOk="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7"/>
          <p:cNvSpPr/>
          <p:nvPr/>
        </p:nvSpPr>
        <p:spPr>
          <a:xfrm>
            <a:off x="3575000" y="785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7"/>
          <p:cNvSpPr/>
          <p:nvPr/>
        </p:nvSpPr>
        <p:spPr>
          <a:xfrm>
            <a:off x="3575000" y="7853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7"/>
          <p:cNvSpPr/>
          <p:nvPr/>
        </p:nvSpPr>
        <p:spPr>
          <a:xfrm>
            <a:off x="1163643" y="584639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7"/>
          <p:cNvSpPr/>
          <p:nvPr/>
        </p:nvSpPr>
        <p:spPr>
          <a:xfrm>
            <a:off x="1123373" y="62850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7"/>
          <p:cNvSpPr/>
          <p:nvPr/>
        </p:nvSpPr>
        <p:spPr>
          <a:xfrm>
            <a:off x="1123373" y="62850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7"/>
          <p:cNvSpPr/>
          <p:nvPr/>
        </p:nvSpPr>
        <p:spPr>
          <a:xfrm>
            <a:off x="445133" y="4310915"/>
            <a:ext cx="15120" cy="99103"/>
          </a:xfrm>
          <a:custGeom>
            <a:avLst/>
            <a:gdLst/>
            <a:ahLst/>
            <a:cxnLst/>
            <a:rect l="l" t="t" r="r" b="b"/>
            <a:pathLst>
              <a:path w="101" h="662" extrusionOk="0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7"/>
          <p:cNvSpPr/>
          <p:nvPr/>
        </p:nvSpPr>
        <p:spPr>
          <a:xfrm>
            <a:off x="404864" y="43511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7"/>
          <p:cNvSpPr/>
          <p:nvPr/>
        </p:nvSpPr>
        <p:spPr>
          <a:xfrm>
            <a:off x="6930620" y="394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7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7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7"/>
          <p:cNvSpPr/>
          <p:nvPr/>
        </p:nvSpPr>
        <p:spPr>
          <a:xfrm>
            <a:off x="8914775" y="2107107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7"/>
          <p:cNvSpPr/>
          <p:nvPr/>
        </p:nvSpPr>
        <p:spPr>
          <a:xfrm>
            <a:off x="8875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7"/>
          <p:cNvSpPr/>
          <p:nvPr/>
        </p:nvSpPr>
        <p:spPr>
          <a:xfrm>
            <a:off x="8875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7"/>
          <p:cNvSpPr/>
          <p:nvPr/>
        </p:nvSpPr>
        <p:spPr>
          <a:xfrm>
            <a:off x="-373471" y="385171"/>
            <a:ext cx="1245675" cy="442820"/>
          </a:xfrm>
          <a:custGeom>
            <a:avLst/>
            <a:gdLst/>
            <a:ahLst/>
            <a:cxnLst/>
            <a:rect l="l" t="t" r="r" b="b"/>
            <a:pathLst>
              <a:path w="8321" h="2958" extrusionOk="0">
                <a:moveTo>
                  <a:pt x="3551" y="0"/>
                </a:moveTo>
                <a:cubicBezTo>
                  <a:pt x="3420" y="0"/>
                  <a:pt x="3285" y="25"/>
                  <a:pt x="3151" y="83"/>
                </a:cubicBezTo>
                <a:cubicBezTo>
                  <a:pt x="2782" y="253"/>
                  <a:pt x="2465" y="984"/>
                  <a:pt x="2366" y="1810"/>
                </a:cubicBezTo>
                <a:cubicBezTo>
                  <a:pt x="2102" y="1593"/>
                  <a:pt x="1810" y="1324"/>
                  <a:pt x="1394" y="1201"/>
                </a:cubicBezTo>
                <a:cubicBezTo>
                  <a:pt x="1334" y="1188"/>
                  <a:pt x="1272" y="1181"/>
                  <a:pt x="1208" y="1181"/>
                </a:cubicBezTo>
                <a:cubicBezTo>
                  <a:pt x="935" y="1181"/>
                  <a:pt x="639" y="1299"/>
                  <a:pt x="440" y="1494"/>
                </a:cubicBezTo>
                <a:cubicBezTo>
                  <a:pt x="170" y="1810"/>
                  <a:pt x="0" y="2349"/>
                  <a:pt x="0" y="2958"/>
                </a:cubicBezTo>
                <a:cubicBezTo>
                  <a:pt x="326" y="2942"/>
                  <a:pt x="576" y="2937"/>
                  <a:pt x="800" y="2937"/>
                </a:cubicBezTo>
                <a:cubicBezTo>
                  <a:pt x="1246" y="2937"/>
                  <a:pt x="1587" y="2958"/>
                  <a:pt x="2220" y="2958"/>
                </a:cubicBezTo>
                <a:lnTo>
                  <a:pt x="8321" y="2958"/>
                </a:lnTo>
                <a:cubicBezTo>
                  <a:pt x="8003" y="2729"/>
                  <a:pt x="7622" y="2614"/>
                  <a:pt x="7242" y="2614"/>
                </a:cubicBezTo>
                <a:cubicBezTo>
                  <a:pt x="7097" y="2614"/>
                  <a:pt x="6951" y="2631"/>
                  <a:pt x="6810" y="2665"/>
                </a:cubicBezTo>
                <a:cubicBezTo>
                  <a:pt x="6810" y="2372"/>
                  <a:pt x="6833" y="2056"/>
                  <a:pt x="6710" y="1787"/>
                </a:cubicBezTo>
                <a:cubicBezTo>
                  <a:pt x="6580" y="1517"/>
                  <a:pt x="6355" y="1412"/>
                  <a:pt x="6108" y="1412"/>
                </a:cubicBezTo>
                <a:cubicBezTo>
                  <a:pt x="5754" y="1412"/>
                  <a:pt x="5355" y="1628"/>
                  <a:pt x="5124" y="1886"/>
                </a:cubicBezTo>
                <a:cubicBezTo>
                  <a:pt x="5077" y="1447"/>
                  <a:pt x="4954" y="1031"/>
                  <a:pt x="4708" y="692"/>
                </a:cubicBezTo>
                <a:cubicBezTo>
                  <a:pt x="4477" y="346"/>
                  <a:pt x="4037" y="0"/>
                  <a:pt x="35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7"/>
          <p:cNvSpPr/>
          <p:nvPr/>
        </p:nvSpPr>
        <p:spPr>
          <a:xfrm>
            <a:off x="1633068" y="4571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7"/>
          <p:cNvSpPr/>
          <p:nvPr/>
        </p:nvSpPr>
        <p:spPr>
          <a:xfrm>
            <a:off x="3187670" y="4568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7"/>
          <p:cNvSpPr/>
          <p:nvPr/>
        </p:nvSpPr>
        <p:spPr>
          <a:xfrm>
            <a:off x="4492220" y="4585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7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7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7"/>
          <p:cNvSpPr/>
          <p:nvPr/>
        </p:nvSpPr>
        <p:spPr>
          <a:xfrm flipH="1">
            <a:off x="8766270" y="45648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7"/>
          <p:cNvSpPr/>
          <p:nvPr/>
        </p:nvSpPr>
        <p:spPr>
          <a:xfrm flipH="1">
            <a:off x="686700" y="4551950"/>
            <a:ext cx="7770600" cy="1032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7"/>
          <p:cNvSpPr/>
          <p:nvPr/>
        </p:nvSpPr>
        <p:spPr>
          <a:xfrm>
            <a:off x="8031829" y="144209"/>
            <a:ext cx="1245675" cy="442820"/>
          </a:xfrm>
          <a:custGeom>
            <a:avLst/>
            <a:gdLst/>
            <a:ahLst/>
            <a:cxnLst/>
            <a:rect l="l" t="t" r="r" b="b"/>
            <a:pathLst>
              <a:path w="8321" h="2958" extrusionOk="0">
                <a:moveTo>
                  <a:pt x="3551" y="0"/>
                </a:moveTo>
                <a:cubicBezTo>
                  <a:pt x="3420" y="0"/>
                  <a:pt x="3285" y="25"/>
                  <a:pt x="3151" y="83"/>
                </a:cubicBezTo>
                <a:cubicBezTo>
                  <a:pt x="2782" y="253"/>
                  <a:pt x="2465" y="984"/>
                  <a:pt x="2366" y="1810"/>
                </a:cubicBezTo>
                <a:cubicBezTo>
                  <a:pt x="2102" y="1593"/>
                  <a:pt x="1810" y="1324"/>
                  <a:pt x="1394" y="1201"/>
                </a:cubicBezTo>
                <a:cubicBezTo>
                  <a:pt x="1334" y="1188"/>
                  <a:pt x="1272" y="1181"/>
                  <a:pt x="1208" y="1181"/>
                </a:cubicBezTo>
                <a:cubicBezTo>
                  <a:pt x="935" y="1181"/>
                  <a:pt x="639" y="1299"/>
                  <a:pt x="440" y="1494"/>
                </a:cubicBezTo>
                <a:cubicBezTo>
                  <a:pt x="170" y="1810"/>
                  <a:pt x="0" y="2349"/>
                  <a:pt x="0" y="2958"/>
                </a:cubicBezTo>
                <a:cubicBezTo>
                  <a:pt x="326" y="2942"/>
                  <a:pt x="576" y="2937"/>
                  <a:pt x="800" y="2937"/>
                </a:cubicBezTo>
                <a:cubicBezTo>
                  <a:pt x="1246" y="2937"/>
                  <a:pt x="1587" y="2958"/>
                  <a:pt x="2220" y="2958"/>
                </a:cubicBezTo>
                <a:lnTo>
                  <a:pt x="8321" y="2958"/>
                </a:lnTo>
                <a:cubicBezTo>
                  <a:pt x="8003" y="2729"/>
                  <a:pt x="7622" y="2614"/>
                  <a:pt x="7242" y="2614"/>
                </a:cubicBezTo>
                <a:cubicBezTo>
                  <a:pt x="7097" y="2614"/>
                  <a:pt x="6951" y="2631"/>
                  <a:pt x="6810" y="2665"/>
                </a:cubicBezTo>
                <a:cubicBezTo>
                  <a:pt x="6810" y="2372"/>
                  <a:pt x="6833" y="2056"/>
                  <a:pt x="6710" y="1787"/>
                </a:cubicBezTo>
                <a:cubicBezTo>
                  <a:pt x="6580" y="1517"/>
                  <a:pt x="6355" y="1412"/>
                  <a:pt x="6108" y="1412"/>
                </a:cubicBezTo>
                <a:cubicBezTo>
                  <a:pt x="5754" y="1412"/>
                  <a:pt x="5355" y="1628"/>
                  <a:pt x="5124" y="1886"/>
                </a:cubicBezTo>
                <a:cubicBezTo>
                  <a:pt x="5077" y="1447"/>
                  <a:pt x="4954" y="1031"/>
                  <a:pt x="4708" y="692"/>
                </a:cubicBezTo>
                <a:cubicBezTo>
                  <a:pt x="4477" y="346"/>
                  <a:pt x="4037" y="0"/>
                  <a:pt x="35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 txBox="1">
            <a:spLocks noGrp="1"/>
          </p:cNvSpPr>
          <p:nvPr>
            <p:ph type="subTitle" idx="1"/>
          </p:nvPr>
        </p:nvSpPr>
        <p:spPr>
          <a:xfrm>
            <a:off x="4600500" y="1617725"/>
            <a:ext cx="33909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omfortaa"/>
              <a:buNone/>
              <a:defRPr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8" name="Google Shape;458;p48"/>
          <p:cNvSpPr txBox="1">
            <a:spLocks noGrp="1"/>
          </p:cNvSpPr>
          <p:nvPr>
            <p:ph type="body" idx="2"/>
          </p:nvPr>
        </p:nvSpPr>
        <p:spPr>
          <a:xfrm>
            <a:off x="4600500" y="2104800"/>
            <a:ext cx="3712800" cy="26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9" name="Google Shape;459;p48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60" name="Google Shape;460;p48"/>
          <p:cNvSpPr/>
          <p:nvPr/>
        </p:nvSpPr>
        <p:spPr>
          <a:xfrm>
            <a:off x="5636525" y="360574"/>
            <a:ext cx="40491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8"/>
          <p:cNvSpPr/>
          <p:nvPr/>
        </p:nvSpPr>
        <p:spPr>
          <a:xfrm flipH="1">
            <a:off x="7820850" y="4863450"/>
            <a:ext cx="19137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8"/>
          <p:cNvSpPr/>
          <p:nvPr/>
        </p:nvSpPr>
        <p:spPr>
          <a:xfrm>
            <a:off x="1341496" y="-23227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8"/>
          <p:cNvSpPr/>
          <p:nvPr/>
        </p:nvSpPr>
        <p:spPr>
          <a:xfrm>
            <a:off x="1309236" y="-200059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p48"/>
          <p:cNvGrpSpPr/>
          <p:nvPr/>
        </p:nvGrpSpPr>
        <p:grpSpPr>
          <a:xfrm>
            <a:off x="128236" y="73755"/>
            <a:ext cx="9056239" cy="4633814"/>
            <a:chOff x="128236" y="73755"/>
            <a:chExt cx="9056239" cy="4633814"/>
          </a:xfrm>
        </p:grpSpPr>
        <p:sp>
          <p:nvSpPr>
            <p:cNvPr id="465" name="Google Shape;465;p48"/>
            <p:cNvSpPr/>
            <p:nvPr/>
          </p:nvSpPr>
          <p:spPr>
            <a:xfrm>
              <a:off x="569406" y="13929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8"/>
            <p:cNvSpPr/>
            <p:nvPr/>
          </p:nvSpPr>
          <p:spPr>
            <a:xfrm>
              <a:off x="388939" y="7752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8"/>
            <p:cNvSpPr/>
            <p:nvPr/>
          </p:nvSpPr>
          <p:spPr>
            <a:xfrm>
              <a:off x="1120596" y="20100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8"/>
            <p:cNvSpPr/>
            <p:nvPr/>
          </p:nvSpPr>
          <p:spPr>
            <a:xfrm>
              <a:off x="1088336" y="20442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8"/>
            <p:cNvSpPr/>
            <p:nvPr/>
          </p:nvSpPr>
          <p:spPr>
            <a:xfrm>
              <a:off x="675645" y="26132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8"/>
            <p:cNvSpPr/>
            <p:nvPr/>
          </p:nvSpPr>
          <p:spPr>
            <a:xfrm>
              <a:off x="220603" y="21865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8"/>
            <p:cNvSpPr/>
            <p:nvPr/>
          </p:nvSpPr>
          <p:spPr>
            <a:xfrm>
              <a:off x="1160521" y="40302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8"/>
            <p:cNvSpPr/>
            <p:nvPr/>
          </p:nvSpPr>
          <p:spPr>
            <a:xfrm>
              <a:off x="1128261" y="40624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8"/>
            <p:cNvSpPr/>
            <p:nvPr/>
          </p:nvSpPr>
          <p:spPr>
            <a:xfrm>
              <a:off x="1845502" y="43363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8"/>
            <p:cNvSpPr/>
            <p:nvPr/>
          </p:nvSpPr>
          <p:spPr>
            <a:xfrm>
              <a:off x="2496813" y="44967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8"/>
            <p:cNvSpPr/>
            <p:nvPr/>
          </p:nvSpPr>
          <p:spPr>
            <a:xfrm>
              <a:off x="1092217" y="29417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8"/>
            <p:cNvSpPr/>
            <p:nvPr/>
          </p:nvSpPr>
          <p:spPr>
            <a:xfrm>
              <a:off x="1058064" y="29739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8"/>
            <p:cNvSpPr/>
            <p:nvPr/>
          </p:nvSpPr>
          <p:spPr>
            <a:xfrm>
              <a:off x="128236" y="33289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8"/>
            <p:cNvSpPr/>
            <p:nvPr/>
          </p:nvSpPr>
          <p:spPr>
            <a:xfrm>
              <a:off x="1094109" y="33347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8"/>
            <p:cNvSpPr/>
            <p:nvPr/>
          </p:nvSpPr>
          <p:spPr>
            <a:xfrm>
              <a:off x="459185" y="3401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8"/>
            <p:cNvSpPr/>
            <p:nvPr/>
          </p:nvSpPr>
          <p:spPr>
            <a:xfrm>
              <a:off x="3528661" y="44727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8"/>
            <p:cNvSpPr/>
            <p:nvPr/>
          </p:nvSpPr>
          <p:spPr>
            <a:xfrm>
              <a:off x="4646934" y="46309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8"/>
            <p:cNvSpPr/>
            <p:nvPr/>
          </p:nvSpPr>
          <p:spPr>
            <a:xfrm>
              <a:off x="8997967" y="42583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8"/>
            <p:cNvSpPr/>
            <p:nvPr/>
          </p:nvSpPr>
          <p:spPr>
            <a:xfrm>
              <a:off x="8963814" y="42905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8"/>
            <p:cNvSpPr/>
            <p:nvPr/>
          </p:nvSpPr>
          <p:spPr>
            <a:xfrm>
              <a:off x="5214586" y="46454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8"/>
            <p:cNvSpPr/>
            <p:nvPr/>
          </p:nvSpPr>
          <p:spPr>
            <a:xfrm>
              <a:off x="8941881" y="185561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8"/>
            <p:cNvSpPr/>
            <p:nvPr/>
          </p:nvSpPr>
          <p:spPr>
            <a:xfrm>
              <a:off x="9048120" y="3075883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8"/>
            <p:cNvSpPr/>
            <p:nvPr/>
          </p:nvSpPr>
          <p:spPr>
            <a:xfrm>
              <a:off x="8593078" y="2649272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8"/>
            <p:cNvSpPr/>
            <p:nvPr/>
          </p:nvSpPr>
          <p:spPr>
            <a:xfrm>
              <a:off x="8500711" y="379162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8"/>
            <p:cNvSpPr/>
            <p:nvPr/>
          </p:nvSpPr>
          <p:spPr>
            <a:xfrm>
              <a:off x="9018081" y="132221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8"/>
            <p:cNvSpPr/>
            <p:nvPr/>
          </p:nvSpPr>
          <p:spPr>
            <a:xfrm>
              <a:off x="9124320" y="2542483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8"/>
            <p:cNvSpPr/>
            <p:nvPr/>
          </p:nvSpPr>
          <p:spPr>
            <a:xfrm>
              <a:off x="8669278" y="2115872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8"/>
            <p:cNvSpPr/>
            <p:nvPr/>
          </p:nvSpPr>
          <p:spPr>
            <a:xfrm>
              <a:off x="8576911" y="325822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8"/>
            <p:cNvSpPr/>
            <p:nvPr/>
          </p:nvSpPr>
          <p:spPr>
            <a:xfrm>
              <a:off x="2026477" y="7375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8"/>
            <p:cNvSpPr/>
            <p:nvPr/>
          </p:nvSpPr>
          <p:spPr>
            <a:xfrm>
              <a:off x="2677788" y="23419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8"/>
            <p:cNvSpPr/>
            <p:nvPr/>
          </p:nvSpPr>
          <p:spPr>
            <a:xfrm>
              <a:off x="3709636" y="2102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8"/>
            <p:cNvSpPr/>
            <p:nvPr/>
          </p:nvSpPr>
          <p:spPr>
            <a:xfrm>
              <a:off x="4827909" y="3684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8"/>
            <p:cNvSpPr/>
            <p:nvPr/>
          </p:nvSpPr>
          <p:spPr>
            <a:xfrm>
              <a:off x="5395561" y="38292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8" name="Google Shape;498;p48"/>
          <p:cNvGrpSpPr/>
          <p:nvPr/>
        </p:nvGrpSpPr>
        <p:grpSpPr>
          <a:xfrm>
            <a:off x="8351419" y="3849933"/>
            <a:ext cx="1190271" cy="1022535"/>
            <a:chOff x="7521697" y="2603884"/>
            <a:chExt cx="1473291" cy="1265671"/>
          </a:xfrm>
        </p:grpSpPr>
        <p:sp>
          <p:nvSpPr>
            <p:cNvPr id="499" name="Google Shape;499;p48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8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8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8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8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8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8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8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>
            <a:spLocks noGrp="1"/>
          </p:cNvSpPr>
          <p:nvPr>
            <p:ph type="ctrTitle"/>
          </p:nvPr>
        </p:nvSpPr>
        <p:spPr>
          <a:xfrm flipH="1">
            <a:off x="695425" y="1514475"/>
            <a:ext cx="3559800" cy="7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09" name="Google Shape;509;p49"/>
          <p:cNvSpPr txBox="1">
            <a:spLocks noGrp="1"/>
          </p:cNvSpPr>
          <p:nvPr>
            <p:ph type="subTitle" idx="1"/>
          </p:nvPr>
        </p:nvSpPr>
        <p:spPr>
          <a:xfrm flipH="1">
            <a:off x="1581025" y="2559200"/>
            <a:ext cx="2674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10" name="Google Shape;510;p49"/>
          <p:cNvSpPr/>
          <p:nvPr/>
        </p:nvSpPr>
        <p:spPr>
          <a:xfrm>
            <a:off x="-3354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9"/>
          <p:cNvSpPr/>
          <p:nvPr/>
        </p:nvSpPr>
        <p:spPr>
          <a:xfrm>
            <a:off x="-895350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" name="Google Shape;512;p49"/>
          <p:cNvGrpSpPr/>
          <p:nvPr/>
        </p:nvGrpSpPr>
        <p:grpSpPr>
          <a:xfrm>
            <a:off x="204436" y="116972"/>
            <a:ext cx="8939573" cy="4824997"/>
            <a:chOff x="204436" y="116972"/>
            <a:chExt cx="8939573" cy="4824997"/>
          </a:xfrm>
        </p:grpSpPr>
        <p:sp>
          <p:nvSpPr>
            <p:cNvPr id="513" name="Google Shape;513;p49"/>
            <p:cNvSpPr/>
            <p:nvPr/>
          </p:nvSpPr>
          <p:spPr>
            <a:xfrm>
              <a:off x="13651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9"/>
            <p:cNvSpPr/>
            <p:nvPr/>
          </p:nvSpPr>
          <p:spPr>
            <a:xfrm>
              <a:off x="13329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9"/>
            <p:cNvSpPr/>
            <p:nvPr/>
          </p:nvSpPr>
          <p:spPr>
            <a:xfrm>
              <a:off x="645606" y="15453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9"/>
            <p:cNvSpPr/>
            <p:nvPr/>
          </p:nvSpPr>
          <p:spPr>
            <a:xfrm>
              <a:off x="4651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9"/>
            <p:cNvSpPr/>
            <p:nvPr/>
          </p:nvSpPr>
          <p:spPr>
            <a:xfrm>
              <a:off x="1196796" y="21624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9"/>
            <p:cNvSpPr/>
            <p:nvPr/>
          </p:nvSpPr>
          <p:spPr>
            <a:xfrm>
              <a:off x="1164536" y="21966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9"/>
            <p:cNvSpPr/>
            <p:nvPr/>
          </p:nvSpPr>
          <p:spPr>
            <a:xfrm>
              <a:off x="751845" y="27656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9"/>
            <p:cNvSpPr/>
            <p:nvPr/>
          </p:nvSpPr>
          <p:spPr>
            <a:xfrm>
              <a:off x="296803" y="23389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9"/>
            <p:cNvSpPr/>
            <p:nvPr/>
          </p:nvSpPr>
          <p:spPr>
            <a:xfrm>
              <a:off x="1236721" y="41826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9"/>
            <p:cNvSpPr/>
            <p:nvPr/>
          </p:nvSpPr>
          <p:spPr>
            <a:xfrm>
              <a:off x="1204461" y="42148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9"/>
            <p:cNvSpPr/>
            <p:nvPr/>
          </p:nvSpPr>
          <p:spPr>
            <a:xfrm>
              <a:off x="1921702" y="44887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9"/>
            <p:cNvSpPr/>
            <p:nvPr/>
          </p:nvSpPr>
          <p:spPr>
            <a:xfrm>
              <a:off x="2573013" y="46491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9"/>
            <p:cNvSpPr/>
            <p:nvPr/>
          </p:nvSpPr>
          <p:spPr>
            <a:xfrm>
              <a:off x="1168417" y="30941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9"/>
            <p:cNvSpPr/>
            <p:nvPr/>
          </p:nvSpPr>
          <p:spPr>
            <a:xfrm>
              <a:off x="1134264" y="31263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9"/>
            <p:cNvSpPr/>
            <p:nvPr/>
          </p:nvSpPr>
          <p:spPr>
            <a:xfrm>
              <a:off x="204436" y="34813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9"/>
            <p:cNvSpPr/>
            <p:nvPr/>
          </p:nvSpPr>
          <p:spPr>
            <a:xfrm>
              <a:off x="1170309" y="34871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9"/>
            <p:cNvSpPr/>
            <p:nvPr/>
          </p:nvSpPr>
          <p:spPr>
            <a:xfrm>
              <a:off x="535385" y="4925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9"/>
            <p:cNvSpPr/>
            <p:nvPr/>
          </p:nvSpPr>
          <p:spPr>
            <a:xfrm>
              <a:off x="3604861" y="46251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9"/>
            <p:cNvSpPr/>
            <p:nvPr/>
          </p:nvSpPr>
          <p:spPr>
            <a:xfrm>
              <a:off x="75786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9"/>
            <p:cNvSpPr/>
            <p:nvPr/>
          </p:nvSpPr>
          <p:spPr>
            <a:xfrm>
              <a:off x="7016767" y="48679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9"/>
            <p:cNvSpPr/>
            <p:nvPr/>
          </p:nvSpPr>
          <p:spPr>
            <a:xfrm>
              <a:off x="6982614" y="49001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9"/>
            <p:cNvSpPr/>
            <p:nvPr/>
          </p:nvSpPr>
          <p:spPr>
            <a:xfrm>
              <a:off x="8733761" y="4879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9"/>
            <p:cNvSpPr/>
            <p:nvPr/>
          </p:nvSpPr>
          <p:spPr>
            <a:xfrm>
              <a:off x="6104259" y="46512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9"/>
            <p:cNvSpPr/>
            <p:nvPr/>
          </p:nvSpPr>
          <p:spPr>
            <a:xfrm>
              <a:off x="6038357" y="48627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9"/>
            <p:cNvSpPr/>
            <p:nvPr/>
          </p:nvSpPr>
          <p:spPr>
            <a:xfrm>
              <a:off x="6006146" y="51994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9"/>
            <p:cNvSpPr/>
            <p:nvPr/>
          </p:nvSpPr>
          <p:spPr>
            <a:xfrm>
              <a:off x="5318831" y="127996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9"/>
            <p:cNvSpPr/>
            <p:nvPr/>
          </p:nvSpPr>
          <p:spPr>
            <a:xfrm>
              <a:off x="5138364" y="66232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9"/>
            <p:cNvSpPr/>
            <p:nvPr/>
          </p:nvSpPr>
          <p:spPr>
            <a:xfrm>
              <a:off x="5208610" y="22714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9"/>
            <p:cNvSpPr/>
            <p:nvPr/>
          </p:nvSpPr>
          <p:spPr>
            <a:xfrm>
              <a:off x="3260607" y="82612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9"/>
            <p:cNvSpPr/>
            <p:nvPr/>
          </p:nvSpPr>
          <p:spPr>
            <a:xfrm>
              <a:off x="3228396" y="85979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9"/>
            <p:cNvSpPr/>
            <p:nvPr/>
          </p:nvSpPr>
          <p:spPr>
            <a:xfrm>
              <a:off x="2360614" y="100217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9"/>
            <p:cNvSpPr/>
            <p:nvPr/>
          </p:nvSpPr>
          <p:spPr>
            <a:xfrm>
              <a:off x="2430860" y="56699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9"/>
            <p:cNvSpPr/>
            <p:nvPr/>
          </p:nvSpPr>
          <p:spPr>
            <a:xfrm>
              <a:off x="4670307" y="901338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9"/>
            <p:cNvSpPr/>
            <p:nvPr/>
          </p:nvSpPr>
          <p:spPr>
            <a:xfrm>
              <a:off x="4638096" y="935005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9"/>
            <p:cNvSpPr/>
            <p:nvPr/>
          </p:nvSpPr>
          <p:spPr>
            <a:xfrm>
              <a:off x="3770314" y="1077386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9"/>
            <p:cNvSpPr/>
            <p:nvPr/>
          </p:nvSpPr>
          <p:spPr>
            <a:xfrm>
              <a:off x="3840560" y="642210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9"/>
            <p:cNvSpPr/>
            <p:nvPr/>
          </p:nvSpPr>
          <p:spPr>
            <a:xfrm>
              <a:off x="7546857" y="37610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9"/>
            <p:cNvSpPr/>
            <p:nvPr/>
          </p:nvSpPr>
          <p:spPr>
            <a:xfrm>
              <a:off x="7514646" y="40976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9"/>
            <p:cNvSpPr/>
            <p:nvPr/>
          </p:nvSpPr>
          <p:spPr>
            <a:xfrm>
              <a:off x="6646864" y="55214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9"/>
            <p:cNvSpPr/>
            <p:nvPr/>
          </p:nvSpPr>
          <p:spPr>
            <a:xfrm>
              <a:off x="6717110" y="11697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9"/>
            <p:cNvSpPr/>
            <p:nvPr/>
          </p:nvSpPr>
          <p:spPr>
            <a:xfrm>
              <a:off x="91122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9"/>
            <p:cNvSpPr/>
            <p:nvPr/>
          </p:nvSpPr>
          <p:spPr>
            <a:xfrm>
              <a:off x="90800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9"/>
            <p:cNvSpPr/>
            <p:nvPr/>
          </p:nvSpPr>
          <p:spPr>
            <a:xfrm>
              <a:off x="82122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9"/>
            <p:cNvSpPr/>
            <p:nvPr/>
          </p:nvSpPr>
          <p:spPr>
            <a:xfrm>
              <a:off x="8282485" y="49252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9"/>
            <p:cNvSpPr/>
            <p:nvPr/>
          </p:nvSpPr>
          <p:spPr>
            <a:xfrm>
              <a:off x="8316617" y="462482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9"/>
            <p:cNvSpPr/>
            <p:nvPr/>
          </p:nvSpPr>
          <p:spPr>
            <a:xfrm>
              <a:off x="8282464" y="465703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9"/>
            <p:cNvSpPr/>
            <p:nvPr/>
          </p:nvSpPr>
          <p:spPr>
            <a:xfrm>
              <a:off x="47231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9"/>
            <p:cNvSpPr/>
            <p:nvPr/>
          </p:nvSpPr>
          <p:spPr>
            <a:xfrm>
              <a:off x="9074167" y="44107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9"/>
            <p:cNvSpPr/>
            <p:nvPr/>
          </p:nvSpPr>
          <p:spPr>
            <a:xfrm>
              <a:off x="9040014" y="44429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9"/>
            <p:cNvSpPr/>
            <p:nvPr/>
          </p:nvSpPr>
          <p:spPr>
            <a:xfrm>
              <a:off x="5290786" y="4797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9"/>
            <p:cNvSpPr/>
            <p:nvPr/>
          </p:nvSpPr>
          <p:spPr>
            <a:xfrm>
              <a:off x="6256659" y="48036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4" name="Google Shape;564;p49"/>
          <p:cNvGrpSpPr/>
          <p:nvPr/>
        </p:nvGrpSpPr>
        <p:grpSpPr>
          <a:xfrm>
            <a:off x="-353856" y="3253983"/>
            <a:ext cx="1190271" cy="1022535"/>
            <a:chOff x="7521697" y="2603884"/>
            <a:chExt cx="1473291" cy="1265671"/>
          </a:xfrm>
        </p:grpSpPr>
        <p:sp>
          <p:nvSpPr>
            <p:cNvPr id="565" name="Google Shape;565;p49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9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9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9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9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9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9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9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3" name="Google Shape;573;p49"/>
          <p:cNvGrpSpPr/>
          <p:nvPr/>
        </p:nvGrpSpPr>
        <p:grpSpPr>
          <a:xfrm rot="10800000">
            <a:off x="628245" y="340481"/>
            <a:ext cx="1086673" cy="897677"/>
            <a:chOff x="6101758" y="2859784"/>
            <a:chExt cx="1222079" cy="1009533"/>
          </a:xfrm>
        </p:grpSpPr>
        <p:sp>
          <p:nvSpPr>
            <p:cNvPr id="574" name="Google Shape;574;p49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9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9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9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9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9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9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9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9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9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icture">
  <p:cSld name="CUSTOM_6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>
            <a:spLocks noGrp="1"/>
          </p:cNvSpPr>
          <p:nvPr>
            <p:ph type="title"/>
          </p:nvPr>
        </p:nvSpPr>
        <p:spPr>
          <a:xfrm>
            <a:off x="5810250" y="1947225"/>
            <a:ext cx="27936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CUSTOM_9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2"/>
          <p:cNvSpPr txBox="1">
            <a:spLocks noGrp="1"/>
          </p:cNvSpPr>
          <p:nvPr>
            <p:ph type="title"/>
          </p:nvPr>
        </p:nvSpPr>
        <p:spPr>
          <a:xfrm>
            <a:off x="4950000" y="1589038"/>
            <a:ext cx="3130200" cy="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589" name="Google Shape;589;p52"/>
          <p:cNvSpPr txBox="1">
            <a:spLocks noGrp="1"/>
          </p:cNvSpPr>
          <p:nvPr>
            <p:ph type="subTitle" idx="1"/>
          </p:nvPr>
        </p:nvSpPr>
        <p:spPr>
          <a:xfrm>
            <a:off x="5424300" y="2215263"/>
            <a:ext cx="26559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0" name="Google Shape;590;p52"/>
          <p:cNvSpPr txBox="1">
            <a:spLocks noGrp="1"/>
          </p:cNvSpPr>
          <p:nvPr>
            <p:ph type="title" idx="2"/>
          </p:nvPr>
        </p:nvSpPr>
        <p:spPr>
          <a:xfrm>
            <a:off x="1063800" y="2400961"/>
            <a:ext cx="3130200" cy="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591" name="Google Shape;591;p52"/>
          <p:cNvSpPr txBox="1">
            <a:spLocks noGrp="1"/>
          </p:cNvSpPr>
          <p:nvPr>
            <p:ph type="subTitle" idx="3"/>
          </p:nvPr>
        </p:nvSpPr>
        <p:spPr>
          <a:xfrm>
            <a:off x="1063800" y="3027186"/>
            <a:ext cx="26559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2" name="Google Shape;592;p52"/>
          <p:cNvSpPr/>
          <p:nvPr/>
        </p:nvSpPr>
        <p:spPr>
          <a:xfrm>
            <a:off x="4071468" y="380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2"/>
          <p:cNvSpPr/>
          <p:nvPr/>
        </p:nvSpPr>
        <p:spPr>
          <a:xfrm>
            <a:off x="5626070" y="377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2"/>
          <p:cNvSpPr/>
          <p:nvPr/>
        </p:nvSpPr>
        <p:spPr>
          <a:xfrm>
            <a:off x="8764316" y="1135845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2"/>
          <p:cNvSpPr/>
          <p:nvPr/>
        </p:nvSpPr>
        <p:spPr>
          <a:xfrm>
            <a:off x="707372" y="1953663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2"/>
          <p:cNvSpPr/>
          <p:nvPr/>
        </p:nvSpPr>
        <p:spPr>
          <a:xfrm>
            <a:off x="214395" y="208530"/>
            <a:ext cx="160631" cy="160631"/>
          </a:xfrm>
          <a:custGeom>
            <a:avLst/>
            <a:gdLst/>
            <a:ahLst/>
            <a:cxnLst/>
            <a:rect l="l" t="t" r="r" b="b"/>
            <a:pathLst>
              <a:path w="1073" h="1073" extrusionOk="0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2"/>
          <p:cNvSpPr/>
          <p:nvPr/>
        </p:nvSpPr>
        <p:spPr>
          <a:xfrm>
            <a:off x="8811622" y="2647978"/>
            <a:ext cx="150152" cy="160481"/>
          </a:xfrm>
          <a:custGeom>
            <a:avLst/>
            <a:gdLst/>
            <a:ahLst/>
            <a:cxnLst/>
            <a:rect l="l" t="t" r="r" b="b"/>
            <a:pathLst>
              <a:path w="1003" h="1072" extrusionOk="0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2"/>
          <p:cNvSpPr/>
          <p:nvPr/>
        </p:nvSpPr>
        <p:spPr>
          <a:xfrm>
            <a:off x="7314602" y="4477471"/>
            <a:ext cx="383987" cy="15120"/>
          </a:xfrm>
          <a:custGeom>
            <a:avLst/>
            <a:gdLst/>
            <a:ahLst/>
            <a:cxnLst/>
            <a:rect l="l" t="t" r="r" b="b"/>
            <a:pathLst>
              <a:path w="2565" h="101" extrusionOk="0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2"/>
          <p:cNvSpPr/>
          <p:nvPr/>
        </p:nvSpPr>
        <p:spPr>
          <a:xfrm>
            <a:off x="375027" y="4254141"/>
            <a:ext cx="266620" cy="14222"/>
          </a:xfrm>
          <a:custGeom>
            <a:avLst/>
            <a:gdLst/>
            <a:ahLst/>
            <a:cxnLst/>
            <a:rect l="l" t="t" r="r" b="b"/>
            <a:pathLst>
              <a:path w="1781" h="95" extrusionOk="0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2"/>
          <p:cNvSpPr/>
          <p:nvPr/>
        </p:nvSpPr>
        <p:spPr>
          <a:xfrm>
            <a:off x="545740" y="802470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52"/>
          <p:cNvSpPr/>
          <p:nvPr/>
        </p:nvSpPr>
        <p:spPr>
          <a:xfrm>
            <a:off x="1063795" y="49361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2"/>
          <p:cNvSpPr/>
          <p:nvPr/>
        </p:nvSpPr>
        <p:spPr>
          <a:xfrm>
            <a:off x="266063" y="2494070"/>
            <a:ext cx="14970" cy="99103"/>
          </a:xfrm>
          <a:custGeom>
            <a:avLst/>
            <a:gdLst/>
            <a:ahLst/>
            <a:cxnLst/>
            <a:rect l="l" t="t" r="r" b="b"/>
            <a:pathLst>
              <a:path w="100" h="662" extrusionOk="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2"/>
          <p:cNvSpPr/>
          <p:nvPr/>
        </p:nvSpPr>
        <p:spPr>
          <a:xfrm>
            <a:off x="222200" y="25379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2"/>
          <p:cNvSpPr/>
          <p:nvPr/>
        </p:nvSpPr>
        <p:spPr>
          <a:xfrm>
            <a:off x="222200" y="2537933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2"/>
          <p:cNvSpPr/>
          <p:nvPr/>
        </p:nvSpPr>
        <p:spPr>
          <a:xfrm>
            <a:off x="1211268" y="1289289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2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2"/>
          <p:cNvSpPr/>
          <p:nvPr/>
        </p:nvSpPr>
        <p:spPr>
          <a:xfrm>
            <a:off x="1170998" y="1333152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2"/>
          <p:cNvSpPr/>
          <p:nvPr/>
        </p:nvSpPr>
        <p:spPr>
          <a:xfrm>
            <a:off x="749933" y="4691915"/>
            <a:ext cx="15120" cy="99103"/>
          </a:xfrm>
          <a:custGeom>
            <a:avLst/>
            <a:gdLst/>
            <a:ahLst/>
            <a:cxnLst/>
            <a:rect l="l" t="t" r="r" b="b"/>
            <a:pathLst>
              <a:path w="101" h="662" extrusionOk="0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2"/>
          <p:cNvSpPr/>
          <p:nvPr/>
        </p:nvSpPr>
        <p:spPr>
          <a:xfrm>
            <a:off x="4976864" y="22937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2"/>
          <p:cNvSpPr/>
          <p:nvPr/>
        </p:nvSpPr>
        <p:spPr>
          <a:xfrm>
            <a:off x="709664" y="4732184"/>
            <a:ext cx="94762" cy="15120"/>
          </a:xfrm>
          <a:custGeom>
            <a:avLst/>
            <a:gdLst/>
            <a:ahLst/>
            <a:cxnLst/>
            <a:rect l="l" t="t" r="r" b="b"/>
            <a:pathLst>
              <a:path w="633" h="101" extrusionOk="0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2"/>
          <p:cNvSpPr/>
          <p:nvPr/>
        </p:nvSpPr>
        <p:spPr>
          <a:xfrm>
            <a:off x="6930620" y="394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2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2"/>
          <p:cNvSpPr/>
          <p:nvPr/>
        </p:nvSpPr>
        <p:spPr>
          <a:xfrm>
            <a:off x="6886758" y="434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2"/>
          <p:cNvSpPr/>
          <p:nvPr/>
        </p:nvSpPr>
        <p:spPr>
          <a:xfrm>
            <a:off x="8533775" y="2107107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2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2"/>
          <p:cNvSpPr/>
          <p:nvPr/>
        </p:nvSpPr>
        <p:spPr>
          <a:xfrm>
            <a:off x="8494404" y="2150969"/>
            <a:ext cx="98355" cy="14970"/>
          </a:xfrm>
          <a:custGeom>
            <a:avLst/>
            <a:gdLst/>
            <a:ahLst/>
            <a:cxnLst/>
            <a:rect l="l" t="t" r="r" b="b"/>
            <a:pathLst>
              <a:path w="657" h="100" extrusionOk="0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2"/>
          <p:cNvSpPr/>
          <p:nvPr/>
        </p:nvSpPr>
        <p:spPr>
          <a:xfrm>
            <a:off x="1633068" y="4571303"/>
            <a:ext cx="109732" cy="109732"/>
          </a:xfrm>
          <a:custGeom>
            <a:avLst/>
            <a:gdLst/>
            <a:ahLst/>
            <a:cxnLst/>
            <a:rect l="l" t="t" r="r" b="b"/>
            <a:pathLst>
              <a:path w="733" h="733" extrusionOk="0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2"/>
          <p:cNvSpPr/>
          <p:nvPr/>
        </p:nvSpPr>
        <p:spPr>
          <a:xfrm>
            <a:off x="3187670" y="4568744"/>
            <a:ext cx="109732" cy="114073"/>
          </a:xfrm>
          <a:custGeom>
            <a:avLst/>
            <a:gdLst/>
            <a:ahLst/>
            <a:cxnLst/>
            <a:rect l="l" t="t" r="r" b="b"/>
            <a:pathLst>
              <a:path w="733" h="762" extrusionOk="0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2"/>
          <p:cNvSpPr/>
          <p:nvPr/>
        </p:nvSpPr>
        <p:spPr>
          <a:xfrm>
            <a:off x="4492220" y="4585375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52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2"/>
          <p:cNvSpPr/>
          <p:nvPr/>
        </p:nvSpPr>
        <p:spPr>
          <a:xfrm>
            <a:off x="4448358" y="4625645"/>
            <a:ext cx="99253" cy="15120"/>
          </a:xfrm>
          <a:custGeom>
            <a:avLst/>
            <a:gdLst/>
            <a:ahLst/>
            <a:cxnLst/>
            <a:rect l="l" t="t" r="r" b="b"/>
            <a:pathLst>
              <a:path w="663" h="101" extrusionOk="0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2"/>
          <p:cNvSpPr/>
          <p:nvPr/>
        </p:nvSpPr>
        <p:spPr>
          <a:xfrm flipH="1">
            <a:off x="8766270" y="45648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2"/>
          <p:cNvSpPr/>
          <p:nvPr/>
        </p:nvSpPr>
        <p:spPr>
          <a:xfrm flipH="1">
            <a:off x="7812520" y="3747070"/>
            <a:ext cx="219314" cy="15120"/>
          </a:xfrm>
          <a:custGeom>
            <a:avLst/>
            <a:gdLst/>
            <a:ahLst/>
            <a:cxnLst/>
            <a:rect l="l" t="t" r="r" b="b"/>
            <a:pathLst>
              <a:path w="1465" h="101" extrusionOk="0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2"/>
          <p:cNvSpPr/>
          <p:nvPr/>
        </p:nvSpPr>
        <p:spPr>
          <a:xfrm flipH="1">
            <a:off x="7724945" y="3674465"/>
            <a:ext cx="146409" cy="14072"/>
          </a:xfrm>
          <a:custGeom>
            <a:avLst/>
            <a:gdLst/>
            <a:ahLst/>
            <a:cxnLst/>
            <a:rect l="l" t="t" r="r" b="b"/>
            <a:pathLst>
              <a:path w="978" h="94" extrusionOk="0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2"/>
          <p:cNvSpPr/>
          <p:nvPr/>
        </p:nvSpPr>
        <p:spPr>
          <a:xfrm flipH="1">
            <a:off x="8356836" y="3900514"/>
            <a:ext cx="15120" cy="99253"/>
          </a:xfrm>
          <a:custGeom>
            <a:avLst/>
            <a:gdLst/>
            <a:ahLst/>
            <a:cxnLst/>
            <a:rect l="l" t="t" r="r" b="b"/>
            <a:pathLst>
              <a:path w="101" h="663" extrusionOk="0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2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2"/>
          <p:cNvSpPr/>
          <p:nvPr/>
        </p:nvSpPr>
        <p:spPr>
          <a:xfrm flipH="1">
            <a:off x="8312973" y="3944377"/>
            <a:ext cx="99253" cy="14970"/>
          </a:xfrm>
          <a:custGeom>
            <a:avLst/>
            <a:gdLst/>
            <a:ahLst/>
            <a:cxnLst/>
            <a:rect l="l" t="t" r="r" b="b"/>
            <a:pathLst>
              <a:path w="663" h="100" extrusionOk="0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2"/>
          <p:cNvSpPr/>
          <p:nvPr/>
        </p:nvSpPr>
        <p:spPr>
          <a:xfrm flipH="1">
            <a:off x="7143483" y="3500961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2"/>
          <p:cNvSpPr/>
          <p:nvPr/>
        </p:nvSpPr>
        <p:spPr>
          <a:xfrm flipH="1">
            <a:off x="5916000" y="2724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2"/>
          <p:cNvSpPr/>
          <p:nvPr/>
        </p:nvSpPr>
        <p:spPr>
          <a:xfrm flipH="1">
            <a:off x="-296525" y="109495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2"/>
          <p:cNvSpPr/>
          <p:nvPr/>
        </p:nvSpPr>
        <p:spPr>
          <a:xfrm flipH="1">
            <a:off x="-1475400" y="4311000"/>
            <a:ext cx="34842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2"/>
          <p:cNvSpPr/>
          <p:nvPr/>
        </p:nvSpPr>
        <p:spPr>
          <a:xfrm>
            <a:off x="5028602" y="4782271"/>
            <a:ext cx="383987" cy="15120"/>
          </a:xfrm>
          <a:custGeom>
            <a:avLst/>
            <a:gdLst/>
            <a:ahLst/>
            <a:cxnLst/>
            <a:rect l="l" t="t" r="r" b="b"/>
            <a:pathLst>
              <a:path w="2565" h="101" extrusionOk="0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2"/>
          <p:cNvSpPr/>
          <p:nvPr/>
        </p:nvSpPr>
        <p:spPr>
          <a:xfrm flipH="1">
            <a:off x="6480270" y="4869688"/>
            <a:ext cx="109582" cy="109732"/>
          </a:xfrm>
          <a:custGeom>
            <a:avLst/>
            <a:gdLst/>
            <a:ahLst/>
            <a:cxnLst/>
            <a:rect l="l" t="t" r="r" b="b"/>
            <a:pathLst>
              <a:path w="732" h="733" extrusionOk="0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" name="Google Shape;634;p52"/>
          <p:cNvGrpSpPr/>
          <p:nvPr/>
        </p:nvGrpSpPr>
        <p:grpSpPr>
          <a:xfrm>
            <a:off x="358337" y="282012"/>
            <a:ext cx="987318" cy="815602"/>
            <a:chOff x="6101758" y="2859784"/>
            <a:chExt cx="1222079" cy="1009533"/>
          </a:xfrm>
        </p:grpSpPr>
        <p:sp>
          <p:nvSpPr>
            <p:cNvPr id="635" name="Google Shape;635;p5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52"/>
          <p:cNvGrpSpPr/>
          <p:nvPr/>
        </p:nvGrpSpPr>
        <p:grpSpPr>
          <a:xfrm>
            <a:off x="1505507" y="75271"/>
            <a:ext cx="1190271" cy="1022535"/>
            <a:chOff x="7521697" y="2603884"/>
            <a:chExt cx="1473291" cy="1265671"/>
          </a:xfrm>
        </p:grpSpPr>
        <p:sp>
          <p:nvSpPr>
            <p:cNvPr id="646" name="Google Shape;646;p52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2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2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2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2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2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2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2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4" name="Google Shape;654;p52"/>
          <p:cNvGrpSpPr/>
          <p:nvPr/>
        </p:nvGrpSpPr>
        <p:grpSpPr>
          <a:xfrm rot="10800000">
            <a:off x="7776292" y="4057997"/>
            <a:ext cx="929514" cy="767851"/>
            <a:chOff x="6101758" y="2859784"/>
            <a:chExt cx="1222079" cy="1009533"/>
          </a:xfrm>
        </p:grpSpPr>
        <p:sp>
          <p:nvSpPr>
            <p:cNvPr id="655" name="Google Shape;655;p5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53"/>
          <p:cNvGrpSpPr/>
          <p:nvPr/>
        </p:nvGrpSpPr>
        <p:grpSpPr>
          <a:xfrm>
            <a:off x="60995" y="129458"/>
            <a:ext cx="8935631" cy="4957350"/>
            <a:chOff x="60995" y="129458"/>
            <a:chExt cx="8935631" cy="4957350"/>
          </a:xfrm>
        </p:grpSpPr>
        <p:sp>
          <p:nvSpPr>
            <p:cNvPr id="667" name="Google Shape;667;p53"/>
            <p:cNvSpPr/>
            <p:nvPr/>
          </p:nvSpPr>
          <p:spPr>
            <a:xfrm>
              <a:off x="8650289" y="203388"/>
              <a:ext cx="97960" cy="97924"/>
            </a:xfrm>
            <a:custGeom>
              <a:avLst/>
              <a:gdLst/>
              <a:ahLst/>
              <a:cxnLst/>
              <a:rect l="l" t="t" r="r" b="b"/>
              <a:pathLst>
                <a:path w="2768" h="2767" fill="none" extrusionOk="0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3"/>
            <p:cNvSpPr/>
            <p:nvPr/>
          </p:nvSpPr>
          <p:spPr>
            <a:xfrm>
              <a:off x="1226812" y="1113371"/>
              <a:ext cx="97924" cy="97960"/>
            </a:xfrm>
            <a:custGeom>
              <a:avLst/>
              <a:gdLst/>
              <a:ahLst/>
              <a:cxnLst/>
              <a:rect l="l" t="t" r="r" b="b"/>
              <a:pathLst>
                <a:path w="2767" h="2768" fill="none" extrusionOk="0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3"/>
            <p:cNvSpPr/>
            <p:nvPr/>
          </p:nvSpPr>
          <p:spPr>
            <a:xfrm>
              <a:off x="60995" y="641587"/>
              <a:ext cx="154088" cy="151682"/>
            </a:xfrm>
            <a:custGeom>
              <a:avLst/>
              <a:gdLst/>
              <a:ahLst/>
              <a:cxnLst/>
              <a:rect l="l" t="t" r="r" b="b"/>
              <a:pathLst>
                <a:path w="4354" h="4286" fill="none" extrusionOk="0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3"/>
            <p:cNvSpPr/>
            <p:nvPr/>
          </p:nvSpPr>
          <p:spPr>
            <a:xfrm>
              <a:off x="8852589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3"/>
            <p:cNvSpPr/>
            <p:nvPr/>
          </p:nvSpPr>
          <p:spPr>
            <a:xfrm>
              <a:off x="2642673" y="203407"/>
              <a:ext cx="257745" cy="35"/>
            </a:xfrm>
            <a:custGeom>
              <a:avLst/>
              <a:gdLst/>
              <a:ahLst/>
              <a:cxnLst/>
              <a:rect l="l" t="t" r="r" b="b"/>
              <a:pathLst>
                <a:path w="7283" h="1" fill="none" extrusionOk="0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3"/>
            <p:cNvSpPr/>
            <p:nvPr/>
          </p:nvSpPr>
          <p:spPr>
            <a:xfrm>
              <a:off x="1444709" y="129458"/>
              <a:ext cx="132005" cy="35"/>
            </a:xfrm>
            <a:custGeom>
              <a:avLst/>
              <a:gdLst/>
              <a:ahLst/>
              <a:cxnLst/>
              <a:rect l="l" t="t" r="r" b="b"/>
              <a:pathLst>
                <a:path w="3730" h="1" fill="none" extrusionOk="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3"/>
            <p:cNvSpPr/>
            <p:nvPr/>
          </p:nvSpPr>
          <p:spPr>
            <a:xfrm>
              <a:off x="931129" y="363669"/>
              <a:ext cx="35" cy="84051"/>
            </a:xfrm>
            <a:custGeom>
              <a:avLst/>
              <a:gdLst/>
              <a:ahLst/>
              <a:cxnLst/>
              <a:rect l="l" t="t" r="r" b="b"/>
              <a:pathLst>
                <a:path w="1" h="2375" fill="none" extrusionOk="0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3"/>
            <p:cNvSpPr/>
            <p:nvPr/>
          </p:nvSpPr>
          <p:spPr>
            <a:xfrm>
              <a:off x="88890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3"/>
            <p:cNvSpPr/>
            <p:nvPr/>
          </p:nvSpPr>
          <p:spPr>
            <a:xfrm>
              <a:off x="888909" y="405429"/>
              <a:ext cx="85962" cy="35"/>
            </a:xfrm>
            <a:custGeom>
              <a:avLst/>
              <a:gdLst/>
              <a:ahLst/>
              <a:cxnLst/>
              <a:rect l="l" t="t" r="r" b="b"/>
              <a:pathLst>
                <a:path w="2429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3"/>
            <p:cNvSpPr/>
            <p:nvPr/>
          </p:nvSpPr>
          <p:spPr>
            <a:xfrm>
              <a:off x="8951885" y="9706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3"/>
            <p:cNvSpPr/>
            <p:nvPr/>
          </p:nvSpPr>
          <p:spPr>
            <a:xfrm>
              <a:off x="8907718" y="1012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3"/>
            <p:cNvSpPr/>
            <p:nvPr/>
          </p:nvSpPr>
          <p:spPr>
            <a:xfrm>
              <a:off x="8907718" y="10129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3"/>
            <p:cNvSpPr/>
            <p:nvPr/>
          </p:nvSpPr>
          <p:spPr>
            <a:xfrm>
              <a:off x="423968" y="3094545"/>
              <a:ext cx="35" cy="64339"/>
            </a:xfrm>
            <a:custGeom>
              <a:avLst/>
              <a:gdLst/>
              <a:ahLst/>
              <a:cxnLst/>
              <a:rect l="l" t="t" r="r" b="b"/>
              <a:pathLst>
                <a:path w="1" h="1818" fill="none" extrusionOk="0">
                  <a:moveTo>
                    <a:pt x="1" y="0"/>
                  </a:moveTo>
                  <a:lnTo>
                    <a:pt x="1" y="1818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3"/>
            <p:cNvSpPr/>
            <p:nvPr/>
          </p:nvSpPr>
          <p:spPr>
            <a:xfrm>
              <a:off x="391834" y="3126680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3"/>
            <p:cNvSpPr/>
            <p:nvPr/>
          </p:nvSpPr>
          <p:spPr>
            <a:xfrm>
              <a:off x="1750535" y="2618286"/>
              <a:ext cx="61933" cy="61933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3"/>
            <p:cNvSpPr/>
            <p:nvPr/>
          </p:nvSpPr>
          <p:spPr>
            <a:xfrm>
              <a:off x="8564204" y="4629049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1" y="0"/>
                  </a:moveTo>
                  <a:lnTo>
                    <a:pt x="7175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3"/>
            <p:cNvSpPr/>
            <p:nvPr/>
          </p:nvSpPr>
          <p:spPr>
            <a:xfrm>
              <a:off x="8800361" y="4515306"/>
              <a:ext cx="166085" cy="0"/>
            </a:xfrm>
            <a:custGeom>
              <a:avLst/>
              <a:gdLst/>
              <a:ahLst/>
              <a:cxnLst/>
              <a:rect l="l" t="t" r="r" b="b"/>
              <a:pathLst>
                <a:path w="4693" h="120000" fill="none" extrusionOk="0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3"/>
            <p:cNvSpPr/>
            <p:nvPr/>
          </p:nvSpPr>
          <p:spPr>
            <a:xfrm>
              <a:off x="2173204" y="4965882"/>
              <a:ext cx="35" cy="66285"/>
            </a:xfrm>
            <a:custGeom>
              <a:avLst/>
              <a:gdLst/>
              <a:ahLst/>
              <a:cxnLst/>
              <a:rect l="l" t="t" r="r" b="b"/>
              <a:pathLst>
                <a:path w="1" h="1873" fill="none" extrusionOk="0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3"/>
            <p:cNvSpPr/>
            <p:nvPr/>
          </p:nvSpPr>
          <p:spPr>
            <a:xfrm>
              <a:off x="2141070" y="4998052"/>
              <a:ext cx="64339" cy="35"/>
            </a:xfrm>
            <a:custGeom>
              <a:avLst/>
              <a:gdLst/>
              <a:ahLst/>
              <a:cxnLst/>
              <a:rect l="l" t="t" r="r" b="b"/>
              <a:pathLst>
                <a:path w="1818" h="1" fill="none" extrusionOk="0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3"/>
            <p:cNvSpPr/>
            <p:nvPr/>
          </p:nvSpPr>
          <p:spPr>
            <a:xfrm>
              <a:off x="147650" y="3636250"/>
              <a:ext cx="61932" cy="61968"/>
            </a:xfrm>
            <a:custGeom>
              <a:avLst/>
              <a:gdLst/>
              <a:ahLst/>
              <a:cxnLst/>
              <a:rect l="l" t="t" r="r" b="b"/>
              <a:pathLst>
                <a:path w="1750" h="1751" fill="none" extrusionOk="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3"/>
            <p:cNvSpPr/>
            <p:nvPr/>
          </p:nvSpPr>
          <p:spPr>
            <a:xfrm>
              <a:off x="8844225" y="4898114"/>
              <a:ext cx="60021" cy="61968"/>
            </a:xfrm>
            <a:custGeom>
              <a:avLst/>
              <a:gdLst/>
              <a:ahLst/>
              <a:cxnLst/>
              <a:rect l="l" t="t" r="r" b="b"/>
              <a:pathLst>
                <a:path w="1696" h="1751" fill="none" extrusionOk="0">
                  <a:moveTo>
                    <a:pt x="1695" y="896"/>
                  </a:moveTo>
                  <a:cubicBezTo>
                    <a:pt x="1695" y="1357"/>
                    <a:pt x="1302" y="1750"/>
                    <a:pt x="841" y="1750"/>
                  </a:cubicBezTo>
                  <a:cubicBezTo>
                    <a:pt x="339" y="1750"/>
                    <a:pt x="0" y="1357"/>
                    <a:pt x="0" y="896"/>
                  </a:cubicBezTo>
                  <a:cubicBezTo>
                    <a:pt x="0" y="394"/>
                    <a:pt x="339" y="1"/>
                    <a:pt x="841" y="1"/>
                  </a:cubicBezTo>
                  <a:cubicBezTo>
                    <a:pt x="1302" y="1"/>
                    <a:pt x="1695" y="394"/>
                    <a:pt x="1695" y="89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3"/>
            <p:cNvSpPr/>
            <p:nvPr/>
          </p:nvSpPr>
          <p:spPr>
            <a:xfrm>
              <a:off x="4774275" y="4997417"/>
              <a:ext cx="253923" cy="35"/>
            </a:xfrm>
            <a:custGeom>
              <a:avLst/>
              <a:gdLst/>
              <a:ahLst/>
              <a:cxnLst/>
              <a:rect l="l" t="t" r="r" b="b"/>
              <a:pathLst>
                <a:path w="7175" h="1" fill="none" extrusionOk="0">
                  <a:moveTo>
                    <a:pt x="0" y="0"/>
                  </a:moveTo>
                  <a:lnTo>
                    <a:pt x="7174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3"/>
            <p:cNvSpPr/>
            <p:nvPr/>
          </p:nvSpPr>
          <p:spPr>
            <a:xfrm>
              <a:off x="8724219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3"/>
            <p:cNvSpPr/>
            <p:nvPr/>
          </p:nvSpPr>
          <p:spPr>
            <a:xfrm>
              <a:off x="1916988" y="1747383"/>
              <a:ext cx="72019" cy="35"/>
            </a:xfrm>
            <a:custGeom>
              <a:avLst/>
              <a:gdLst/>
              <a:ahLst/>
              <a:cxnLst/>
              <a:rect l="l" t="t" r="r" b="b"/>
              <a:pathLst>
                <a:path w="2035" h="1" fill="none" extrusionOk="0">
                  <a:moveTo>
                    <a:pt x="0" y="1"/>
                  </a:moveTo>
                  <a:lnTo>
                    <a:pt x="2034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3"/>
            <p:cNvSpPr/>
            <p:nvPr/>
          </p:nvSpPr>
          <p:spPr>
            <a:xfrm>
              <a:off x="276577" y="2624055"/>
              <a:ext cx="112363" cy="35"/>
            </a:xfrm>
            <a:custGeom>
              <a:avLst/>
              <a:gdLst/>
              <a:ahLst/>
              <a:cxnLst/>
              <a:rect l="l" t="t" r="r" b="b"/>
              <a:pathLst>
                <a:path w="3175" h="1" fill="none" extrusionOk="0">
                  <a:moveTo>
                    <a:pt x="1" y="0"/>
                  </a:moveTo>
                  <a:lnTo>
                    <a:pt x="3174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3"/>
            <p:cNvSpPr/>
            <p:nvPr/>
          </p:nvSpPr>
          <p:spPr>
            <a:xfrm>
              <a:off x="944669" y="2322143"/>
              <a:ext cx="35" cy="46113"/>
            </a:xfrm>
            <a:custGeom>
              <a:avLst/>
              <a:gdLst/>
              <a:ahLst/>
              <a:cxnLst/>
              <a:rect l="l" t="t" r="r" b="b"/>
              <a:pathLst>
                <a:path w="1" h="1303" fill="none" extrusionOk="0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3"/>
            <p:cNvSpPr/>
            <p:nvPr/>
          </p:nvSpPr>
          <p:spPr>
            <a:xfrm>
              <a:off x="920675" y="2344226"/>
              <a:ext cx="46113" cy="35"/>
            </a:xfrm>
            <a:custGeom>
              <a:avLst/>
              <a:gdLst/>
              <a:ahLst/>
              <a:cxnLst/>
              <a:rect l="l" t="t" r="r" b="b"/>
              <a:pathLst>
                <a:path w="1303" h="1" fill="none" extrusionOk="0">
                  <a:moveTo>
                    <a:pt x="1303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3"/>
            <p:cNvSpPr/>
            <p:nvPr/>
          </p:nvSpPr>
          <p:spPr>
            <a:xfrm>
              <a:off x="920675" y="2344226"/>
              <a:ext cx="46113" cy="35"/>
            </a:xfrm>
            <a:custGeom>
              <a:avLst/>
              <a:gdLst/>
              <a:ahLst/>
              <a:cxnLst/>
              <a:rect l="l" t="t" r="r" b="b"/>
              <a:pathLst>
                <a:path w="1303" h="1" fill="none" extrusionOk="0">
                  <a:moveTo>
                    <a:pt x="1303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3"/>
            <p:cNvSpPr/>
            <p:nvPr/>
          </p:nvSpPr>
          <p:spPr>
            <a:xfrm>
              <a:off x="779521" y="50208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3"/>
            <p:cNvSpPr/>
            <p:nvPr/>
          </p:nvSpPr>
          <p:spPr>
            <a:xfrm>
              <a:off x="747261" y="50530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3"/>
            <p:cNvSpPr/>
            <p:nvPr/>
          </p:nvSpPr>
          <p:spPr>
            <a:xfrm>
              <a:off x="482617" y="39323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3"/>
            <p:cNvSpPr/>
            <p:nvPr/>
          </p:nvSpPr>
          <p:spPr>
            <a:xfrm>
              <a:off x="448464" y="39645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3"/>
            <p:cNvSpPr/>
            <p:nvPr/>
          </p:nvSpPr>
          <p:spPr>
            <a:xfrm>
              <a:off x="438186" y="4598010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3"/>
            <p:cNvSpPr/>
            <p:nvPr/>
          </p:nvSpPr>
          <p:spPr>
            <a:xfrm>
              <a:off x="484509" y="43253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53"/>
          <p:cNvSpPr/>
          <p:nvPr/>
        </p:nvSpPr>
        <p:spPr>
          <a:xfrm>
            <a:off x="-2932871" y="2148413"/>
            <a:ext cx="0" cy="63844"/>
          </a:xfrm>
          <a:custGeom>
            <a:avLst/>
            <a:gdLst/>
            <a:ahLst/>
            <a:cxnLst/>
            <a:rect l="l" t="t" r="r" b="b"/>
            <a:pathLst>
              <a:path w="120000" h="1804" fill="none" extrusionOk="0">
                <a:moveTo>
                  <a:pt x="0" y="0"/>
                </a:moveTo>
                <a:lnTo>
                  <a:pt x="0" y="1804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3"/>
          <p:cNvSpPr/>
          <p:nvPr/>
        </p:nvSpPr>
        <p:spPr>
          <a:xfrm>
            <a:off x="-2965041" y="2180087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0"/>
                </a:moveTo>
                <a:lnTo>
                  <a:pt x="0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3"/>
          <p:cNvSpPr/>
          <p:nvPr/>
        </p:nvSpPr>
        <p:spPr>
          <a:xfrm>
            <a:off x="-3672982" y="2802102"/>
            <a:ext cx="236157" cy="35"/>
          </a:xfrm>
          <a:custGeom>
            <a:avLst/>
            <a:gdLst/>
            <a:ahLst/>
            <a:cxnLst/>
            <a:rect l="l" t="t" r="r" b="b"/>
            <a:pathLst>
              <a:path w="6673" h="1" fill="none" extrusionOk="0">
                <a:moveTo>
                  <a:pt x="6673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3"/>
          <p:cNvSpPr/>
          <p:nvPr/>
        </p:nvSpPr>
        <p:spPr>
          <a:xfrm>
            <a:off x="-3876970" y="2802102"/>
            <a:ext cx="128183" cy="35"/>
          </a:xfrm>
          <a:custGeom>
            <a:avLst/>
            <a:gdLst/>
            <a:ahLst/>
            <a:cxnLst/>
            <a:rect l="l" t="t" r="r" b="b"/>
            <a:pathLst>
              <a:path w="3622" h="1" fill="none" extrusionOk="0">
                <a:moveTo>
                  <a:pt x="3622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53"/>
          <p:cNvSpPr/>
          <p:nvPr/>
        </p:nvSpPr>
        <p:spPr>
          <a:xfrm flipH="1">
            <a:off x="-270375" y="379200"/>
            <a:ext cx="3490800" cy="572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3"/>
          <p:cNvSpPr/>
          <p:nvPr/>
        </p:nvSpPr>
        <p:spPr>
          <a:xfrm flipH="1">
            <a:off x="-465322" y="1536750"/>
            <a:ext cx="2668500" cy="5727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3"/>
          <p:cNvSpPr txBox="1">
            <a:spLocks noGrp="1"/>
          </p:cNvSpPr>
          <p:nvPr>
            <p:ph type="ctrTitle"/>
          </p:nvPr>
        </p:nvSpPr>
        <p:spPr>
          <a:xfrm>
            <a:off x="409974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08" name="Google Shape;708;p53"/>
          <p:cNvSpPr txBox="1">
            <a:spLocks noGrp="1"/>
          </p:cNvSpPr>
          <p:nvPr>
            <p:ph type="subTitle" idx="1"/>
          </p:nvPr>
        </p:nvSpPr>
        <p:spPr>
          <a:xfrm>
            <a:off x="804483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09" name="Google Shape;709;p53"/>
          <p:cNvSpPr txBox="1">
            <a:spLocks noGrp="1"/>
          </p:cNvSpPr>
          <p:nvPr>
            <p:ph type="title" idx="2"/>
          </p:nvPr>
        </p:nvSpPr>
        <p:spPr>
          <a:xfrm>
            <a:off x="2018883" y="3112700"/>
            <a:ext cx="8925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0" name="Google Shape;710;p53"/>
          <p:cNvSpPr txBox="1">
            <a:spLocks noGrp="1"/>
          </p:cNvSpPr>
          <p:nvPr>
            <p:ph type="ctrTitle" idx="3"/>
          </p:nvPr>
        </p:nvSpPr>
        <p:spPr>
          <a:xfrm>
            <a:off x="3149274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1" name="Google Shape;711;p53"/>
          <p:cNvSpPr txBox="1">
            <a:spLocks noGrp="1"/>
          </p:cNvSpPr>
          <p:nvPr>
            <p:ph type="subTitle" idx="4"/>
          </p:nvPr>
        </p:nvSpPr>
        <p:spPr>
          <a:xfrm>
            <a:off x="3543780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2" name="Google Shape;712;p53"/>
          <p:cNvSpPr txBox="1">
            <a:spLocks noGrp="1"/>
          </p:cNvSpPr>
          <p:nvPr>
            <p:ph type="title" idx="5"/>
          </p:nvPr>
        </p:nvSpPr>
        <p:spPr>
          <a:xfrm>
            <a:off x="4591080" y="3112699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3" name="Google Shape;713;p53"/>
          <p:cNvSpPr txBox="1">
            <a:spLocks noGrp="1"/>
          </p:cNvSpPr>
          <p:nvPr>
            <p:ph type="ctrTitle" idx="6"/>
          </p:nvPr>
        </p:nvSpPr>
        <p:spPr>
          <a:xfrm>
            <a:off x="5902550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4" name="Google Shape;714;p53"/>
          <p:cNvSpPr txBox="1">
            <a:spLocks noGrp="1"/>
          </p:cNvSpPr>
          <p:nvPr>
            <p:ph type="subTitle" idx="7"/>
          </p:nvPr>
        </p:nvSpPr>
        <p:spPr>
          <a:xfrm>
            <a:off x="6297054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5" name="Google Shape;715;p53"/>
          <p:cNvSpPr txBox="1">
            <a:spLocks noGrp="1"/>
          </p:cNvSpPr>
          <p:nvPr>
            <p:ph type="title" idx="8"/>
          </p:nvPr>
        </p:nvSpPr>
        <p:spPr>
          <a:xfrm>
            <a:off x="7344354" y="3112699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6" name="Google Shape;716;p53"/>
          <p:cNvSpPr txBox="1">
            <a:spLocks noGrp="1"/>
          </p:cNvSpPr>
          <p:nvPr>
            <p:ph type="ctrTitle" idx="9"/>
          </p:nvPr>
        </p:nvSpPr>
        <p:spPr>
          <a:xfrm>
            <a:off x="3149280" y="1795375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717" name="Google Shape;717;p53"/>
          <p:cNvSpPr txBox="1">
            <a:spLocks noGrp="1"/>
          </p:cNvSpPr>
          <p:nvPr>
            <p:ph type="subTitle" idx="13"/>
          </p:nvPr>
        </p:nvSpPr>
        <p:spPr>
          <a:xfrm>
            <a:off x="3543780" y="2109300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8" name="Google Shape;718;p53"/>
          <p:cNvSpPr txBox="1">
            <a:spLocks noGrp="1"/>
          </p:cNvSpPr>
          <p:nvPr>
            <p:ph type="title" idx="14"/>
          </p:nvPr>
        </p:nvSpPr>
        <p:spPr>
          <a:xfrm>
            <a:off x="4591080" y="1350375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9" name="Google Shape;719;p53"/>
          <p:cNvSpPr txBox="1">
            <a:spLocks noGrp="1"/>
          </p:cNvSpPr>
          <p:nvPr>
            <p:ph type="ctrTitle" idx="15"/>
          </p:nvPr>
        </p:nvSpPr>
        <p:spPr>
          <a:xfrm>
            <a:off x="5902549" y="1795375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20" name="Google Shape;720;p53"/>
          <p:cNvSpPr txBox="1">
            <a:spLocks noGrp="1"/>
          </p:cNvSpPr>
          <p:nvPr>
            <p:ph type="subTitle" idx="16"/>
          </p:nvPr>
        </p:nvSpPr>
        <p:spPr>
          <a:xfrm>
            <a:off x="6297054" y="2109300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21" name="Google Shape;721;p53"/>
          <p:cNvSpPr txBox="1">
            <a:spLocks noGrp="1"/>
          </p:cNvSpPr>
          <p:nvPr>
            <p:ph type="title" idx="17"/>
          </p:nvPr>
        </p:nvSpPr>
        <p:spPr>
          <a:xfrm>
            <a:off x="7344354" y="1350375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  <p:sp>
        <p:nvSpPr>
          <p:cNvPr id="722" name="Google Shape;722;p53"/>
          <p:cNvSpPr txBox="1">
            <a:spLocks noGrp="1"/>
          </p:cNvSpPr>
          <p:nvPr>
            <p:ph type="title" idx="18"/>
          </p:nvPr>
        </p:nvSpPr>
        <p:spPr>
          <a:xfrm>
            <a:off x="6553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23" name="Google Shape;723;p53"/>
          <p:cNvSpPr/>
          <p:nvPr/>
        </p:nvSpPr>
        <p:spPr>
          <a:xfrm>
            <a:off x="-465462" y="5439597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1" y="0"/>
                </a:moveTo>
                <a:lnTo>
                  <a:pt x="5246" y="0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725;p54"/>
          <p:cNvGrpSpPr/>
          <p:nvPr/>
        </p:nvGrpSpPr>
        <p:grpSpPr>
          <a:xfrm>
            <a:off x="179681" y="1123098"/>
            <a:ext cx="8823426" cy="3431639"/>
            <a:chOff x="179681" y="1123098"/>
            <a:chExt cx="8823426" cy="3431639"/>
          </a:xfrm>
        </p:grpSpPr>
        <p:sp>
          <p:nvSpPr>
            <p:cNvPr id="726" name="Google Shape;726;p54"/>
            <p:cNvSpPr/>
            <p:nvPr/>
          </p:nvSpPr>
          <p:spPr>
            <a:xfrm>
              <a:off x="8768824" y="1745472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4"/>
            <p:cNvSpPr/>
            <p:nvPr/>
          </p:nvSpPr>
          <p:spPr>
            <a:xfrm>
              <a:off x="8944320" y="1123098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4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4"/>
            <p:cNvSpPr/>
            <p:nvPr/>
          </p:nvSpPr>
          <p:spPr>
            <a:xfrm>
              <a:off x="8900153" y="1165318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4"/>
            <p:cNvSpPr/>
            <p:nvPr/>
          </p:nvSpPr>
          <p:spPr>
            <a:xfrm>
              <a:off x="8314806" y="3761286"/>
              <a:ext cx="61932" cy="61932"/>
            </a:xfrm>
            <a:custGeom>
              <a:avLst/>
              <a:gdLst/>
              <a:ahLst/>
              <a:cxnLst/>
              <a:rect l="l" t="t" r="r" b="b"/>
              <a:pathLst>
                <a:path w="1750" h="1750" fill="none" extrusionOk="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4"/>
            <p:cNvSpPr/>
            <p:nvPr/>
          </p:nvSpPr>
          <p:spPr>
            <a:xfrm>
              <a:off x="401301" y="4554702"/>
              <a:ext cx="128183" cy="35"/>
            </a:xfrm>
            <a:custGeom>
              <a:avLst/>
              <a:gdLst/>
              <a:ahLst/>
              <a:cxnLst/>
              <a:rect l="l" t="t" r="r" b="b"/>
              <a:pathLst>
                <a:path w="3622" h="1" fill="none" extrusionOk="0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4"/>
            <p:cNvSpPr/>
            <p:nvPr/>
          </p:nvSpPr>
          <p:spPr>
            <a:xfrm>
              <a:off x="8694930" y="3999355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4"/>
            <p:cNvSpPr/>
            <p:nvPr/>
          </p:nvSpPr>
          <p:spPr>
            <a:xfrm>
              <a:off x="8662761" y="4031029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4"/>
            <p:cNvSpPr/>
            <p:nvPr/>
          </p:nvSpPr>
          <p:spPr>
            <a:xfrm>
              <a:off x="8748688" y="3667220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4"/>
            <p:cNvSpPr/>
            <p:nvPr/>
          </p:nvSpPr>
          <p:spPr>
            <a:xfrm>
              <a:off x="8792854" y="3001038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4"/>
            <p:cNvSpPr/>
            <p:nvPr/>
          </p:nvSpPr>
          <p:spPr>
            <a:xfrm flipH="1">
              <a:off x="269926" y="1983759"/>
              <a:ext cx="144037" cy="157946"/>
            </a:xfrm>
            <a:custGeom>
              <a:avLst/>
              <a:gdLst/>
              <a:ahLst/>
              <a:cxnLst/>
              <a:rect l="l" t="t" r="r" b="b"/>
              <a:pathLst>
                <a:path w="4070" h="4463" fill="none" extrusionOk="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4"/>
            <p:cNvSpPr/>
            <p:nvPr/>
          </p:nvSpPr>
          <p:spPr>
            <a:xfrm flipH="1">
              <a:off x="238432" y="1361385"/>
              <a:ext cx="35" cy="84016"/>
            </a:xfrm>
            <a:custGeom>
              <a:avLst/>
              <a:gdLst/>
              <a:ahLst/>
              <a:cxnLst/>
              <a:rect l="l" t="t" r="r" b="b"/>
              <a:pathLst>
                <a:path w="1" h="2374" fill="none" extrusionOk="0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4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4"/>
            <p:cNvSpPr/>
            <p:nvPr/>
          </p:nvSpPr>
          <p:spPr>
            <a:xfrm flipH="1">
              <a:off x="196707" y="1403606"/>
              <a:ext cx="85927" cy="35"/>
            </a:xfrm>
            <a:custGeom>
              <a:avLst/>
              <a:gdLst/>
              <a:ahLst/>
              <a:cxnLst/>
              <a:rect l="l" t="t" r="r" b="b"/>
              <a:pathLst>
                <a:path w="2428" h="1" fill="none" extrusionOk="0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4"/>
            <p:cNvSpPr/>
            <p:nvPr/>
          </p:nvSpPr>
          <p:spPr>
            <a:xfrm flipH="1">
              <a:off x="487822" y="4237642"/>
              <a:ext cx="35" cy="63844"/>
            </a:xfrm>
            <a:custGeom>
              <a:avLst/>
              <a:gdLst/>
              <a:ahLst/>
              <a:cxnLst/>
              <a:rect l="l" t="t" r="r" b="b"/>
              <a:pathLst>
                <a:path w="1" h="1804" fill="none" extrusionOk="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4"/>
            <p:cNvSpPr/>
            <p:nvPr/>
          </p:nvSpPr>
          <p:spPr>
            <a:xfrm flipH="1">
              <a:off x="455652" y="4269316"/>
              <a:ext cx="64374" cy="35"/>
            </a:xfrm>
            <a:custGeom>
              <a:avLst/>
              <a:gdLst/>
              <a:ahLst/>
              <a:cxnLst/>
              <a:rect l="l" t="t" r="r" b="b"/>
              <a:pathLst>
                <a:path w="1819" h="1" fill="none" extrusionOk="0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4"/>
            <p:cNvSpPr/>
            <p:nvPr/>
          </p:nvSpPr>
          <p:spPr>
            <a:xfrm flipH="1">
              <a:off x="179681" y="3905507"/>
              <a:ext cx="254419" cy="35"/>
            </a:xfrm>
            <a:custGeom>
              <a:avLst/>
              <a:gdLst/>
              <a:ahLst/>
              <a:cxnLst/>
              <a:rect l="l" t="t" r="r" b="b"/>
              <a:pathLst>
                <a:path w="7189" h="1" fill="none" extrusionOk="0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4"/>
            <p:cNvSpPr/>
            <p:nvPr/>
          </p:nvSpPr>
          <p:spPr>
            <a:xfrm flipH="1">
              <a:off x="251700" y="3239326"/>
              <a:ext cx="138233" cy="35"/>
            </a:xfrm>
            <a:custGeom>
              <a:avLst/>
              <a:gdLst/>
              <a:ahLst/>
              <a:cxnLst/>
              <a:rect l="l" t="t" r="r" b="b"/>
              <a:pathLst>
                <a:path w="3906" h="1" fill="none" extrusionOk="0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solidFill>
              <a:schemeClr val="accent4"/>
            </a:solidFill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4" name="Google Shape;744;p54"/>
          <p:cNvSpPr txBox="1">
            <a:spLocks noGrp="1"/>
          </p:cNvSpPr>
          <p:nvPr>
            <p:ph type="ctrTitle"/>
          </p:nvPr>
        </p:nvSpPr>
        <p:spPr>
          <a:xfrm flipH="1">
            <a:off x="1033777" y="2943052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45" name="Google Shape;745;p54"/>
          <p:cNvSpPr txBox="1">
            <a:spLocks noGrp="1"/>
          </p:cNvSpPr>
          <p:nvPr>
            <p:ph type="subTitle" idx="1"/>
          </p:nvPr>
        </p:nvSpPr>
        <p:spPr>
          <a:xfrm flipH="1">
            <a:off x="1033725" y="3398919"/>
            <a:ext cx="20334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46" name="Google Shape;746;p54"/>
          <p:cNvSpPr txBox="1">
            <a:spLocks noGrp="1"/>
          </p:cNvSpPr>
          <p:nvPr>
            <p:ph type="ctrTitle" idx="2"/>
          </p:nvPr>
        </p:nvSpPr>
        <p:spPr>
          <a:xfrm flipH="1">
            <a:off x="3591977" y="2943052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47" name="Google Shape;747;p54"/>
          <p:cNvSpPr txBox="1">
            <a:spLocks noGrp="1"/>
          </p:cNvSpPr>
          <p:nvPr>
            <p:ph type="subTitle" idx="3"/>
          </p:nvPr>
        </p:nvSpPr>
        <p:spPr>
          <a:xfrm flipH="1">
            <a:off x="3591950" y="3400705"/>
            <a:ext cx="2041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48" name="Google Shape;748;p54"/>
          <p:cNvSpPr txBox="1">
            <a:spLocks noGrp="1"/>
          </p:cNvSpPr>
          <p:nvPr>
            <p:ph type="ctrTitle" idx="4"/>
          </p:nvPr>
        </p:nvSpPr>
        <p:spPr>
          <a:xfrm flipH="1">
            <a:off x="3591977" y="1293001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49" name="Google Shape;749;p54"/>
          <p:cNvSpPr txBox="1">
            <a:spLocks noGrp="1"/>
          </p:cNvSpPr>
          <p:nvPr>
            <p:ph type="subTitle" idx="5"/>
          </p:nvPr>
        </p:nvSpPr>
        <p:spPr>
          <a:xfrm flipH="1">
            <a:off x="3591975" y="1748500"/>
            <a:ext cx="2041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50" name="Google Shape;750;p54"/>
          <p:cNvSpPr txBox="1">
            <a:spLocks noGrp="1"/>
          </p:cNvSpPr>
          <p:nvPr>
            <p:ph type="ctrTitle" idx="6"/>
          </p:nvPr>
        </p:nvSpPr>
        <p:spPr>
          <a:xfrm flipH="1">
            <a:off x="1033777" y="1293014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51" name="Google Shape;751;p54"/>
          <p:cNvSpPr txBox="1">
            <a:spLocks noGrp="1"/>
          </p:cNvSpPr>
          <p:nvPr>
            <p:ph type="subTitle" idx="7"/>
          </p:nvPr>
        </p:nvSpPr>
        <p:spPr>
          <a:xfrm flipH="1">
            <a:off x="1033777" y="1748507"/>
            <a:ext cx="20265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52" name="Google Shape;752;p54"/>
          <p:cNvSpPr txBox="1">
            <a:spLocks noGrp="1"/>
          </p:cNvSpPr>
          <p:nvPr>
            <p:ph type="title" idx="8"/>
          </p:nvPr>
        </p:nvSpPr>
        <p:spPr>
          <a:xfrm>
            <a:off x="840575" y="445025"/>
            <a:ext cx="754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cxnSp>
        <p:nvCxnSpPr>
          <p:cNvPr id="753" name="Google Shape;753;p54"/>
          <p:cNvCxnSpPr/>
          <p:nvPr/>
        </p:nvCxnSpPr>
        <p:spPr>
          <a:xfrm>
            <a:off x="2399000" y="4869600"/>
            <a:ext cx="7048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4" name="Google Shape;754;p54"/>
          <p:cNvSpPr/>
          <p:nvPr/>
        </p:nvSpPr>
        <p:spPr>
          <a:xfrm>
            <a:off x="-895350" y="45631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4"/>
          <p:cNvSpPr/>
          <p:nvPr/>
        </p:nvSpPr>
        <p:spPr>
          <a:xfrm>
            <a:off x="43127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6" name="Google Shape;756;p54"/>
          <p:cNvGrpSpPr/>
          <p:nvPr/>
        </p:nvGrpSpPr>
        <p:grpSpPr>
          <a:xfrm>
            <a:off x="-555317" y="3548084"/>
            <a:ext cx="1222079" cy="1009533"/>
            <a:chOff x="6101758" y="2859784"/>
            <a:chExt cx="1222079" cy="1009533"/>
          </a:xfrm>
        </p:grpSpPr>
        <p:sp>
          <p:nvSpPr>
            <p:cNvPr id="757" name="Google Shape;757;p54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4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4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4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4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4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4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4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4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4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"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5"/>
          <p:cNvSpPr txBox="1">
            <a:spLocks noGrp="1"/>
          </p:cNvSpPr>
          <p:nvPr>
            <p:ph type="title"/>
          </p:nvPr>
        </p:nvSpPr>
        <p:spPr>
          <a:xfrm>
            <a:off x="713850" y="1610555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69" name="Google Shape;769;p55"/>
          <p:cNvSpPr txBox="1">
            <a:spLocks noGrp="1"/>
          </p:cNvSpPr>
          <p:nvPr>
            <p:ph type="subTitle" idx="1"/>
          </p:nvPr>
        </p:nvSpPr>
        <p:spPr>
          <a:xfrm>
            <a:off x="713850" y="1974905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55"/>
          <p:cNvSpPr txBox="1">
            <a:spLocks noGrp="1"/>
          </p:cNvSpPr>
          <p:nvPr>
            <p:ph type="title" idx="2"/>
          </p:nvPr>
        </p:nvSpPr>
        <p:spPr>
          <a:xfrm>
            <a:off x="3502650" y="1611150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1" name="Google Shape;771;p55"/>
          <p:cNvSpPr txBox="1">
            <a:spLocks noGrp="1"/>
          </p:cNvSpPr>
          <p:nvPr>
            <p:ph type="subTitle" idx="3"/>
          </p:nvPr>
        </p:nvSpPr>
        <p:spPr>
          <a:xfrm>
            <a:off x="3502650" y="19755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2" name="Google Shape;772;p55"/>
          <p:cNvSpPr txBox="1">
            <a:spLocks noGrp="1"/>
          </p:cNvSpPr>
          <p:nvPr>
            <p:ph type="title" idx="4"/>
          </p:nvPr>
        </p:nvSpPr>
        <p:spPr>
          <a:xfrm>
            <a:off x="6291450" y="1611150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3" name="Google Shape;773;p55"/>
          <p:cNvSpPr txBox="1">
            <a:spLocks noGrp="1"/>
          </p:cNvSpPr>
          <p:nvPr>
            <p:ph type="subTitle" idx="5"/>
          </p:nvPr>
        </p:nvSpPr>
        <p:spPr>
          <a:xfrm>
            <a:off x="6291450" y="19755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4" name="Google Shape;774;p55"/>
          <p:cNvSpPr txBox="1">
            <a:spLocks noGrp="1"/>
          </p:cNvSpPr>
          <p:nvPr>
            <p:ph type="title" idx="6"/>
          </p:nvPr>
        </p:nvSpPr>
        <p:spPr>
          <a:xfrm>
            <a:off x="7138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5" name="Google Shape;775;p55"/>
          <p:cNvSpPr txBox="1">
            <a:spLocks noGrp="1"/>
          </p:cNvSpPr>
          <p:nvPr>
            <p:ph type="subTitle" idx="7"/>
          </p:nvPr>
        </p:nvSpPr>
        <p:spPr>
          <a:xfrm>
            <a:off x="7138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55"/>
          <p:cNvSpPr txBox="1">
            <a:spLocks noGrp="1"/>
          </p:cNvSpPr>
          <p:nvPr>
            <p:ph type="title" idx="8"/>
          </p:nvPr>
        </p:nvSpPr>
        <p:spPr>
          <a:xfrm>
            <a:off x="35026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7" name="Google Shape;777;p55"/>
          <p:cNvSpPr txBox="1">
            <a:spLocks noGrp="1"/>
          </p:cNvSpPr>
          <p:nvPr>
            <p:ph type="subTitle" idx="9"/>
          </p:nvPr>
        </p:nvSpPr>
        <p:spPr>
          <a:xfrm>
            <a:off x="35026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8" name="Google Shape;778;p55"/>
          <p:cNvSpPr txBox="1">
            <a:spLocks noGrp="1"/>
          </p:cNvSpPr>
          <p:nvPr>
            <p:ph type="title" idx="13"/>
          </p:nvPr>
        </p:nvSpPr>
        <p:spPr>
          <a:xfrm>
            <a:off x="62914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9" name="Google Shape;779;p55"/>
          <p:cNvSpPr txBox="1">
            <a:spLocks noGrp="1"/>
          </p:cNvSpPr>
          <p:nvPr>
            <p:ph type="subTitle" idx="14"/>
          </p:nvPr>
        </p:nvSpPr>
        <p:spPr>
          <a:xfrm>
            <a:off x="62914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0" name="Google Shape;780;p55"/>
          <p:cNvSpPr/>
          <p:nvPr/>
        </p:nvSpPr>
        <p:spPr>
          <a:xfrm flipH="1">
            <a:off x="8053400" y="4531725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5"/>
          <p:cNvSpPr/>
          <p:nvPr/>
        </p:nvSpPr>
        <p:spPr>
          <a:xfrm flipH="1">
            <a:off x="-1062025" y="4531725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5"/>
          <p:cNvSpPr/>
          <p:nvPr/>
        </p:nvSpPr>
        <p:spPr>
          <a:xfrm flipH="1">
            <a:off x="-276100" y="-3625"/>
            <a:ext cx="3246600" cy="621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55"/>
          <p:cNvSpPr/>
          <p:nvPr/>
        </p:nvSpPr>
        <p:spPr>
          <a:xfrm>
            <a:off x="8875627" y="4132663"/>
            <a:ext cx="97960" cy="97924"/>
          </a:xfrm>
          <a:custGeom>
            <a:avLst/>
            <a:gdLst/>
            <a:ahLst/>
            <a:cxnLst/>
            <a:rect l="l" t="t" r="r" b="b"/>
            <a:pathLst>
              <a:path w="2768" h="2767" fill="none" extrusionOk="0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55"/>
          <p:cNvSpPr/>
          <p:nvPr/>
        </p:nvSpPr>
        <p:spPr>
          <a:xfrm>
            <a:off x="129662" y="1313396"/>
            <a:ext cx="97924" cy="97960"/>
          </a:xfrm>
          <a:custGeom>
            <a:avLst/>
            <a:gdLst/>
            <a:ahLst/>
            <a:cxnLst/>
            <a:rect l="l" t="t" r="r" b="b"/>
            <a:pathLst>
              <a:path w="2767" h="2768" fill="none" extrusionOk="0">
                <a:moveTo>
                  <a:pt x="2767" y="1411"/>
                </a:moveTo>
                <a:cubicBezTo>
                  <a:pt x="2767" y="2143"/>
                  <a:pt x="2156" y="2767"/>
                  <a:pt x="1356" y="2767"/>
                </a:cubicBezTo>
                <a:cubicBezTo>
                  <a:pt x="624" y="2767"/>
                  <a:pt x="0" y="2143"/>
                  <a:pt x="0" y="1411"/>
                </a:cubicBezTo>
                <a:cubicBezTo>
                  <a:pt x="0" y="624"/>
                  <a:pt x="624" y="1"/>
                  <a:pt x="1356" y="1"/>
                </a:cubicBezTo>
                <a:cubicBezTo>
                  <a:pt x="2156" y="1"/>
                  <a:pt x="2767" y="624"/>
                  <a:pt x="2767" y="1411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55"/>
          <p:cNvSpPr/>
          <p:nvPr/>
        </p:nvSpPr>
        <p:spPr>
          <a:xfrm>
            <a:off x="60995" y="641587"/>
            <a:ext cx="154088" cy="151682"/>
          </a:xfrm>
          <a:custGeom>
            <a:avLst/>
            <a:gdLst/>
            <a:ahLst/>
            <a:cxnLst/>
            <a:rect l="l" t="t" r="r" b="b"/>
            <a:pathLst>
              <a:path w="4354" h="4286" fill="none" extrusionOk="0">
                <a:moveTo>
                  <a:pt x="3784" y="54"/>
                </a:moveTo>
                <a:lnTo>
                  <a:pt x="339" y="963"/>
                </a:lnTo>
                <a:cubicBezTo>
                  <a:pt x="54" y="1072"/>
                  <a:pt x="0" y="1465"/>
                  <a:pt x="231" y="1750"/>
                </a:cubicBezTo>
                <a:lnTo>
                  <a:pt x="2713" y="4123"/>
                </a:lnTo>
                <a:cubicBezTo>
                  <a:pt x="2943" y="4286"/>
                  <a:pt x="3228" y="4232"/>
                  <a:pt x="3282" y="3947"/>
                </a:cubicBezTo>
                <a:lnTo>
                  <a:pt x="4245" y="678"/>
                </a:lnTo>
                <a:cubicBezTo>
                  <a:pt x="4353" y="339"/>
                  <a:pt x="4069" y="0"/>
                  <a:pt x="3784" y="54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55"/>
          <p:cNvSpPr/>
          <p:nvPr/>
        </p:nvSpPr>
        <p:spPr>
          <a:xfrm>
            <a:off x="8852589" y="1745472"/>
            <a:ext cx="144037" cy="157946"/>
          </a:xfrm>
          <a:custGeom>
            <a:avLst/>
            <a:gdLst/>
            <a:ahLst/>
            <a:cxnLst/>
            <a:rect l="l" t="t" r="r" b="b"/>
            <a:pathLst>
              <a:path w="4070" h="4463" fill="none" extrusionOk="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55"/>
          <p:cNvSpPr/>
          <p:nvPr/>
        </p:nvSpPr>
        <p:spPr>
          <a:xfrm>
            <a:off x="6931109" y="129458"/>
            <a:ext cx="132005" cy="35"/>
          </a:xfrm>
          <a:custGeom>
            <a:avLst/>
            <a:gdLst/>
            <a:ahLst/>
            <a:cxnLst/>
            <a:rect l="l" t="t" r="r" b="b"/>
            <a:pathLst>
              <a:path w="3730" h="1" fill="none" extrusionOk="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5"/>
          <p:cNvSpPr/>
          <p:nvPr/>
        </p:nvSpPr>
        <p:spPr>
          <a:xfrm>
            <a:off x="8951885" y="970698"/>
            <a:ext cx="35" cy="84016"/>
          </a:xfrm>
          <a:custGeom>
            <a:avLst/>
            <a:gdLst/>
            <a:ahLst/>
            <a:cxnLst/>
            <a:rect l="l" t="t" r="r" b="b"/>
            <a:pathLst>
              <a:path w="1" h="2374" fill="none" extrusionOk="0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5"/>
          <p:cNvSpPr/>
          <p:nvPr/>
        </p:nvSpPr>
        <p:spPr>
          <a:xfrm>
            <a:off x="8907718" y="10129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5"/>
          <p:cNvSpPr/>
          <p:nvPr/>
        </p:nvSpPr>
        <p:spPr>
          <a:xfrm>
            <a:off x="8907718" y="1012918"/>
            <a:ext cx="85927" cy="35"/>
          </a:xfrm>
          <a:custGeom>
            <a:avLst/>
            <a:gdLst/>
            <a:ahLst/>
            <a:cxnLst/>
            <a:rect l="l" t="t" r="r" b="b"/>
            <a:pathLst>
              <a:path w="2428" h="1" fill="none" extrusionOk="0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55"/>
          <p:cNvSpPr/>
          <p:nvPr/>
        </p:nvSpPr>
        <p:spPr>
          <a:xfrm>
            <a:off x="423968" y="3094545"/>
            <a:ext cx="35" cy="64339"/>
          </a:xfrm>
          <a:custGeom>
            <a:avLst/>
            <a:gdLst/>
            <a:ahLst/>
            <a:cxnLst/>
            <a:rect l="l" t="t" r="r" b="b"/>
            <a:pathLst>
              <a:path w="1" h="1818" fill="none" extrusionOk="0">
                <a:moveTo>
                  <a:pt x="1" y="0"/>
                </a:moveTo>
                <a:lnTo>
                  <a:pt x="1" y="1818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5"/>
          <p:cNvSpPr/>
          <p:nvPr/>
        </p:nvSpPr>
        <p:spPr>
          <a:xfrm>
            <a:off x="391834" y="3126680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1"/>
                </a:moveTo>
                <a:lnTo>
                  <a:pt x="0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5"/>
          <p:cNvSpPr/>
          <p:nvPr/>
        </p:nvSpPr>
        <p:spPr>
          <a:xfrm>
            <a:off x="6421079" y="4929086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5"/>
          <p:cNvSpPr/>
          <p:nvPr/>
        </p:nvSpPr>
        <p:spPr>
          <a:xfrm>
            <a:off x="8800361" y="4515306"/>
            <a:ext cx="166085" cy="0"/>
          </a:xfrm>
          <a:custGeom>
            <a:avLst/>
            <a:gdLst/>
            <a:ahLst/>
            <a:cxnLst/>
            <a:rect l="l" t="t" r="r" b="b"/>
            <a:pathLst>
              <a:path w="4693" h="120000" fill="none" extrusionOk="0">
                <a:moveTo>
                  <a:pt x="0" y="0"/>
                </a:moveTo>
                <a:lnTo>
                  <a:pt x="4693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5"/>
          <p:cNvSpPr/>
          <p:nvPr/>
        </p:nvSpPr>
        <p:spPr>
          <a:xfrm>
            <a:off x="2173204" y="4965882"/>
            <a:ext cx="35" cy="66285"/>
          </a:xfrm>
          <a:custGeom>
            <a:avLst/>
            <a:gdLst/>
            <a:ahLst/>
            <a:cxnLst/>
            <a:rect l="l" t="t" r="r" b="b"/>
            <a:pathLst>
              <a:path w="1" h="1873" fill="none" extrusionOk="0">
                <a:moveTo>
                  <a:pt x="1" y="0"/>
                </a:moveTo>
                <a:lnTo>
                  <a:pt x="1" y="1872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5"/>
          <p:cNvSpPr/>
          <p:nvPr/>
        </p:nvSpPr>
        <p:spPr>
          <a:xfrm>
            <a:off x="2141070" y="4998052"/>
            <a:ext cx="64339" cy="35"/>
          </a:xfrm>
          <a:custGeom>
            <a:avLst/>
            <a:gdLst/>
            <a:ahLst/>
            <a:cxnLst/>
            <a:rect l="l" t="t" r="r" b="b"/>
            <a:pathLst>
              <a:path w="1818" h="1" fill="none" extrusionOk="0">
                <a:moveTo>
                  <a:pt x="1818" y="0"/>
                </a:moveTo>
                <a:lnTo>
                  <a:pt x="0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5"/>
          <p:cNvSpPr/>
          <p:nvPr/>
        </p:nvSpPr>
        <p:spPr>
          <a:xfrm>
            <a:off x="147650" y="3636250"/>
            <a:ext cx="61932" cy="61968"/>
          </a:xfrm>
          <a:custGeom>
            <a:avLst/>
            <a:gdLst/>
            <a:ahLst/>
            <a:cxnLst/>
            <a:rect l="l" t="t" r="r" b="b"/>
            <a:pathLst>
              <a:path w="1750" h="1751" fill="none" extrusionOk="0">
                <a:moveTo>
                  <a:pt x="1750" y="842"/>
                </a:moveTo>
                <a:cubicBezTo>
                  <a:pt x="1750" y="1357"/>
                  <a:pt x="1357" y="1750"/>
                  <a:pt x="841" y="1750"/>
                </a:cubicBezTo>
                <a:cubicBezTo>
                  <a:pt x="394" y="1750"/>
                  <a:pt x="0" y="1357"/>
                  <a:pt x="0" y="842"/>
                </a:cubicBezTo>
                <a:cubicBezTo>
                  <a:pt x="0" y="394"/>
                  <a:pt x="394" y="1"/>
                  <a:pt x="841" y="1"/>
                </a:cubicBezTo>
                <a:cubicBezTo>
                  <a:pt x="1357" y="1"/>
                  <a:pt x="1750" y="394"/>
                  <a:pt x="1750" y="842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5"/>
          <p:cNvSpPr/>
          <p:nvPr/>
        </p:nvSpPr>
        <p:spPr>
          <a:xfrm>
            <a:off x="7625025" y="4821914"/>
            <a:ext cx="60021" cy="61968"/>
          </a:xfrm>
          <a:custGeom>
            <a:avLst/>
            <a:gdLst/>
            <a:ahLst/>
            <a:cxnLst/>
            <a:rect l="l" t="t" r="r" b="b"/>
            <a:pathLst>
              <a:path w="1696" h="1751" fill="none" extrusionOk="0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55"/>
          <p:cNvSpPr/>
          <p:nvPr/>
        </p:nvSpPr>
        <p:spPr>
          <a:xfrm>
            <a:off x="4774275" y="4997417"/>
            <a:ext cx="253923" cy="35"/>
          </a:xfrm>
          <a:custGeom>
            <a:avLst/>
            <a:gdLst/>
            <a:ahLst/>
            <a:cxnLst/>
            <a:rect l="l" t="t" r="r" b="b"/>
            <a:pathLst>
              <a:path w="7175" h="1" fill="none" extrusionOk="0">
                <a:moveTo>
                  <a:pt x="0" y="0"/>
                </a:moveTo>
                <a:lnTo>
                  <a:pt x="7174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55"/>
          <p:cNvSpPr/>
          <p:nvPr/>
        </p:nvSpPr>
        <p:spPr>
          <a:xfrm>
            <a:off x="8724219" y="3001038"/>
            <a:ext cx="138233" cy="35"/>
          </a:xfrm>
          <a:custGeom>
            <a:avLst/>
            <a:gdLst/>
            <a:ahLst/>
            <a:cxnLst/>
            <a:rect l="l" t="t" r="r" b="b"/>
            <a:pathLst>
              <a:path w="3906" h="1" fill="none" extrusionOk="0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5"/>
          <p:cNvSpPr/>
          <p:nvPr/>
        </p:nvSpPr>
        <p:spPr>
          <a:xfrm>
            <a:off x="5740826" y="203408"/>
            <a:ext cx="72019" cy="35"/>
          </a:xfrm>
          <a:custGeom>
            <a:avLst/>
            <a:gdLst/>
            <a:ahLst/>
            <a:cxnLst/>
            <a:rect l="l" t="t" r="r" b="b"/>
            <a:pathLst>
              <a:path w="2035" h="1" fill="none" extrusionOk="0">
                <a:moveTo>
                  <a:pt x="0" y="1"/>
                </a:moveTo>
                <a:lnTo>
                  <a:pt x="2034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5"/>
          <p:cNvSpPr/>
          <p:nvPr/>
        </p:nvSpPr>
        <p:spPr>
          <a:xfrm>
            <a:off x="276577" y="2624055"/>
            <a:ext cx="112363" cy="35"/>
          </a:xfrm>
          <a:custGeom>
            <a:avLst/>
            <a:gdLst/>
            <a:ahLst/>
            <a:cxnLst/>
            <a:rect l="l" t="t" r="r" b="b"/>
            <a:pathLst>
              <a:path w="3175" h="1" fill="none" extrusionOk="0">
                <a:moveTo>
                  <a:pt x="1" y="0"/>
                </a:moveTo>
                <a:lnTo>
                  <a:pt x="3174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5"/>
          <p:cNvSpPr/>
          <p:nvPr/>
        </p:nvSpPr>
        <p:spPr>
          <a:xfrm>
            <a:off x="3827521" y="29648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5"/>
          <p:cNvSpPr/>
          <p:nvPr/>
        </p:nvSpPr>
        <p:spPr>
          <a:xfrm>
            <a:off x="3795261" y="328691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5"/>
          <p:cNvSpPr/>
          <p:nvPr/>
        </p:nvSpPr>
        <p:spPr>
          <a:xfrm>
            <a:off x="101617" y="1874977"/>
            <a:ext cx="49" cy="66414"/>
          </a:xfrm>
          <a:custGeom>
            <a:avLst/>
            <a:gdLst/>
            <a:ahLst/>
            <a:cxnLst/>
            <a:rect l="l" t="t" r="r" b="b"/>
            <a:pathLst>
              <a:path w="1" h="1369" fill="none" extrusionOk="0">
                <a:moveTo>
                  <a:pt x="0" y="0"/>
                </a:moveTo>
                <a:lnTo>
                  <a:pt x="0" y="1368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5"/>
          <p:cNvSpPr/>
          <p:nvPr/>
        </p:nvSpPr>
        <p:spPr>
          <a:xfrm>
            <a:off x="67464" y="1907189"/>
            <a:ext cx="66414" cy="49"/>
          </a:xfrm>
          <a:custGeom>
            <a:avLst/>
            <a:gdLst/>
            <a:ahLst/>
            <a:cxnLst/>
            <a:rect l="l" t="t" r="r" b="b"/>
            <a:pathLst>
              <a:path w="1369" h="1" fill="none" extrusionOk="0">
                <a:moveTo>
                  <a:pt x="1368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5"/>
          <p:cNvSpPr/>
          <p:nvPr/>
        </p:nvSpPr>
        <p:spPr>
          <a:xfrm>
            <a:off x="8276861" y="221310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5"/>
          <p:cNvSpPr/>
          <p:nvPr/>
        </p:nvSpPr>
        <p:spPr>
          <a:xfrm>
            <a:off x="484509" y="432532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5"/>
          <p:cNvSpPr/>
          <p:nvPr/>
        </p:nvSpPr>
        <p:spPr>
          <a:xfrm>
            <a:off x="3024671" y="492907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55"/>
          <p:cNvSpPr/>
          <p:nvPr/>
        </p:nvSpPr>
        <p:spPr>
          <a:xfrm>
            <a:off x="5214020" y="53637"/>
            <a:ext cx="154088" cy="151682"/>
          </a:xfrm>
          <a:custGeom>
            <a:avLst/>
            <a:gdLst/>
            <a:ahLst/>
            <a:cxnLst/>
            <a:rect l="l" t="t" r="r" b="b"/>
            <a:pathLst>
              <a:path w="4354" h="4286" fill="none" extrusionOk="0">
                <a:moveTo>
                  <a:pt x="3784" y="54"/>
                </a:moveTo>
                <a:lnTo>
                  <a:pt x="339" y="963"/>
                </a:lnTo>
                <a:cubicBezTo>
                  <a:pt x="54" y="1072"/>
                  <a:pt x="0" y="1465"/>
                  <a:pt x="231" y="1750"/>
                </a:cubicBezTo>
                <a:lnTo>
                  <a:pt x="2713" y="4123"/>
                </a:lnTo>
                <a:cubicBezTo>
                  <a:pt x="2943" y="4286"/>
                  <a:pt x="3228" y="4232"/>
                  <a:pt x="3282" y="3947"/>
                </a:cubicBezTo>
                <a:lnTo>
                  <a:pt x="4245" y="678"/>
                </a:lnTo>
                <a:cubicBezTo>
                  <a:pt x="4353" y="339"/>
                  <a:pt x="4069" y="0"/>
                  <a:pt x="3784" y="54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5"/>
          <p:cNvSpPr/>
          <p:nvPr/>
        </p:nvSpPr>
        <p:spPr>
          <a:xfrm>
            <a:off x="6123309" y="4630121"/>
            <a:ext cx="254982" cy="49"/>
          </a:xfrm>
          <a:custGeom>
            <a:avLst/>
            <a:gdLst/>
            <a:ahLst/>
            <a:cxnLst/>
            <a:rect l="l" t="t" r="r" b="b"/>
            <a:pathLst>
              <a:path w="5256" h="1" fill="none" extrusionOk="0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2" name="Google Shape;812;p55"/>
          <p:cNvGrpSpPr/>
          <p:nvPr/>
        </p:nvGrpSpPr>
        <p:grpSpPr>
          <a:xfrm>
            <a:off x="8524933" y="3529034"/>
            <a:ext cx="1222079" cy="1009533"/>
            <a:chOff x="6101758" y="2859784"/>
            <a:chExt cx="1222079" cy="1009533"/>
          </a:xfrm>
        </p:grpSpPr>
        <p:sp>
          <p:nvSpPr>
            <p:cNvPr id="813" name="Google Shape;813;p55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5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5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5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5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5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5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5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5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5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3" name="Google Shape;823;p55"/>
          <p:cNvGrpSpPr/>
          <p:nvPr/>
        </p:nvGrpSpPr>
        <p:grpSpPr>
          <a:xfrm>
            <a:off x="-555317" y="3519509"/>
            <a:ext cx="1222079" cy="1009533"/>
            <a:chOff x="6101758" y="2859784"/>
            <a:chExt cx="1222079" cy="1009533"/>
          </a:xfrm>
        </p:grpSpPr>
        <p:sp>
          <p:nvSpPr>
            <p:cNvPr id="824" name="Google Shape;824;p55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5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5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5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5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5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5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5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5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5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4" name="Google Shape;834;p55"/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7716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6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37" name="Google Shape;837;p56"/>
          <p:cNvSpPr/>
          <p:nvPr/>
        </p:nvSpPr>
        <p:spPr>
          <a:xfrm flipH="1">
            <a:off x="-299507" y="2594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8" name="Google Shape;838;p56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839" name="Google Shape;839;p56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6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6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6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6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6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6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6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6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6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6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6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6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6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6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6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6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6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6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6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6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6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6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56"/>
          <p:cNvGrpSpPr/>
          <p:nvPr/>
        </p:nvGrpSpPr>
        <p:grpSpPr>
          <a:xfrm rot="10800000">
            <a:off x="-443700" y="819543"/>
            <a:ext cx="1086673" cy="897677"/>
            <a:chOff x="6101758" y="2859784"/>
            <a:chExt cx="1222079" cy="1009533"/>
          </a:xfrm>
        </p:grpSpPr>
        <p:sp>
          <p:nvSpPr>
            <p:cNvPr id="863" name="Google Shape;863;p56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6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6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56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6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6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6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6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56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56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"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oogle Shape;874;p57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875" name="Google Shape;875;p57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7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7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7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7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7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7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7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57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57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57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57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57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7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7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7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7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7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7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7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7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7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7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8" name="Google Shape;898;p57"/>
          <p:cNvSpPr/>
          <p:nvPr/>
        </p:nvSpPr>
        <p:spPr>
          <a:xfrm flipH="1">
            <a:off x="7633500" y="7928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57"/>
          <p:cNvSpPr/>
          <p:nvPr/>
        </p:nvSpPr>
        <p:spPr>
          <a:xfrm flipH="1">
            <a:off x="944100" y="4932025"/>
            <a:ext cx="7255800" cy="669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0" name="Google Shape;900;p57"/>
          <p:cNvGrpSpPr/>
          <p:nvPr/>
        </p:nvGrpSpPr>
        <p:grpSpPr>
          <a:xfrm flipH="1">
            <a:off x="8014553" y="58110"/>
            <a:ext cx="889429" cy="734738"/>
            <a:chOff x="6101758" y="2859784"/>
            <a:chExt cx="1222079" cy="1009533"/>
          </a:xfrm>
        </p:grpSpPr>
        <p:sp>
          <p:nvSpPr>
            <p:cNvPr id="901" name="Google Shape;901;p57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7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7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7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7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7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7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7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1" name="Google Shape;911;p57"/>
          <p:cNvSpPr txBox="1">
            <a:spLocks noGrp="1"/>
          </p:cNvSpPr>
          <p:nvPr>
            <p:ph type="title"/>
          </p:nvPr>
        </p:nvSpPr>
        <p:spPr>
          <a:xfrm>
            <a:off x="840575" y="445025"/>
            <a:ext cx="754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chnology">
  <p:cSld name="CUSTOM_10"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8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14" name="Google Shape;914;p58"/>
          <p:cNvSpPr/>
          <p:nvPr/>
        </p:nvSpPr>
        <p:spPr>
          <a:xfrm>
            <a:off x="7918898" y="978127"/>
            <a:ext cx="49" cy="64036"/>
          </a:xfrm>
          <a:custGeom>
            <a:avLst/>
            <a:gdLst/>
            <a:ahLst/>
            <a:cxnLst/>
            <a:rect l="l" t="t" r="r" b="b"/>
            <a:pathLst>
              <a:path w="1" h="1320" fill="none" extrusionOk="0">
                <a:moveTo>
                  <a:pt x="1" y="0"/>
                </a:moveTo>
                <a:lnTo>
                  <a:pt x="1" y="131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8"/>
          <p:cNvSpPr/>
          <p:nvPr/>
        </p:nvSpPr>
        <p:spPr>
          <a:xfrm>
            <a:off x="8882878" y="3260985"/>
            <a:ext cx="49" cy="36142"/>
          </a:xfrm>
          <a:custGeom>
            <a:avLst/>
            <a:gdLst/>
            <a:ahLst/>
            <a:cxnLst/>
            <a:rect l="l" t="t" r="r" b="b"/>
            <a:pathLst>
              <a:path w="1" h="745" fill="none" extrusionOk="0">
                <a:moveTo>
                  <a:pt x="0" y="1"/>
                </a:moveTo>
                <a:lnTo>
                  <a:pt x="0" y="744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8"/>
          <p:cNvSpPr/>
          <p:nvPr/>
        </p:nvSpPr>
        <p:spPr>
          <a:xfrm>
            <a:off x="8864589" y="3278789"/>
            <a:ext cx="38034" cy="49"/>
          </a:xfrm>
          <a:custGeom>
            <a:avLst/>
            <a:gdLst/>
            <a:ahLst/>
            <a:cxnLst/>
            <a:rect l="l" t="t" r="r" b="b"/>
            <a:pathLst>
              <a:path w="784" h="1" fill="none" extrusionOk="0">
                <a:moveTo>
                  <a:pt x="784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8"/>
          <p:cNvSpPr/>
          <p:nvPr/>
        </p:nvSpPr>
        <p:spPr>
          <a:xfrm>
            <a:off x="298332" y="37065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1" y="0"/>
                </a:moveTo>
                <a:lnTo>
                  <a:pt x="1" y="135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58"/>
          <p:cNvSpPr/>
          <p:nvPr/>
        </p:nvSpPr>
        <p:spPr>
          <a:xfrm>
            <a:off x="266121" y="404317"/>
            <a:ext cx="63988" cy="49"/>
          </a:xfrm>
          <a:custGeom>
            <a:avLst/>
            <a:gdLst/>
            <a:ahLst/>
            <a:cxnLst/>
            <a:rect l="l" t="t" r="r" b="b"/>
            <a:pathLst>
              <a:path w="1319" h="1" fill="none" extrusionOk="0">
                <a:moveTo>
                  <a:pt x="1319" y="1"/>
                </a:moveTo>
                <a:lnTo>
                  <a:pt x="0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58"/>
          <p:cNvSpPr/>
          <p:nvPr/>
        </p:nvSpPr>
        <p:spPr>
          <a:xfrm>
            <a:off x="8866530" y="2569307"/>
            <a:ext cx="34201" cy="36093"/>
          </a:xfrm>
          <a:custGeom>
            <a:avLst/>
            <a:gdLst/>
            <a:ahLst/>
            <a:cxnLst/>
            <a:rect l="l" t="t" r="r" b="b"/>
            <a:pathLst>
              <a:path w="705" h="744" fill="none" extrusionOk="0">
                <a:moveTo>
                  <a:pt x="704" y="377"/>
                </a:moveTo>
                <a:cubicBezTo>
                  <a:pt x="704" y="575"/>
                  <a:pt x="545" y="744"/>
                  <a:pt x="337" y="744"/>
                </a:cubicBezTo>
                <a:cubicBezTo>
                  <a:pt x="129" y="744"/>
                  <a:pt x="0" y="575"/>
                  <a:pt x="0" y="377"/>
                </a:cubicBezTo>
                <a:cubicBezTo>
                  <a:pt x="0" y="169"/>
                  <a:pt x="129" y="0"/>
                  <a:pt x="337" y="0"/>
                </a:cubicBezTo>
                <a:cubicBezTo>
                  <a:pt x="545" y="0"/>
                  <a:pt x="704" y="169"/>
                  <a:pt x="704" y="377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58"/>
          <p:cNvSpPr/>
          <p:nvPr/>
        </p:nvSpPr>
        <p:spPr>
          <a:xfrm>
            <a:off x="645606" y="1697743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55"/>
                </a:moveTo>
                <a:cubicBezTo>
                  <a:pt x="1240" y="992"/>
                  <a:pt x="992" y="1279"/>
                  <a:pt x="616" y="1279"/>
                </a:cubicBezTo>
                <a:cubicBezTo>
                  <a:pt x="288" y="1279"/>
                  <a:pt x="1" y="992"/>
                  <a:pt x="1" y="655"/>
                </a:cubicBezTo>
                <a:cubicBezTo>
                  <a:pt x="1" y="288"/>
                  <a:pt x="288" y="0"/>
                  <a:pt x="616" y="0"/>
                </a:cubicBezTo>
                <a:cubicBezTo>
                  <a:pt x="992" y="0"/>
                  <a:pt x="1240" y="288"/>
                  <a:pt x="1240" y="65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58"/>
          <p:cNvSpPr/>
          <p:nvPr/>
        </p:nvSpPr>
        <p:spPr>
          <a:xfrm>
            <a:off x="465139" y="1080099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9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58"/>
          <p:cNvSpPr/>
          <p:nvPr/>
        </p:nvSpPr>
        <p:spPr>
          <a:xfrm>
            <a:off x="8245486" y="1982351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1"/>
                </a:moveTo>
                <a:lnTo>
                  <a:pt x="5245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8"/>
          <p:cNvSpPr/>
          <p:nvPr/>
        </p:nvSpPr>
        <p:spPr>
          <a:xfrm>
            <a:off x="8698145" y="3980072"/>
            <a:ext cx="34201" cy="36142"/>
          </a:xfrm>
          <a:custGeom>
            <a:avLst/>
            <a:gdLst/>
            <a:ahLst/>
            <a:cxnLst/>
            <a:rect l="l" t="t" r="r" b="b"/>
            <a:pathLst>
              <a:path w="705" h="745" fill="none" extrusionOk="0">
                <a:moveTo>
                  <a:pt x="705" y="378"/>
                </a:moveTo>
                <a:cubicBezTo>
                  <a:pt x="705" y="586"/>
                  <a:pt x="546" y="745"/>
                  <a:pt x="338" y="745"/>
                </a:cubicBezTo>
                <a:cubicBezTo>
                  <a:pt x="130" y="745"/>
                  <a:pt x="1" y="586"/>
                  <a:pt x="1" y="378"/>
                </a:cubicBezTo>
                <a:cubicBezTo>
                  <a:pt x="1" y="170"/>
                  <a:pt x="130" y="1"/>
                  <a:pt x="338" y="1"/>
                </a:cubicBezTo>
                <a:cubicBezTo>
                  <a:pt x="546" y="1"/>
                  <a:pt x="705" y="170"/>
                  <a:pt x="705" y="378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58"/>
          <p:cNvSpPr/>
          <p:nvPr/>
        </p:nvSpPr>
        <p:spPr>
          <a:xfrm>
            <a:off x="751845" y="2918008"/>
            <a:ext cx="60156" cy="62096"/>
          </a:xfrm>
          <a:custGeom>
            <a:avLst/>
            <a:gdLst/>
            <a:ahLst/>
            <a:cxnLst/>
            <a:rect l="l" t="t" r="r" b="b"/>
            <a:pathLst>
              <a:path w="1240" h="1280" fill="none" extrusionOk="0">
                <a:moveTo>
                  <a:pt x="1240" y="665"/>
                </a:moveTo>
                <a:cubicBezTo>
                  <a:pt x="1240" y="992"/>
                  <a:pt x="992" y="1280"/>
                  <a:pt x="615" y="1280"/>
                </a:cubicBezTo>
                <a:cubicBezTo>
                  <a:pt x="288" y="1280"/>
                  <a:pt x="0" y="992"/>
                  <a:pt x="0" y="665"/>
                </a:cubicBezTo>
                <a:cubicBezTo>
                  <a:pt x="0" y="288"/>
                  <a:pt x="288" y="1"/>
                  <a:pt x="615" y="1"/>
                </a:cubicBezTo>
                <a:cubicBezTo>
                  <a:pt x="992" y="1"/>
                  <a:pt x="1240" y="288"/>
                  <a:pt x="1240" y="665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58"/>
          <p:cNvSpPr/>
          <p:nvPr/>
        </p:nvSpPr>
        <p:spPr>
          <a:xfrm>
            <a:off x="296803" y="2491397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89" y="0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8"/>
          <p:cNvSpPr/>
          <p:nvPr/>
        </p:nvSpPr>
        <p:spPr>
          <a:xfrm>
            <a:off x="7864565" y="3335062"/>
            <a:ext cx="168387" cy="49"/>
          </a:xfrm>
          <a:custGeom>
            <a:avLst/>
            <a:gdLst/>
            <a:ahLst/>
            <a:cxnLst/>
            <a:rect l="l" t="t" r="r" b="b"/>
            <a:pathLst>
              <a:path w="3471" h="1" fill="none" extrusionOk="0">
                <a:moveTo>
                  <a:pt x="1" y="0"/>
                </a:moveTo>
                <a:lnTo>
                  <a:pt x="3471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8"/>
          <p:cNvSpPr/>
          <p:nvPr/>
        </p:nvSpPr>
        <p:spPr>
          <a:xfrm>
            <a:off x="1236721" y="4335080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58"/>
          <p:cNvSpPr/>
          <p:nvPr/>
        </p:nvSpPr>
        <p:spPr>
          <a:xfrm>
            <a:off x="1204461" y="4367291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58"/>
          <p:cNvSpPr/>
          <p:nvPr/>
        </p:nvSpPr>
        <p:spPr>
          <a:xfrm>
            <a:off x="7698120" y="4585690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15"/>
                </a:moveTo>
                <a:cubicBezTo>
                  <a:pt x="1240" y="992"/>
                  <a:pt x="992" y="1279"/>
                  <a:pt x="62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25" y="0"/>
                </a:cubicBezTo>
                <a:cubicBezTo>
                  <a:pt x="992" y="0"/>
                  <a:pt x="1240" y="288"/>
                  <a:pt x="1240" y="61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58"/>
          <p:cNvSpPr/>
          <p:nvPr/>
        </p:nvSpPr>
        <p:spPr>
          <a:xfrm>
            <a:off x="7742412" y="5018608"/>
            <a:ext cx="49" cy="63988"/>
          </a:xfrm>
          <a:custGeom>
            <a:avLst/>
            <a:gdLst/>
            <a:ahLst/>
            <a:cxnLst/>
            <a:rect l="l" t="t" r="r" b="b"/>
            <a:pathLst>
              <a:path w="1" h="1319" fill="none" extrusionOk="0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58"/>
          <p:cNvSpPr/>
          <p:nvPr/>
        </p:nvSpPr>
        <p:spPr>
          <a:xfrm>
            <a:off x="7710151" y="5050334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58"/>
          <p:cNvSpPr/>
          <p:nvPr/>
        </p:nvSpPr>
        <p:spPr>
          <a:xfrm>
            <a:off x="8499974" y="4292729"/>
            <a:ext cx="60204" cy="62581"/>
          </a:xfrm>
          <a:custGeom>
            <a:avLst/>
            <a:gdLst/>
            <a:ahLst/>
            <a:cxnLst/>
            <a:rect l="l" t="t" r="r" b="b"/>
            <a:pathLst>
              <a:path w="1241" h="1290" fill="none" extrusionOk="0">
                <a:moveTo>
                  <a:pt x="1240" y="626"/>
                </a:moveTo>
                <a:cubicBezTo>
                  <a:pt x="1240" y="992"/>
                  <a:pt x="992" y="1290"/>
                  <a:pt x="615" y="1290"/>
                </a:cubicBezTo>
                <a:cubicBezTo>
                  <a:pt x="288" y="1290"/>
                  <a:pt x="1" y="992"/>
                  <a:pt x="1" y="626"/>
                </a:cubicBezTo>
                <a:cubicBezTo>
                  <a:pt x="1" y="298"/>
                  <a:pt x="288" y="1"/>
                  <a:pt x="615" y="1"/>
                </a:cubicBezTo>
                <a:cubicBezTo>
                  <a:pt x="992" y="1"/>
                  <a:pt x="1240" y="298"/>
                  <a:pt x="1240" y="626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8"/>
          <p:cNvSpPr/>
          <p:nvPr/>
        </p:nvSpPr>
        <p:spPr>
          <a:xfrm>
            <a:off x="8880938" y="3717964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5"/>
                </a:moveTo>
                <a:cubicBezTo>
                  <a:pt x="1280" y="992"/>
                  <a:pt x="992" y="1279"/>
                  <a:pt x="65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55" y="0"/>
                </a:cubicBezTo>
                <a:cubicBezTo>
                  <a:pt x="992" y="0"/>
                  <a:pt x="1280" y="288"/>
                  <a:pt x="1280" y="61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58"/>
          <p:cNvSpPr/>
          <p:nvPr/>
        </p:nvSpPr>
        <p:spPr>
          <a:xfrm>
            <a:off x="204436" y="3633748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8"/>
          <p:cNvSpPr/>
          <p:nvPr/>
        </p:nvSpPr>
        <p:spPr>
          <a:xfrm>
            <a:off x="8541840" y="3579415"/>
            <a:ext cx="236692" cy="49"/>
          </a:xfrm>
          <a:custGeom>
            <a:avLst/>
            <a:gdLst/>
            <a:ahLst/>
            <a:cxnLst/>
            <a:rect l="l" t="t" r="r" b="b"/>
            <a:pathLst>
              <a:path w="4879" h="1" fill="none" extrusionOk="0">
                <a:moveTo>
                  <a:pt x="487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8"/>
          <p:cNvSpPr/>
          <p:nvPr/>
        </p:nvSpPr>
        <p:spPr>
          <a:xfrm>
            <a:off x="8639425" y="176149"/>
            <a:ext cx="62096" cy="60156"/>
          </a:xfrm>
          <a:custGeom>
            <a:avLst/>
            <a:gdLst/>
            <a:ahLst/>
            <a:cxnLst/>
            <a:rect l="l" t="t" r="r" b="b"/>
            <a:pathLst>
              <a:path w="1280" h="1240" fill="none" extrusionOk="0">
                <a:moveTo>
                  <a:pt x="1280" y="625"/>
                </a:moveTo>
                <a:cubicBezTo>
                  <a:pt x="1280" y="992"/>
                  <a:pt x="992" y="1240"/>
                  <a:pt x="626" y="1240"/>
                </a:cubicBezTo>
                <a:cubicBezTo>
                  <a:pt x="288" y="1240"/>
                  <a:pt x="1" y="992"/>
                  <a:pt x="1" y="625"/>
                </a:cubicBezTo>
                <a:cubicBezTo>
                  <a:pt x="1" y="288"/>
                  <a:pt x="288" y="1"/>
                  <a:pt x="626" y="1"/>
                </a:cubicBezTo>
                <a:cubicBezTo>
                  <a:pt x="992" y="1"/>
                  <a:pt x="1280" y="288"/>
                  <a:pt x="1280" y="62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8"/>
          <p:cNvSpPr/>
          <p:nvPr/>
        </p:nvSpPr>
        <p:spPr>
          <a:xfrm>
            <a:off x="8678449" y="1074326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0"/>
                </a:moveTo>
                <a:lnTo>
                  <a:pt x="5245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8"/>
          <p:cNvSpPr/>
          <p:nvPr/>
        </p:nvSpPr>
        <p:spPr>
          <a:xfrm>
            <a:off x="42365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8"/>
          <p:cNvSpPr/>
          <p:nvPr/>
        </p:nvSpPr>
        <p:spPr>
          <a:xfrm>
            <a:off x="-335450" y="482752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0" name="Google Shape;940;p58"/>
          <p:cNvGrpSpPr/>
          <p:nvPr/>
        </p:nvGrpSpPr>
        <p:grpSpPr>
          <a:xfrm rot="10800000">
            <a:off x="7545770" y="334618"/>
            <a:ext cx="1086673" cy="897677"/>
            <a:chOff x="6101758" y="2859784"/>
            <a:chExt cx="1222079" cy="1009533"/>
          </a:xfrm>
        </p:grpSpPr>
        <p:sp>
          <p:nvSpPr>
            <p:cNvPr id="941" name="Google Shape;941;p58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8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8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8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8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8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8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8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8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8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5"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9"/>
          <p:cNvSpPr txBox="1">
            <a:spLocks noGrp="1"/>
          </p:cNvSpPr>
          <p:nvPr>
            <p:ph type="ctrTitle"/>
          </p:nvPr>
        </p:nvSpPr>
        <p:spPr>
          <a:xfrm>
            <a:off x="4888784" y="1514475"/>
            <a:ext cx="3559800" cy="7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953" name="Google Shape;953;p59"/>
          <p:cNvSpPr txBox="1">
            <a:spLocks noGrp="1"/>
          </p:cNvSpPr>
          <p:nvPr>
            <p:ph type="subTitle" idx="1"/>
          </p:nvPr>
        </p:nvSpPr>
        <p:spPr>
          <a:xfrm>
            <a:off x="4888784" y="2559200"/>
            <a:ext cx="26742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54" name="Google Shape;954;p59"/>
          <p:cNvSpPr/>
          <p:nvPr/>
        </p:nvSpPr>
        <p:spPr>
          <a:xfrm flipH="1">
            <a:off x="4233359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9"/>
          <p:cNvSpPr/>
          <p:nvPr/>
        </p:nvSpPr>
        <p:spPr>
          <a:xfrm flipH="1">
            <a:off x="7921359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6" name="Google Shape;956;p59"/>
          <p:cNvGrpSpPr/>
          <p:nvPr/>
        </p:nvGrpSpPr>
        <p:grpSpPr>
          <a:xfrm flipH="1">
            <a:off x="-1" y="116972"/>
            <a:ext cx="8939573" cy="4824997"/>
            <a:chOff x="204436" y="116972"/>
            <a:chExt cx="8939573" cy="4824997"/>
          </a:xfrm>
        </p:grpSpPr>
        <p:sp>
          <p:nvSpPr>
            <p:cNvPr id="957" name="Google Shape;957;p59"/>
            <p:cNvSpPr/>
            <p:nvPr/>
          </p:nvSpPr>
          <p:spPr>
            <a:xfrm>
              <a:off x="13651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9"/>
            <p:cNvSpPr/>
            <p:nvPr/>
          </p:nvSpPr>
          <p:spPr>
            <a:xfrm>
              <a:off x="13329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9"/>
            <p:cNvSpPr/>
            <p:nvPr/>
          </p:nvSpPr>
          <p:spPr>
            <a:xfrm>
              <a:off x="645606" y="15453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9"/>
            <p:cNvSpPr/>
            <p:nvPr/>
          </p:nvSpPr>
          <p:spPr>
            <a:xfrm>
              <a:off x="4651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9"/>
            <p:cNvSpPr/>
            <p:nvPr/>
          </p:nvSpPr>
          <p:spPr>
            <a:xfrm>
              <a:off x="1196796" y="21624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9"/>
            <p:cNvSpPr/>
            <p:nvPr/>
          </p:nvSpPr>
          <p:spPr>
            <a:xfrm>
              <a:off x="1164536" y="21966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9"/>
            <p:cNvSpPr/>
            <p:nvPr/>
          </p:nvSpPr>
          <p:spPr>
            <a:xfrm>
              <a:off x="751845" y="27656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9"/>
            <p:cNvSpPr/>
            <p:nvPr/>
          </p:nvSpPr>
          <p:spPr>
            <a:xfrm>
              <a:off x="296803" y="23389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9"/>
            <p:cNvSpPr/>
            <p:nvPr/>
          </p:nvSpPr>
          <p:spPr>
            <a:xfrm>
              <a:off x="1236721" y="41826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9"/>
            <p:cNvSpPr/>
            <p:nvPr/>
          </p:nvSpPr>
          <p:spPr>
            <a:xfrm>
              <a:off x="1204461" y="42148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9"/>
            <p:cNvSpPr/>
            <p:nvPr/>
          </p:nvSpPr>
          <p:spPr>
            <a:xfrm>
              <a:off x="1921702" y="44887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9"/>
            <p:cNvSpPr/>
            <p:nvPr/>
          </p:nvSpPr>
          <p:spPr>
            <a:xfrm>
              <a:off x="2573013" y="46491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59"/>
            <p:cNvSpPr/>
            <p:nvPr/>
          </p:nvSpPr>
          <p:spPr>
            <a:xfrm>
              <a:off x="1168417" y="30941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9"/>
            <p:cNvSpPr/>
            <p:nvPr/>
          </p:nvSpPr>
          <p:spPr>
            <a:xfrm>
              <a:off x="1134264" y="31263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9"/>
            <p:cNvSpPr/>
            <p:nvPr/>
          </p:nvSpPr>
          <p:spPr>
            <a:xfrm>
              <a:off x="204436" y="34813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9"/>
            <p:cNvSpPr/>
            <p:nvPr/>
          </p:nvSpPr>
          <p:spPr>
            <a:xfrm>
              <a:off x="1170309" y="34871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9"/>
            <p:cNvSpPr/>
            <p:nvPr/>
          </p:nvSpPr>
          <p:spPr>
            <a:xfrm>
              <a:off x="535385" y="4925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9"/>
            <p:cNvSpPr/>
            <p:nvPr/>
          </p:nvSpPr>
          <p:spPr>
            <a:xfrm>
              <a:off x="3604861" y="46251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9"/>
            <p:cNvSpPr/>
            <p:nvPr/>
          </p:nvSpPr>
          <p:spPr>
            <a:xfrm>
              <a:off x="75786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9"/>
            <p:cNvSpPr/>
            <p:nvPr/>
          </p:nvSpPr>
          <p:spPr>
            <a:xfrm>
              <a:off x="7016767" y="48679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9"/>
            <p:cNvSpPr/>
            <p:nvPr/>
          </p:nvSpPr>
          <p:spPr>
            <a:xfrm>
              <a:off x="6982614" y="49001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9"/>
            <p:cNvSpPr/>
            <p:nvPr/>
          </p:nvSpPr>
          <p:spPr>
            <a:xfrm>
              <a:off x="8733761" y="4879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9"/>
            <p:cNvSpPr/>
            <p:nvPr/>
          </p:nvSpPr>
          <p:spPr>
            <a:xfrm>
              <a:off x="6104259" y="46512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9"/>
            <p:cNvSpPr/>
            <p:nvPr/>
          </p:nvSpPr>
          <p:spPr>
            <a:xfrm>
              <a:off x="6038357" y="48627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9"/>
            <p:cNvSpPr/>
            <p:nvPr/>
          </p:nvSpPr>
          <p:spPr>
            <a:xfrm>
              <a:off x="6006146" y="51994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9"/>
            <p:cNvSpPr/>
            <p:nvPr/>
          </p:nvSpPr>
          <p:spPr>
            <a:xfrm>
              <a:off x="5318831" y="127996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9"/>
            <p:cNvSpPr/>
            <p:nvPr/>
          </p:nvSpPr>
          <p:spPr>
            <a:xfrm>
              <a:off x="5138364" y="66232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9"/>
            <p:cNvSpPr/>
            <p:nvPr/>
          </p:nvSpPr>
          <p:spPr>
            <a:xfrm>
              <a:off x="5208610" y="22714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9"/>
            <p:cNvSpPr/>
            <p:nvPr/>
          </p:nvSpPr>
          <p:spPr>
            <a:xfrm>
              <a:off x="3260607" y="82612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9"/>
            <p:cNvSpPr/>
            <p:nvPr/>
          </p:nvSpPr>
          <p:spPr>
            <a:xfrm>
              <a:off x="3228396" y="85979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9"/>
            <p:cNvSpPr/>
            <p:nvPr/>
          </p:nvSpPr>
          <p:spPr>
            <a:xfrm>
              <a:off x="2360614" y="100217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9"/>
            <p:cNvSpPr/>
            <p:nvPr/>
          </p:nvSpPr>
          <p:spPr>
            <a:xfrm>
              <a:off x="2430860" y="56699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9"/>
            <p:cNvSpPr/>
            <p:nvPr/>
          </p:nvSpPr>
          <p:spPr>
            <a:xfrm>
              <a:off x="4670307" y="901338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9"/>
            <p:cNvSpPr/>
            <p:nvPr/>
          </p:nvSpPr>
          <p:spPr>
            <a:xfrm>
              <a:off x="4638096" y="935005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9"/>
            <p:cNvSpPr/>
            <p:nvPr/>
          </p:nvSpPr>
          <p:spPr>
            <a:xfrm>
              <a:off x="3770314" y="1077386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9"/>
            <p:cNvSpPr/>
            <p:nvPr/>
          </p:nvSpPr>
          <p:spPr>
            <a:xfrm>
              <a:off x="3840560" y="642210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9"/>
            <p:cNvSpPr/>
            <p:nvPr/>
          </p:nvSpPr>
          <p:spPr>
            <a:xfrm>
              <a:off x="7546857" y="37610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9"/>
            <p:cNvSpPr/>
            <p:nvPr/>
          </p:nvSpPr>
          <p:spPr>
            <a:xfrm>
              <a:off x="7514646" y="40976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9"/>
            <p:cNvSpPr/>
            <p:nvPr/>
          </p:nvSpPr>
          <p:spPr>
            <a:xfrm>
              <a:off x="6646864" y="55214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9"/>
            <p:cNvSpPr/>
            <p:nvPr/>
          </p:nvSpPr>
          <p:spPr>
            <a:xfrm>
              <a:off x="6717110" y="11697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9"/>
            <p:cNvSpPr/>
            <p:nvPr/>
          </p:nvSpPr>
          <p:spPr>
            <a:xfrm>
              <a:off x="91122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9"/>
            <p:cNvSpPr/>
            <p:nvPr/>
          </p:nvSpPr>
          <p:spPr>
            <a:xfrm>
              <a:off x="90800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9"/>
            <p:cNvSpPr/>
            <p:nvPr/>
          </p:nvSpPr>
          <p:spPr>
            <a:xfrm>
              <a:off x="82122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9"/>
            <p:cNvSpPr/>
            <p:nvPr/>
          </p:nvSpPr>
          <p:spPr>
            <a:xfrm>
              <a:off x="8282485" y="49252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9"/>
            <p:cNvSpPr/>
            <p:nvPr/>
          </p:nvSpPr>
          <p:spPr>
            <a:xfrm>
              <a:off x="8316617" y="462482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9"/>
            <p:cNvSpPr/>
            <p:nvPr/>
          </p:nvSpPr>
          <p:spPr>
            <a:xfrm>
              <a:off x="8282464" y="465703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9"/>
            <p:cNvSpPr/>
            <p:nvPr/>
          </p:nvSpPr>
          <p:spPr>
            <a:xfrm>
              <a:off x="47231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9"/>
            <p:cNvSpPr/>
            <p:nvPr/>
          </p:nvSpPr>
          <p:spPr>
            <a:xfrm>
              <a:off x="9074167" y="44107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9"/>
            <p:cNvSpPr/>
            <p:nvPr/>
          </p:nvSpPr>
          <p:spPr>
            <a:xfrm>
              <a:off x="9040014" y="44429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9"/>
            <p:cNvSpPr/>
            <p:nvPr/>
          </p:nvSpPr>
          <p:spPr>
            <a:xfrm>
              <a:off x="5290786" y="4797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9"/>
            <p:cNvSpPr/>
            <p:nvPr/>
          </p:nvSpPr>
          <p:spPr>
            <a:xfrm>
              <a:off x="6256659" y="48036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8" name="Google Shape;1008;p59"/>
          <p:cNvGrpSpPr/>
          <p:nvPr/>
        </p:nvGrpSpPr>
        <p:grpSpPr>
          <a:xfrm flipH="1">
            <a:off x="8307593" y="3253983"/>
            <a:ext cx="1190271" cy="1022535"/>
            <a:chOff x="7521697" y="2603884"/>
            <a:chExt cx="1473291" cy="1265671"/>
          </a:xfrm>
        </p:grpSpPr>
        <p:sp>
          <p:nvSpPr>
            <p:cNvPr id="1009" name="Google Shape;1009;p59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9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9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9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9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9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9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9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7" name="Google Shape;1017;p59"/>
          <p:cNvGrpSpPr/>
          <p:nvPr/>
        </p:nvGrpSpPr>
        <p:grpSpPr>
          <a:xfrm rot="10800000" flipH="1">
            <a:off x="7429090" y="340481"/>
            <a:ext cx="1086673" cy="897677"/>
            <a:chOff x="6101758" y="2859784"/>
            <a:chExt cx="1222079" cy="1009533"/>
          </a:xfrm>
        </p:grpSpPr>
        <p:sp>
          <p:nvSpPr>
            <p:cNvPr id="1018" name="Google Shape;1018;p59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9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9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9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9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9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9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9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9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9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0"/>
          <p:cNvSpPr/>
          <p:nvPr/>
        </p:nvSpPr>
        <p:spPr>
          <a:xfrm>
            <a:off x="4850657" y="158591"/>
            <a:ext cx="97900" cy="97906"/>
          </a:xfrm>
          <a:custGeom>
            <a:avLst/>
            <a:gdLst/>
            <a:ahLst/>
            <a:cxnLst/>
            <a:rect l="l" t="t" r="r" b="b"/>
            <a:pathLst>
              <a:path w="2321" h="2321" fill="none" extrusionOk="0">
                <a:moveTo>
                  <a:pt x="2320" y="1138"/>
                </a:moveTo>
                <a:cubicBezTo>
                  <a:pt x="2320" y="1797"/>
                  <a:pt x="1809" y="2320"/>
                  <a:pt x="1183" y="2320"/>
                </a:cubicBezTo>
                <a:cubicBezTo>
                  <a:pt x="524" y="2320"/>
                  <a:pt x="1" y="1797"/>
                  <a:pt x="1" y="1138"/>
                </a:cubicBezTo>
                <a:cubicBezTo>
                  <a:pt x="1" y="524"/>
                  <a:pt x="524" y="1"/>
                  <a:pt x="1183" y="1"/>
                </a:cubicBezTo>
                <a:cubicBezTo>
                  <a:pt x="1809" y="1"/>
                  <a:pt x="2320" y="524"/>
                  <a:pt x="2320" y="1138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60"/>
          <p:cNvSpPr/>
          <p:nvPr/>
        </p:nvSpPr>
        <p:spPr>
          <a:xfrm>
            <a:off x="224604" y="595773"/>
            <a:ext cx="153957" cy="152068"/>
          </a:xfrm>
          <a:custGeom>
            <a:avLst/>
            <a:gdLst/>
            <a:ahLst/>
            <a:cxnLst/>
            <a:rect l="l" t="t" r="r" b="b"/>
            <a:pathLst>
              <a:path w="3650" h="3605" fill="none" extrusionOk="0">
                <a:moveTo>
                  <a:pt x="3172" y="57"/>
                </a:moveTo>
                <a:lnTo>
                  <a:pt x="284" y="808"/>
                </a:lnTo>
                <a:cubicBezTo>
                  <a:pt x="46" y="910"/>
                  <a:pt x="0" y="1240"/>
                  <a:pt x="193" y="1478"/>
                </a:cubicBezTo>
                <a:lnTo>
                  <a:pt x="2274" y="3468"/>
                </a:lnTo>
                <a:cubicBezTo>
                  <a:pt x="2467" y="3604"/>
                  <a:pt x="2706" y="3559"/>
                  <a:pt x="2751" y="3320"/>
                </a:cubicBezTo>
                <a:lnTo>
                  <a:pt x="3559" y="569"/>
                </a:lnTo>
                <a:cubicBezTo>
                  <a:pt x="3650" y="285"/>
                  <a:pt x="3411" y="0"/>
                  <a:pt x="3172" y="57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60"/>
          <p:cNvSpPr/>
          <p:nvPr/>
        </p:nvSpPr>
        <p:spPr>
          <a:xfrm>
            <a:off x="8856445" y="1698803"/>
            <a:ext cx="143876" cy="158269"/>
          </a:xfrm>
          <a:custGeom>
            <a:avLst/>
            <a:gdLst/>
            <a:ahLst/>
            <a:cxnLst/>
            <a:rect l="l" t="t" r="r" b="b"/>
            <a:pathLst>
              <a:path w="3411" h="3752" fill="none" extrusionOk="0">
                <a:moveTo>
                  <a:pt x="3229" y="1899"/>
                </a:moveTo>
                <a:lnTo>
                  <a:pt x="807" y="148"/>
                </a:lnTo>
                <a:cubicBezTo>
                  <a:pt x="569" y="0"/>
                  <a:pt x="284" y="193"/>
                  <a:pt x="239" y="478"/>
                </a:cubicBezTo>
                <a:lnTo>
                  <a:pt x="0" y="3365"/>
                </a:lnTo>
                <a:cubicBezTo>
                  <a:pt x="0" y="3604"/>
                  <a:pt x="194" y="3752"/>
                  <a:pt x="432" y="3650"/>
                </a:cubicBezTo>
                <a:lnTo>
                  <a:pt x="3081" y="2513"/>
                </a:lnTo>
                <a:cubicBezTo>
                  <a:pt x="3320" y="2422"/>
                  <a:pt x="3411" y="2046"/>
                  <a:pt x="3229" y="1899"/>
                </a:cubicBezTo>
                <a:close/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60"/>
          <p:cNvSpPr/>
          <p:nvPr/>
        </p:nvSpPr>
        <p:spPr>
          <a:xfrm>
            <a:off x="238481" y="2048875"/>
            <a:ext cx="431628" cy="42"/>
          </a:xfrm>
          <a:custGeom>
            <a:avLst/>
            <a:gdLst/>
            <a:ahLst/>
            <a:cxnLst/>
            <a:rect l="l" t="t" r="r" b="b"/>
            <a:pathLst>
              <a:path w="10233" h="1" fill="none" extrusionOk="0">
                <a:moveTo>
                  <a:pt x="1" y="0"/>
                </a:moveTo>
                <a:lnTo>
                  <a:pt x="10233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60"/>
          <p:cNvSpPr/>
          <p:nvPr/>
        </p:nvSpPr>
        <p:spPr>
          <a:xfrm>
            <a:off x="7907395" y="1563059"/>
            <a:ext cx="267632" cy="42"/>
          </a:xfrm>
          <a:custGeom>
            <a:avLst/>
            <a:gdLst/>
            <a:ahLst/>
            <a:cxnLst/>
            <a:rect l="l" t="t" r="r" b="b"/>
            <a:pathLst>
              <a:path w="6345" h="1" fill="none" extrusionOk="0">
                <a:moveTo>
                  <a:pt x="1" y="1"/>
                </a:moveTo>
                <a:lnTo>
                  <a:pt x="6345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60"/>
          <p:cNvSpPr/>
          <p:nvPr/>
        </p:nvSpPr>
        <p:spPr>
          <a:xfrm>
            <a:off x="8239268" y="1563059"/>
            <a:ext cx="133837" cy="42"/>
          </a:xfrm>
          <a:custGeom>
            <a:avLst/>
            <a:gdLst/>
            <a:ahLst/>
            <a:cxnLst/>
            <a:rect l="l" t="t" r="r" b="b"/>
            <a:pathLst>
              <a:path w="3173" h="1" fill="none" extrusionOk="0">
                <a:moveTo>
                  <a:pt x="0" y="1"/>
                </a:moveTo>
                <a:lnTo>
                  <a:pt x="3172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60"/>
          <p:cNvSpPr/>
          <p:nvPr/>
        </p:nvSpPr>
        <p:spPr>
          <a:xfrm>
            <a:off x="3074073" y="290287"/>
            <a:ext cx="259955" cy="42"/>
          </a:xfrm>
          <a:custGeom>
            <a:avLst/>
            <a:gdLst/>
            <a:ahLst/>
            <a:cxnLst/>
            <a:rect l="l" t="t" r="r" b="b"/>
            <a:pathLst>
              <a:path w="6163" h="1" fill="none" extrusionOk="0">
                <a:moveTo>
                  <a:pt x="0" y="0"/>
                </a:moveTo>
                <a:lnTo>
                  <a:pt x="6162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60"/>
          <p:cNvSpPr/>
          <p:nvPr/>
        </p:nvSpPr>
        <p:spPr>
          <a:xfrm>
            <a:off x="1607601" y="84521"/>
            <a:ext cx="131897" cy="42"/>
          </a:xfrm>
          <a:custGeom>
            <a:avLst/>
            <a:gdLst/>
            <a:ahLst/>
            <a:cxnLst/>
            <a:rect l="l" t="t" r="r" b="b"/>
            <a:pathLst>
              <a:path w="3127" h="1" fill="none" extrusionOk="0">
                <a:moveTo>
                  <a:pt x="1" y="1"/>
                </a:moveTo>
                <a:lnTo>
                  <a:pt x="3127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60"/>
          <p:cNvSpPr/>
          <p:nvPr/>
        </p:nvSpPr>
        <p:spPr>
          <a:xfrm>
            <a:off x="524292" y="2150535"/>
            <a:ext cx="208158" cy="42"/>
          </a:xfrm>
          <a:custGeom>
            <a:avLst/>
            <a:gdLst/>
            <a:ahLst/>
            <a:cxnLst/>
            <a:rect l="l" t="t" r="r" b="b"/>
            <a:pathLst>
              <a:path w="4935" h="1" fill="none" extrusionOk="0">
                <a:moveTo>
                  <a:pt x="1" y="1"/>
                </a:moveTo>
                <a:lnTo>
                  <a:pt x="4935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60"/>
          <p:cNvSpPr/>
          <p:nvPr/>
        </p:nvSpPr>
        <p:spPr>
          <a:xfrm>
            <a:off x="1094018" y="318085"/>
            <a:ext cx="42" cy="83985"/>
          </a:xfrm>
          <a:custGeom>
            <a:avLst/>
            <a:gdLst/>
            <a:ahLst/>
            <a:cxnLst/>
            <a:rect l="l" t="t" r="r" b="b"/>
            <a:pathLst>
              <a:path w="1" h="1991" fill="none" extrusionOk="0">
                <a:moveTo>
                  <a:pt x="0" y="1"/>
                </a:moveTo>
                <a:lnTo>
                  <a:pt x="0" y="199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60"/>
          <p:cNvSpPr/>
          <p:nvPr/>
        </p:nvSpPr>
        <p:spPr>
          <a:xfrm>
            <a:off x="1051796" y="360310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0"/>
                </a:moveTo>
                <a:lnTo>
                  <a:pt x="1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60"/>
          <p:cNvSpPr/>
          <p:nvPr/>
        </p:nvSpPr>
        <p:spPr>
          <a:xfrm>
            <a:off x="1051796" y="360310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0"/>
                </a:moveTo>
                <a:lnTo>
                  <a:pt x="1" y="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60"/>
          <p:cNvSpPr/>
          <p:nvPr/>
        </p:nvSpPr>
        <p:spPr>
          <a:xfrm>
            <a:off x="8574936" y="1153510"/>
            <a:ext cx="42" cy="83985"/>
          </a:xfrm>
          <a:custGeom>
            <a:avLst/>
            <a:gdLst/>
            <a:ahLst/>
            <a:cxnLst/>
            <a:rect l="l" t="t" r="r" b="b"/>
            <a:pathLst>
              <a:path w="1" h="1991" fill="none" extrusionOk="0">
                <a:moveTo>
                  <a:pt x="1" y="0"/>
                </a:moveTo>
                <a:lnTo>
                  <a:pt x="1" y="1990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60"/>
          <p:cNvSpPr/>
          <p:nvPr/>
        </p:nvSpPr>
        <p:spPr>
          <a:xfrm>
            <a:off x="8530816" y="1195228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60"/>
          <p:cNvSpPr/>
          <p:nvPr/>
        </p:nvSpPr>
        <p:spPr>
          <a:xfrm>
            <a:off x="8530816" y="1195228"/>
            <a:ext cx="85878" cy="42"/>
          </a:xfrm>
          <a:custGeom>
            <a:avLst/>
            <a:gdLst/>
            <a:ahLst/>
            <a:cxnLst/>
            <a:rect l="l" t="t" r="r" b="b"/>
            <a:pathLst>
              <a:path w="2036" h="1" fill="none" extrusionOk="0">
                <a:moveTo>
                  <a:pt x="2036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60"/>
          <p:cNvSpPr/>
          <p:nvPr/>
        </p:nvSpPr>
        <p:spPr>
          <a:xfrm>
            <a:off x="3723350" y="3243484"/>
            <a:ext cx="42" cy="64328"/>
          </a:xfrm>
          <a:custGeom>
            <a:avLst/>
            <a:gdLst/>
            <a:ahLst/>
            <a:cxnLst/>
            <a:rect l="l" t="t" r="r" b="b"/>
            <a:pathLst>
              <a:path w="1" h="1525" fill="none" extrusionOk="0">
                <a:moveTo>
                  <a:pt x="1" y="1"/>
                </a:moveTo>
                <a:lnTo>
                  <a:pt x="1" y="1524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0"/>
          <p:cNvSpPr/>
          <p:nvPr/>
        </p:nvSpPr>
        <p:spPr>
          <a:xfrm>
            <a:off x="3691251" y="3275627"/>
            <a:ext cx="66223" cy="42"/>
          </a:xfrm>
          <a:custGeom>
            <a:avLst/>
            <a:gdLst/>
            <a:ahLst/>
            <a:cxnLst/>
            <a:rect l="l" t="t" r="r" b="b"/>
            <a:pathLst>
              <a:path w="1570" h="1" fill="none" extrusionOk="0">
                <a:moveTo>
                  <a:pt x="156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60"/>
          <p:cNvSpPr/>
          <p:nvPr/>
        </p:nvSpPr>
        <p:spPr>
          <a:xfrm>
            <a:off x="2946015" y="4536419"/>
            <a:ext cx="42" cy="63822"/>
          </a:xfrm>
          <a:custGeom>
            <a:avLst/>
            <a:gdLst/>
            <a:ahLst/>
            <a:cxnLst/>
            <a:rect l="l" t="t" r="r" b="b"/>
            <a:pathLst>
              <a:path w="1" h="1513" fill="none" extrusionOk="0">
                <a:moveTo>
                  <a:pt x="1" y="1"/>
                </a:moveTo>
                <a:lnTo>
                  <a:pt x="1" y="1513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60"/>
          <p:cNvSpPr/>
          <p:nvPr/>
        </p:nvSpPr>
        <p:spPr>
          <a:xfrm>
            <a:off x="2911976" y="4568563"/>
            <a:ext cx="66223" cy="42"/>
          </a:xfrm>
          <a:custGeom>
            <a:avLst/>
            <a:gdLst/>
            <a:ahLst/>
            <a:cxnLst/>
            <a:rect l="l" t="t" r="r" b="b"/>
            <a:pathLst>
              <a:path w="1570" h="1" fill="none" extrusionOk="0">
                <a:moveTo>
                  <a:pt x="156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0"/>
          <p:cNvSpPr/>
          <p:nvPr/>
        </p:nvSpPr>
        <p:spPr>
          <a:xfrm>
            <a:off x="6013218" y="4588220"/>
            <a:ext cx="59980" cy="62388"/>
          </a:xfrm>
          <a:custGeom>
            <a:avLst/>
            <a:gdLst/>
            <a:ahLst/>
            <a:cxnLst/>
            <a:rect l="l" t="t" r="r" b="b"/>
            <a:pathLst>
              <a:path w="1422" h="1479" fill="none" extrusionOk="0">
                <a:moveTo>
                  <a:pt x="1421" y="717"/>
                </a:moveTo>
                <a:cubicBezTo>
                  <a:pt x="1421" y="1137"/>
                  <a:pt x="1137" y="1478"/>
                  <a:pt x="716" y="1478"/>
                </a:cubicBezTo>
                <a:cubicBezTo>
                  <a:pt x="330" y="1478"/>
                  <a:pt x="0" y="1137"/>
                  <a:pt x="0" y="717"/>
                </a:cubicBezTo>
                <a:cubicBezTo>
                  <a:pt x="0" y="342"/>
                  <a:pt x="330" y="0"/>
                  <a:pt x="716" y="0"/>
                </a:cubicBezTo>
                <a:cubicBezTo>
                  <a:pt x="1137" y="0"/>
                  <a:pt x="1421" y="342"/>
                  <a:pt x="1421" y="717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0"/>
          <p:cNvSpPr/>
          <p:nvPr/>
        </p:nvSpPr>
        <p:spPr>
          <a:xfrm>
            <a:off x="2080903" y="1701165"/>
            <a:ext cx="70061" cy="42"/>
          </a:xfrm>
          <a:custGeom>
            <a:avLst/>
            <a:gdLst/>
            <a:ahLst/>
            <a:cxnLst/>
            <a:rect l="l" t="t" r="r" b="b"/>
            <a:pathLst>
              <a:path w="1661" h="1" fill="none" extrusionOk="0">
                <a:moveTo>
                  <a:pt x="1" y="1"/>
                </a:moveTo>
                <a:lnTo>
                  <a:pt x="166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60"/>
          <p:cNvSpPr/>
          <p:nvPr/>
        </p:nvSpPr>
        <p:spPr>
          <a:xfrm>
            <a:off x="1805172" y="1824928"/>
            <a:ext cx="42" cy="46063"/>
          </a:xfrm>
          <a:custGeom>
            <a:avLst/>
            <a:gdLst/>
            <a:ahLst/>
            <a:cxnLst/>
            <a:rect l="l" t="t" r="r" b="b"/>
            <a:pathLst>
              <a:path w="1" h="1092" fill="none" extrusionOk="0">
                <a:moveTo>
                  <a:pt x="1" y="0"/>
                </a:moveTo>
                <a:lnTo>
                  <a:pt x="1" y="1092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60"/>
          <p:cNvSpPr/>
          <p:nvPr/>
        </p:nvSpPr>
        <p:spPr>
          <a:xfrm>
            <a:off x="1783112" y="1848888"/>
            <a:ext cx="46103" cy="42"/>
          </a:xfrm>
          <a:custGeom>
            <a:avLst/>
            <a:gdLst/>
            <a:ahLst/>
            <a:cxnLst/>
            <a:rect l="l" t="t" r="r" b="b"/>
            <a:pathLst>
              <a:path w="1093" h="1" fill="none" extrusionOk="0">
                <a:moveTo>
                  <a:pt x="1092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60"/>
          <p:cNvSpPr/>
          <p:nvPr/>
        </p:nvSpPr>
        <p:spPr>
          <a:xfrm>
            <a:off x="1783112" y="1848888"/>
            <a:ext cx="46103" cy="42"/>
          </a:xfrm>
          <a:custGeom>
            <a:avLst/>
            <a:gdLst/>
            <a:ahLst/>
            <a:cxnLst/>
            <a:rect l="l" t="t" r="r" b="b"/>
            <a:pathLst>
              <a:path w="1093" h="1" fill="none" extrusionOk="0">
                <a:moveTo>
                  <a:pt x="1092" y="1"/>
                </a:moveTo>
                <a:lnTo>
                  <a:pt x="1" y="1"/>
                </a:lnTo>
              </a:path>
            </a:pathLst>
          </a:custGeom>
          <a:noFill/>
          <a:ln w="9525" cap="rnd" cmpd="sng">
            <a:solidFill>
              <a:srgbClr val="B8C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60"/>
          <p:cNvSpPr/>
          <p:nvPr/>
        </p:nvSpPr>
        <p:spPr>
          <a:xfrm>
            <a:off x="2614649" y="2816303"/>
            <a:ext cx="63818" cy="20205"/>
          </a:xfrm>
          <a:custGeom>
            <a:avLst/>
            <a:gdLst/>
            <a:ahLst/>
            <a:cxnLst/>
            <a:rect l="l" t="t" r="r" b="b"/>
            <a:pathLst>
              <a:path w="1513" h="479" fill="none" extrusionOk="0">
                <a:moveTo>
                  <a:pt x="1" y="478"/>
                </a:moveTo>
                <a:cubicBezTo>
                  <a:pt x="421" y="46"/>
                  <a:pt x="990" y="1"/>
                  <a:pt x="1513" y="1"/>
                </a:cubicBezTo>
              </a:path>
            </a:pathLst>
          </a:custGeom>
          <a:noFill/>
          <a:ln w="9525" cap="flat" cmpd="sng">
            <a:solidFill>
              <a:srgbClr val="C56047"/>
            </a:solidFill>
            <a:prstDash val="solid"/>
            <a:miter lim="113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60"/>
          <p:cNvSpPr txBox="1"/>
          <p:nvPr/>
        </p:nvSpPr>
        <p:spPr>
          <a:xfrm>
            <a:off x="3072000" y="3200400"/>
            <a:ext cx="30000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200" b="1" i="0" u="none" strike="noStrike" cap="non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200" b="1" i="0" u="none" strike="noStrike" cap="non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 i="0" u="none" strike="noStrike" cap="non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0" i="0" u="none" strike="noStrike" cap="non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5" name="Google Shape;1055;p60"/>
          <p:cNvSpPr/>
          <p:nvPr/>
        </p:nvSpPr>
        <p:spPr>
          <a:xfrm flipH="1">
            <a:off x="7056175" y="158600"/>
            <a:ext cx="27072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60"/>
          <p:cNvSpPr/>
          <p:nvPr/>
        </p:nvSpPr>
        <p:spPr>
          <a:xfrm flipH="1">
            <a:off x="-464575" y="938650"/>
            <a:ext cx="2293800" cy="675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0"/>
          <p:cNvSpPr/>
          <p:nvPr/>
        </p:nvSpPr>
        <p:spPr>
          <a:xfrm flipH="1">
            <a:off x="334575" y="4932025"/>
            <a:ext cx="3323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60"/>
          <p:cNvSpPr/>
          <p:nvPr/>
        </p:nvSpPr>
        <p:spPr>
          <a:xfrm flipH="1">
            <a:off x="5363775" y="4932025"/>
            <a:ext cx="3323100" cy="669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60"/>
          <p:cNvSpPr txBox="1">
            <a:spLocks noGrp="1"/>
          </p:cNvSpPr>
          <p:nvPr>
            <p:ph type="subTitle" idx="1"/>
          </p:nvPr>
        </p:nvSpPr>
        <p:spPr>
          <a:xfrm>
            <a:off x="2314575" y="1608233"/>
            <a:ext cx="45435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4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60"/>
          <p:cNvSpPr txBox="1">
            <a:spLocks noGrp="1"/>
          </p:cNvSpPr>
          <p:nvPr>
            <p:ph type="title"/>
          </p:nvPr>
        </p:nvSpPr>
        <p:spPr>
          <a:xfrm>
            <a:off x="2276400" y="826025"/>
            <a:ext cx="45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sz="3000" b="1"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61"/>
          <p:cNvSpPr/>
          <p:nvPr/>
        </p:nvSpPr>
        <p:spPr>
          <a:xfrm rot="10800000" flipH="1">
            <a:off x="7918898" y="4118886"/>
            <a:ext cx="49" cy="64036"/>
          </a:xfrm>
          <a:custGeom>
            <a:avLst/>
            <a:gdLst/>
            <a:ahLst/>
            <a:cxnLst/>
            <a:rect l="l" t="t" r="r" b="b"/>
            <a:pathLst>
              <a:path w="1" h="1320" fill="none" extrusionOk="0">
                <a:moveTo>
                  <a:pt x="1" y="0"/>
                </a:moveTo>
                <a:lnTo>
                  <a:pt x="1" y="131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61"/>
          <p:cNvSpPr/>
          <p:nvPr/>
        </p:nvSpPr>
        <p:spPr>
          <a:xfrm rot="10800000" flipH="1">
            <a:off x="8882878" y="1863923"/>
            <a:ext cx="49" cy="36142"/>
          </a:xfrm>
          <a:custGeom>
            <a:avLst/>
            <a:gdLst/>
            <a:ahLst/>
            <a:cxnLst/>
            <a:rect l="l" t="t" r="r" b="b"/>
            <a:pathLst>
              <a:path w="1" h="745" fill="none" extrusionOk="0">
                <a:moveTo>
                  <a:pt x="0" y="1"/>
                </a:moveTo>
                <a:lnTo>
                  <a:pt x="0" y="744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1"/>
          <p:cNvSpPr/>
          <p:nvPr/>
        </p:nvSpPr>
        <p:spPr>
          <a:xfrm rot="10800000" flipH="1">
            <a:off x="8864589" y="1882213"/>
            <a:ext cx="38034" cy="49"/>
          </a:xfrm>
          <a:custGeom>
            <a:avLst/>
            <a:gdLst/>
            <a:ahLst/>
            <a:cxnLst/>
            <a:rect l="l" t="t" r="r" b="b"/>
            <a:pathLst>
              <a:path w="784" h="1" fill="none" extrusionOk="0">
                <a:moveTo>
                  <a:pt x="784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1"/>
          <p:cNvSpPr/>
          <p:nvPr/>
        </p:nvSpPr>
        <p:spPr>
          <a:xfrm rot="10800000" flipH="1">
            <a:off x="298332" y="4724471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1" y="0"/>
                </a:moveTo>
                <a:lnTo>
                  <a:pt x="1" y="1359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1"/>
          <p:cNvSpPr/>
          <p:nvPr/>
        </p:nvSpPr>
        <p:spPr>
          <a:xfrm rot="10800000" flipH="1">
            <a:off x="266121" y="4756684"/>
            <a:ext cx="63988" cy="49"/>
          </a:xfrm>
          <a:custGeom>
            <a:avLst/>
            <a:gdLst/>
            <a:ahLst/>
            <a:cxnLst/>
            <a:rect l="l" t="t" r="r" b="b"/>
            <a:pathLst>
              <a:path w="1319" h="1" fill="none" extrusionOk="0">
                <a:moveTo>
                  <a:pt x="1319" y="1"/>
                </a:moveTo>
                <a:lnTo>
                  <a:pt x="0" y="1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1"/>
          <p:cNvSpPr/>
          <p:nvPr/>
        </p:nvSpPr>
        <p:spPr>
          <a:xfrm rot="10800000" flipH="1">
            <a:off x="8866530" y="2555650"/>
            <a:ext cx="34201" cy="36093"/>
          </a:xfrm>
          <a:custGeom>
            <a:avLst/>
            <a:gdLst/>
            <a:ahLst/>
            <a:cxnLst/>
            <a:rect l="l" t="t" r="r" b="b"/>
            <a:pathLst>
              <a:path w="705" h="744" fill="none" extrusionOk="0">
                <a:moveTo>
                  <a:pt x="704" y="377"/>
                </a:moveTo>
                <a:cubicBezTo>
                  <a:pt x="704" y="575"/>
                  <a:pt x="545" y="744"/>
                  <a:pt x="337" y="744"/>
                </a:cubicBezTo>
                <a:cubicBezTo>
                  <a:pt x="129" y="744"/>
                  <a:pt x="0" y="575"/>
                  <a:pt x="0" y="377"/>
                </a:cubicBezTo>
                <a:cubicBezTo>
                  <a:pt x="0" y="169"/>
                  <a:pt x="129" y="0"/>
                  <a:pt x="337" y="0"/>
                </a:cubicBezTo>
                <a:cubicBezTo>
                  <a:pt x="545" y="0"/>
                  <a:pt x="704" y="169"/>
                  <a:pt x="704" y="377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61"/>
          <p:cNvSpPr/>
          <p:nvPr/>
        </p:nvSpPr>
        <p:spPr>
          <a:xfrm rot="10800000" flipH="1">
            <a:off x="645606" y="3401211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55"/>
                </a:moveTo>
                <a:cubicBezTo>
                  <a:pt x="1240" y="992"/>
                  <a:pt x="992" y="1279"/>
                  <a:pt x="616" y="1279"/>
                </a:cubicBezTo>
                <a:cubicBezTo>
                  <a:pt x="288" y="1279"/>
                  <a:pt x="1" y="992"/>
                  <a:pt x="1" y="655"/>
                </a:cubicBezTo>
                <a:cubicBezTo>
                  <a:pt x="1" y="288"/>
                  <a:pt x="288" y="0"/>
                  <a:pt x="616" y="0"/>
                </a:cubicBezTo>
                <a:cubicBezTo>
                  <a:pt x="992" y="0"/>
                  <a:pt x="1240" y="288"/>
                  <a:pt x="1240" y="65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1"/>
          <p:cNvSpPr/>
          <p:nvPr/>
        </p:nvSpPr>
        <p:spPr>
          <a:xfrm rot="10800000" flipH="1">
            <a:off x="465139" y="4080903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9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1"/>
          <p:cNvSpPr/>
          <p:nvPr/>
        </p:nvSpPr>
        <p:spPr>
          <a:xfrm rot="10800000" flipH="1">
            <a:off x="8245486" y="3178651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1"/>
                </a:moveTo>
                <a:lnTo>
                  <a:pt x="5245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61"/>
          <p:cNvSpPr/>
          <p:nvPr/>
        </p:nvSpPr>
        <p:spPr>
          <a:xfrm rot="10800000" flipH="1">
            <a:off x="8698145" y="1144836"/>
            <a:ext cx="34201" cy="36142"/>
          </a:xfrm>
          <a:custGeom>
            <a:avLst/>
            <a:gdLst/>
            <a:ahLst/>
            <a:cxnLst/>
            <a:rect l="l" t="t" r="r" b="b"/>
            <a:pathLst>
              <a:path w="705" h="745" fill="none" extrusionOk="0">
                <a:moveTo>
                  <a:pt x="705" y="378"/>
                </a:moveTo>
                <a:cubicBezTo>
                  <a:pt x="705" y="586"/>
                  <a:pt x="546" y="745"/>
                  <a:pt x="338" y="745"/>
                </a:cubicBezTo>
                <a:cubicBezTo>
                  <a:pt x="130" y="745"/>
                  <a:pt x="1" y="586"/>
                  <a:pt x="1" y="378"/>
                </a:cubicBezTo>
                <a:cubicBezTo>
                  <a:pt x="1" y="170"/>
                  <a:pt x="130" y="1"/>
                  <a:pt x="338" y="1"/>
                </a:cubicBezTo>
                <a:cubicBezTo>
                  <a:pt x="546" y="1"/>
                  <a:pt x="705" y="170"/>
                  <a:pt x="705" y="378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61"/>
          <p:cNvSpPr/>
          <p:nvPr/>
        </p:nvSpPr>
        <p:spPr>
          <a:xfrm rot="10800000" flipH="1">
            <a:off x="751845" y="2180946"/>
            <a:ext cx="60156" cy="62096"/>
          </a:xfrm>
          <a:custGeom>
            <a:avLst/>
            <a:gdLst/>
            <a:ahLst/>
            <a:cxnLst/>
            <a:rect l="l" t="t" r="r" b="b"/>
            <a:pathLst>
              <a:path w="1240" h="1280" fill="none" extrusionOk="0">
                <a:moveTo>
                  <a:pt x="1240" y="665"/>
                </a:moveTo>
                <a:cubicBezTo>
                  <a:pt x="1240" y="992"/>
                  <a:pt x="992" y="1280"/>
                  <a:pt x="615" y="1280"/>
                </a:cubicBezTo>
                <a:cubicBezTo>
                  <a:pt x="288" y="1280"/>
                  <a:pt x="0" y="992"/>
                  <a:pt x="0" y="665"/>
                </a:cubicBezTo>
                <a:cubicBezTo>
                  <a:pt x="0" y="288"/>
                  <a:pt x="288" y="1"/>
                  <a:pt x="615" y="1"/>
                </a:cubicBezTo>
                <a:cubicBezTo>
                  <a:pt x="992" y="1"/>
                  <a:pt x="1240" y="288"/>
                  <a:pt x="1240" y="665"/>
                </a:cubicBezTo>
                <a:close/>
              </a:path>
            </a:pathLst>
          </a:custGeom>
          <a:noFill/>
          <a:ln w="9525" cap="flat" cmpd="sng">
            <a:solidFill>
              <a:srgbClr val="E8ECF8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1"/>
          <p:cNvSpPr/>
          <p:nvPr/>
        </p:nvSpPr>
        <p:spPr>
          <a:xfrm rot="10800000" flipH="1">
            <a:off x="296803" y="2669604"/>
            <a:ext cx="348805" cy="49"/>
          </a:xfrm>
          <a:custGeom>
            <a:avLst/>
            <a:gdLst/>
            <a:ahLst/>
            <a:cxnLst/>
            <a:rect l="l" t="t" r="r" b="b"/>
            <a:pathLst>
              <a:path w="7190" h="1" fill="none" extrusionOk="0">
                <a:moveTo>
                  <a:pt x="1" y="0"/>
                </a:moveTo>
                <a:lnTo>
                  <a:pt x="7189" y="0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1"/>
          <p:cNvSpPr/>
          <p:nvPr/>
        </p:nvSpPr>
        <p:spPr>
          <a:xfrm rot="10800000" flipH="1">
            <a:off x="7864565" y="1825939"/>
            <a:ext cx="168387" cy="49"/>
          </a:xfrm>
          <a:custGeom>
            <a:avLst/>
            <a:gdLst/>
            <a:ahLst/>
            <a:cxnLst/>
            <a:rect l="l" t="t" r="r" b="b"/>
            <a:pathLst>
              <a:path w="3471" h="1" fill="none" extrusionOk="0">
                <a:moveTo>
                  <a:pt x="1" y="0"/>
                </a:moveTo>
                <a:lnTo>
                  <a:pt x="3471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1"/>
          <p:cNvSpPr/>
          <p:nvPr/>
        </p:nvSpPr>
        <p:spPr>
          <a:xfrm rot="10800000" flipH="1">
            <a:off x="1236721" y="760042"/>
            <a:ext cx="49" cy="65928"/>
          </a:xfrm>
          <a:custGeom>
            <a:avLst/>
            <a:gdLst/>
            <a:ahLst/>
            <a:cxnLst/>
            <a:rect l="l" t="t" r="r" b="b"/>
            <a:pathLst>
              <a:path w="1" h="1359" fill="none" extrusionOk="0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1"/>
          <p:cNvSpPr/>
          <p:nvPr/>
        </p:nvSpPr>
        <p:spPr>
          <a:xfrm rot="10800000" flipH="1">
            <a:off x="1204461" y="793710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1"/>
          <p:cNvSpPr/>
          <p:nvPr/>
        </p:nvSpPr>
        <p:spPr>
          <a:xfrm rot="10800000" flipH="1">
            <a:off x="7698120" y="513264"/>
            <a:ext cx="60204" cy="62096"/>
          </a:xfrm>
          <a:custGeom>
            <a:avLst/>
            <a:gdLst/>
            <a:ahLst/>
            <a:cxnLst/>
            <a:rect l="l" t="t" r="r" b="b"/>
            <a:pathLst>
              <a:path w="1241" h="1280" fill="none" extrusionOk="0">
                <a:moveTo>
                  <a:pt x="1240" y="615"/>
                </a:moveTo>
                <a:cubicBezTo>
                  <a:pt x="1240" y="992"/>
                  <a:pt x="992" y="1279"/>
                  <a:pt x="62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25" y="0"/>
                </a:cubicBezTo>
                <a:cubicBezTo>
                  <a:pt x="992" y="0"/>
                  <a:pt x="1240" y="288"/>
                  <a:pt x="1240" y="615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61"/>
          <p:cNvSpPr/>
          <p:nvPr/>
        </p:nvSpPr>
        <p:spPr>
          <a:xfrm rot="10800000" flipH="1">
            <a:off x="7742412" y="78454"/>
            <a:ext cx="49" cy="63988"/>
          </a:xfrm>
          <a:custGeom>
            <a:avLst/>
            <a:gdLst/>
            <a:ahLst/>
            <a:cxnLst/>
            <a:rect l="l" t="t" r="r" b="b"/>
            <a:pathLst>
              <a:path w="1" h="1319" fill="none" extrusionOk="0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61"/>
          <p:cNvSpPr/>
          <p:nvPr/>
        </p:nvSpPr>
        <p:spPr>
          <a:xfrm rot="10800000" flipH="1">
            <a:off x="7710151" y="110667"/>
            <a:ext cx="64522" cy="49"/>
          </a:xfrm>
          <a:custGeom>
            <a:avLst/>
            <a:gdLst/>
            <a:ahLst/>
            <a:cxnLst/>
            <a:rect l="l" t="t" r="r" b="b"/>
            <a:pathLst>
              <a:path w="1330" h="1" fill="none" extrusionOk="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1"/>
          <p:cNvSpPr/>
          <p:nvPr/>
        </p:nvSpPr>
        <p:spPr>
          <a:xfrm rot="10800000" flipH="1">
            <a:off x="8499974" y="805740"/>
            <a:ext cx="60204" cy="62581"/>
          </a:xfrm>
          <a:custGeom>
            <a:avLst/>
            <a:gdLst/>
            <a:ahLst/>
            <a:cxnLst/>
            <a:rect l="l" t="t" r="r" b="b"/>
            <a:pathLst>
              <a:path w="1241" h="1290" fill="none" extrusionOk="0">
                <a:moveTo>
                  <a:pt x="1240" y="626"/>
                </a:moveTo>
                <a:cubicBezTo>
                  <a:pt x="1240" y="992"/>
                  <a:pt x="992" y="1290"/>
                  <a:pt x="615" y="1290"/>
                </a:cubicBezTo>
                <a:cubicBezTo>
                  <a:pt x="288" y="1290"/>
                  <a:pt x="1" y="992"/>
                  <a:pt x="1" y="626"/>
                </a:cubicBezTo>
                <a:cubicBezTo>
                  <a:pt x="1" y="298"/>
                  <a:pt x="288" y="1"/>
                  <a:pt x="615" y="1"/>
                </a:cubicBezTo>
                <a:cubicBezTo>
                  <a:pt x="992" y="1"/>
                  <a:pt x="1240" y="298"/>
                  <a:pt x="1240" y="626"/>
                </a:cubicBezTo>
                <a:close/>
              </a:path>
            </a:pathLst>
          </a:custGeom>
          <a:noFill/>
          <a:ln w="9525" cap="flat" cmpd="sng">
            <a:solidFill>
              <a:srgbClr val="4B54A1"/>
            </a:solidFill>
            <a:prstDash val="solid"/>
            <a:miter lim="9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61"/>
          <p:cNvSpPr/>
          <p:nvPr/>
        </p:nvSpPr>
        <p:spPr>
          <a:xfrm rot="10800000" flipH="1">
            <a:off x="8880938" y="1380990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5"/>
                </a:moveTo>
                <a:cubicBezTo>
                  <a:pt x="1280" y="992"/>
                  <a:pt x="992" y="1279"/>
                  <a:pt x="65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55" y="0"/>
                </a:cubicBezTo>
                <a:cubicBezTo>
                  <a:pt x="992" y="0"/>
                  <a:pt x="1280" y="288"/>
                  <a:pt x="1280" y="61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1"/>
          <p:cNvSpPr/>
          <p:nvPr/>
        </p:nvSpPr>
        <p:spPr>
          <a:xfrm rot="10800000" flipH="1">
            <a:off x="204436" y="1465206"/>
            <a:ext cx="62096" cy="62096"/>
          </a:xfrm>
          <a:custGeom>
            <a:avLst/>
            <a:gdLst/>
            <a:ahLst/>
            <a:cxnLst/>
            <a:rect l="l" t="t" r="r" b="b"/>
            <a:pathLst>
              <a:path w="1280" h="1280" fill="none" extrusionOk="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61"/>
          <p:cNvSpPr/>
          <p:nvPr/>
        </p:nvSpPr>
        <p:spPr>
          <a:xfrm rot="10800000" flipH="1">
            <a:off x="8541840" y="1581587"/>
            <a:ext cx="236692" cy="49"/>
          </a:xfrm>
          <a:custGeom>
            <a:avLst/>
            <a:gdLst/>
            <a:ahLst/>
            <a:cxnLst/>
            <a:rect l="l" t="t" r="r" b="b"/>
            <a:pathLst>
              <a:path w="4879" h="1" fill="none" extrusionOk="0">
                <a:moveTo>
                  <a:pt x="4879" y="0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61"/>
          <p:cNvSpPr/>
          <p:nvPr/>
        </p:nvSpPr>
        <p:spPr>
          <a:xfrm rot="10800000" flipH="1">
            <a:off x="8639425" y="4924745"/>
            <a:ext cx="62096" cy="60156"/>
          </a:xfrm>
          <a:custGeom>
            <a:avLst/>
            <a:gdLst/>
            <a:ahLst/>
            <a:cxnLst/>
            <a:rect l="l" t="t" r="r" b="b"/>
            <a:pathLst>
              <a:path w="1280" h="1240" fill="none" extrusionOk="0">
                <a:moveTo>
                  <a:pt x="1280" y="625"/>
                </a:moveTo>
                <a:cubicBezTo>
                  <a:pt x="1280" y="992"/>
                  <a:pt x="992" y="1240"/>
                  <a:pt x="626" y="1240"/>
                </a:cubicBezTo>
                <a:cubicBezTo>
                  <a:pt x="288" y="1240"/>
                  <a:pt x="1" y="992"/>
                  <a:pt x="1" y="625"/>
                </a:cubicBezTo>
                <a:cubicBezTo>
                  <a:pt x="1" y="288"/>
                  <a:pt x="288" y="1"/>
                  <a:pt x="626" y="1"/>
                </a:cubicBezTo>
                <a:cubicBezTo>
                  <a:pt x="992" y="1"/>
                  <a:pt x="1280" y="288"/>
                  <a:pt x="1280" y="625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1"/>
          <p:cNvSpPr/>
          <p:nvPr/>
        </p:nvSpPr>
        <p:spPr>
          <a:xfrm rot="10800000" flipH="1">
            <a:off x="8678449" y="4086676"/>
            <a:ext cx="254497" cy="49"/>
          </a:xfrm>
          <a:custGeom>
            <a:avLst/>
            <a:gdLst/>
            <a:ahLst/>
            <a:cxnLst/>
            <a:rect l="l" t="t" r="r" b="b"/>
            <a:pathLst>
              <a:path w="5246" h="1" fill="none" extrusionOk="0">
                <a:moveTo>
                  <a:pt x="0" y="0"/>
                </a:moveTo>
                <a:lnTo>
                  <a:pt x="5245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61"/>
          <p:cNvSpPr/>
          <p:nvPr/>
        </p:nvSpPr>
        <p:spPr>
          <a:xfrm rot="10800000" flipH="1">
            <a:off x="4236550" y="482752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61"/>
          <p:cNvSpPr/>
          <p:nvPr/>
        </p:nvSpPr>
        <p:spPr>
          <a:xfrm rot="10800000" flipH="1">
            <a:off x="-3354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8" name="Google Shape;1088;p61"/>
          <p:cNvGrpSpPr/>
          <p:nvPr/>
        </p:nvGrpSpPr>
        <p:grpSpPr>
          <a:xfrm flipH="1">
            <a:off x="7545770" y="3928755"/>
            <a:ext cx="1086673" cy="897677"/>
            <a:chOff x="6101758" y="2859784"/>
            <a:chExt cx="1222079" cy="1009533"/>
          </a:xfrm>
        </p:grpSpPr>
        <p:sp>
          <p:nvSpPr>
            <p:cNvPr id="1089" name="Google Shape;1089;p61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61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1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1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61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61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61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1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1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1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"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" name="Google Shape;1100;p62"/>
          <p:cNvGrpSpPr/>
          <p:nvPr/>
        </p:nvGrpSpPr>
        <p:grpSpPr>
          <a:xfrm flipH="1">
            <a:off x="99224" y="176149"/>
            <a:ext cx="8738598" cy="4906447"/>
            <a:chOff x="204436" y="176149"/>
            <a:chExt cx="8738598" cy="4906447"/>
          </a:xfrm>
        </p:grpSpPr>
        <p:sp>
          <p:nvSpPr>
            <p:cNvPr id="1101" name="Google Shape;1101;p62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62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62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62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62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2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2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2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62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62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2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2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62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62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62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2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62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62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2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62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62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62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62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4" name="Google Shape;1124;p62"/>
          <p:cNvSpPr/>
          <p:nvPr/>
        </p:nvSpPr>
        <p:spPr>
          <a:xfrm flipH="1">
            <a:off x="7356334" y="792847"/>
            <a:ext cx="1891500" cy="560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62"/>
          <p:cNvSpPr/>
          <p:nvPr/>
        </p:nvSpPr>
        <p:spPr>
          <a:xfrm>
            <a:off x="680434" y="4932025"/>
            <a:ext cx="7255800" cy="669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6" name="Google Shape;1126;p62"/>
          <p:cNvGrpSpPr/>
          <p:nvPr/>
        </p:nvGrpSpPr>
        <p:grpSpPr>
          <a:xfrm flipH="1">
            <a:off x="7737387" y="58110"/>
            <a:ext cx="889429" cy="734738"/>
            <a:chOff x="6101758" y="2859784"/>
            <a:chExt cx="1222079" cy="1009533"/>
          </a:xfrm>
        </p:grpSpPr>
        <p:sp>
          <p:nvSpPr>
            <p:cNvPr id="1127" name="Google Shape;1127;p62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62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2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62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62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62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62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62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62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62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3"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63"/>
          <p:cNvGrpSpPr/>
          <p:nvPr/>
        </p:nvGrpSpPr>
        <p:grpSpPr>
          <a:xfrm flipH="1">
            <a:off x="99224" y="176149"/>
            <a:ext cx="8738598" cy="4906447"/>
            <a:chOff x="204436" y="176149"/>
            <a:chExt cx="8738598" cy="4906447"/>
          </a:xfrm>
        </p:grpSpPr>
        <p:sp>
          <p:nvSpPr>
            <p:cNvPr id="1139" name="Google Shape;1139;p63"/>
            <p:cNvSpPr/>
            <p:nvPr/>
          </p:nvSpPr>
          <p:spPr>
            <a:xfrm>
              <a:off x="8882878" y="3260985"/>
              <a:ext cx="49" cy="36142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63"/>
            <p:cNvSpPr/>
            <p:nvPr/>
          </p:nvSpPr>
          <p:spPr>
            <a:xfrm>
              <a:off x="8864589" y="3278789"/>
              <a:ext cx="38034" cy="49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63"/>
            <p:cNvSpPr/>
            <p:nvPr/>
          </p:nvSpPr>
          <p:spPr>
            <a:xfrm>
              <a:off x="298332" y="370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63"/>
            <p:cNvSpPr/>
            <p:nvPr/>
          </p:nvSpPr>
          <p:spPr>
            <a:xfrm>
              <a:off x="266121" y="404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63"/>
            <p:cNvSpPr/>
            <p:nvPr/>
          </p:nvSpPr>
          <p:spPr>
            <a:xfrm>
              <a:off x="8866530" y="2569307"/>
              <a:ext cx="34201" cy="36093"/>
            </a:xfrm>
            <a:custGeom>
              <a:avLst/>
              <a:gdLst/>
              <a:ahLst/>
              <a:cxnLst/>
              <a:rect l="l" t="t" r="r" b="b"/>
              <a:pathLst>
                <a:path w="705" h="744" fill="none" extrusionOk="0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3"/>
            <p:cNvSpPr/>
            <p:nvPr/>
          </p:nvSpPr>
          <p:spPr>
            <a:xfrm>
              <a:off x="645606" y="16977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63"/>
            <p:cNvSpPr/>
            <p:nvPr/>
          </p:nvSpPr>
          <p:spPr>
            <a:xfrm>
              <a:off x="465139" y="10800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63"/>
            <p:cNvSpPr/>
            <p:nvPr/>
          </p:nvSpPr>
          <p:spPr>
            <a:xfrm>
              <a:off x="8245486" y="1982351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63"/>
            <p:cNvSpPr/>
            <p:nvPr/>
          </p:nvSpPr>
          <p:spPr>
            <a:xfrm>
              <a:off x="8698145" y="3980072"/>
              <a:ext cx="34201" cy="36142"/>
            </a:xfrm>
            <a:custGeom>
              <a:avLst/>
              <a:gdLst/>
              <a:ahLst/>
              <a:cxnLst/>
              <a:rect l="l" t="t" r="r" b="b"/>
              <a:pathLst>
                <a:path w="705" h="745" fill="none" extrusionOk="0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63"/>
            <p:cNvSpPr/>
            <p:nvPr/>
          </p:nvSpPr>
          <p:spPr>
            <a:xfrm>
              <a:off x="751845" y="29180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63"/>
            <p:cNvSpPr/>
            <p:nvPr/>
          </p:nvSpPr>
          <p:spPr>
            <a:xfrm>
              <a:off x="296803" y="24913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63"/>
            <p:cNvSpPr/>
            <p:nvPr/>
          </p:nvSpPr>
          <p:spPr>
            <a:xfrm>
              <a:off x="7864565" y="3335062"/>
              <a:ext cx="168387" cy="49"/>
            </a:xfrm>
            <a:custGeom>
              <a:avLst/>
              <a:gdLst/>
              <a:ahLst/>
              <a:cxnLst/>
              <a:rect l="l" t="t" r="r" b="b"/>
              <a:pathLst>
                <a:path w="3471" h="1" fill="none" extrusionOk="0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63"/>
            <p:cNvSpPr/>
            <p:nvPr/>
          </p:nvSpPr>
          <p:spPr>
            <a:xfrm>
              <a:off x="1236721" y="43350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63"/>
            <p:cNvSpPr/>
            <p:nvPr/>
          </p:nvSpPr>
          <p:spPr>
            <a:xfrm>
              <a:off x="1204461" y="43672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63"/>
            <p:cNvSpPr/>
            <p:nvPr/>
          </p:nvSpPr>
          <p:spPr>
            <a:xfrm>
              <a:off x="7698120" y="4585690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63"/>
            <p:cNvSpPr/>
            <p:nvPr/>
          </p:nvSpPr>
          <p:spPr>
            <a:xfrm>
              <a:off x="7742412" y="5018608"/>
              <a:ext cx="49" cy="63988"/>
            </a:xfrm>
            <a:custGeom>
              <a:avLst/>
              <a:gdLst/>
              <a:ahLst/>
              <a:cxnLst/>
              <a:rect l="l" t="t" r="r" b="b"/>
              <a:pathLst>
                <a:path w="1" h="1319" fill="none" extrusionOk="0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63"/>
            <p:cNvSpPr/>
            <p:nvPr/>
          </p:nvSpPr>
          <p:spPr>
            <a:xfrm>
              <a:off x="7710151" y="5050334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63"/>
            <p:cNvSpPr/>
            <p:nvPr/>
          </p:nvSpPr>
          <p:spPr>
            <a:xfrm>
              <a:off x="8499974" y="4292729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3"/>
            <p:cNvSpPr/>
            <p:nvPr/>
          </p:nvSpPr>
          <p:spPr>
            <a:xfrm>
              <a:off x="8880938" y="3717964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63"/>
            <p:cNvSpPr/>
            <p:nvPr/>
          </p:nvSpPr>
          <p:spPr>
            <a:xfrm>
              <a:off x="204436" y="36337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63"/>
            <p:cNvSpPr/>
            <p:nvPr/>
          </p:nvSpPr>
          <p:spPr>
            <a:xfrm>
              <a:off x="8541840" y="3579415"/>
              <a:ext cx="236692" cy="49"/>
            </a:xfrm>
            <a:custGeom>
              <a:avLst/>
              <a:gdLst/>
              <a:ahLst/>
              <a:cxnLst/>
              <a:rect l="l" t="t" r="r" b="b"/>
              <a:pathLst>
                <a:path w="4879" h="1" fill="none" extrusionOk="0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8639425" y="176149"/>
              <a:ext cx="62096" cy="60156"/>
            </a:xfrm>
            <a:custGeom>
              <a:avLst/>
              <a:gdLst/>
              <a:ahLst/>
              <a:cxnLst/>
              <a:rect l="l" t="t" r="r" b="b"/>
              <a:pathLst>
                <a:path w="1280" h="1240" fill="none" extrusionOk="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63"/>
            <p:cNvSpPr/>
            <p:nvPr/>
          </p:nvSpPr>
          <p:spPr>
            <a:xfrm>
              <a:off x="8678449" y="1074326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2" name="Google Shape;1162;p63"/>
          <p:cNvSpPr/>
          <p:nvPr/>
        </p:nvSpPr>
        <p:spPr>
          <a:xfrm flipH="1">
            <a:off x="7821850" y="45631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63"/>
          <p:cNvSpPr/>
          <p:nvPr/>
        </p:nvSpPr>
        <p:spPr>
          <a:xfrm flipH="1">
            <a:off x="4133850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4" name="Google Shape;1164;p63"/>
          <p:cNvGrpSpPr/>
          <p:nvPr/>
        </p:nvGrpSpPr>
        <p:grpSpPr>
          <a:xfrm flipH="1">
            <a:off x="8377738" y="3548084"/>
            <a:ext cx="1222079" cy="1009533"/>
            <a:chOff x="6101758" y="2859784"/>
            <a:chExt cx="1222079" cy="1009533"/>
          </a:xfrm>
        </p:grpSpPr>
        <p:sp>
          <p:nvSpPr>
            <p:cNvPr id="1165" name="Google Shape;1165;p63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63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63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63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63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63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63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63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63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63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4"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64"/>
          <p:cNvSpPr/>
          <p:nvPr/>
        </p:nvSpPr>
        <p:spPr>
          <a:xfrm>
            <a:off x="-1233991" y="-354075"/>
            <a:ext cx="5246100" cy="68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64"/>
          <p:cNvSpPr/>
          <p:nvPr/>
        </p:nvSpPr>
        <p:spPr>
          <a:xfrm flipH="1">
            <a:off x="7864209" y="4258300"/>
            <a:ext cx="2118000" cy="6213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8" name="Google Shape;1178;p64"/>
          <p:cNvGrpSpPr/>
          <p:nvPr/>
        </p:nvGrpSpPr>
        <p:grpSpPr>
          <a:xfrm flipH="1">
            <a:off x="-57151" y="116972"/>
            <a:ext cx="8939573" cy="4824997"/>
            <a:chOff x="204436" y="116972"/>
            <a:chExt cx="8939573" cy="4824997"/>
          </a:xfrm>
        </p:grpSpPr>
        <p:sp>
          <p:nvSpPr>
            <p:cNvPr id="1179" name="Google Shape;1179;p64"/>
            <p:cNvSpPr/>
            <p:nvPr/>
          </p:nvSpPr>
          <p:spPr>
            <a:xfrm>
              <a:off x="13651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64"/>
            <p:cNvSpPr/>
            <p:nvPr/>
          </p:nvSpPr>
          <p:spPr>
            <a:xfrm>
              <a:off x="13329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64"/>
            <p:cNvSpPr/>
            <p:nvPr/>
          </p:nvSpPr>
          <p:spPr>
            <a:xfrm>
              <a:off x="645606" y="1545343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64"/>
            <p:cNvSpPr/>
            <p:nvPr/>
          </p:nvSpPr>
          <p:spPr>
            <a:xfrm>
              <a:off x="4651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64"/>
            <p:cNvSpPr/>
            <p:nvPr/>
          </p:nvSpPr>
          <p:spPr>
            <a:xfrm>
              <a:off x="1196796" y="2162464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64"/>
            <p:cNvSpPr/>
            <p:nvPr/>
          </p:nvSpPr>
          <p:spPr>
            <a:xfrm>
              <a:off x="1164536" y="2196616"/>
              <a:ext cx="64036" cy="49"/>
            </a:xfrm>
            <a:custGeom>
              <a:avLst/>
              <a:gdLst/>
              <a:ahLst/>
              <a:cxnLst/>
              <a:rect l="l" t="t" r="r" b="b"/>
              <a:pathLst>
                <a:path w="1320" h="1" fill="none" extrusionOk="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64"/>
            <p:cNvSpPr/>
            <p:nvPr/>
          </p:nvSpPr>
          <p:spPr>
            <a:xfrm>
              <a:off x="751845" y="2765608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64"/>
            <p:cNvSpPr/>
            <p:nvPr/>
          </p:nvSpPr>
          <p:spPr>
            <a:xfrm>
              <a:off x="296803" y="2338997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64"/>
            <p:cNvSpPr/>
            <p:nvPr/>
          </p:nvSpPr>
          <p:spPr>
            <a:xfrm>
              <a:off x="1236721" y="418268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64"/>
            <p:cNvSpPr/>
            <p:nvPr/>
          </p:nvSpPr>
          <p:spPr>
            <a:xfrm>
              <a:off x="1204461" y="4214891"/>
              <a:ext cx="64522" cy="49"/>
            </a:xfrm>
            <a:custGeom>
              <a:avLst/>
              <a:gdLst/>
              <a:ahLst/>
              <a:cxnLst/>
              <a:rect l="l" t="t" r="r" b="b"/>
              <a:pathLst>
                <a:path w="1330" h="1" fill="none" extrusionOk="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64"/>
            <p:cNvSpPr/>
            <p:nvPr/>
          </p:nvSpPr>
          <p:spPr>
            <a:xfrm>
              <a:off x="1921702" y="4488705"/>
              <a:ext cx="60204" cy="62581"/>
            </a:xfrm>
            <a:custGeom>
              <a:avLst/>
              <a:gdLst/>
              <a:ahLst/>
              <a:cxnLst/>
              <a:rect l="l" t="t" r="r" b="b"/>
              <a:pathLst>
                <a:path w="1241" h="1290" fill="none" extrusionOk="0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64"/>
            <p:cNvSpPr/>
            <p:nvPr/>
          </p:nvSpPr>
          <p:spPr>
            <a:xfrm>
              <a:off x="2573013" y="4649147"/>
              <a:ext cx="254497" cy="49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64"/>
            <p:cNvSpPr/>
            <p:nvPr/>
          </p:nvSpPr>
          <p:spPr>
            <a:xfrm>
              <a:off x="1168417" y="309417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64"/>
            <p:cNvSpPr/>
            <p:nvPr/>
          </p:nvSpPr>
          <p:spPr>
            <a:xfrm>
              <a:off x="1134264" y="312638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64"/>
            <p:cNvSpPr/>
            <p:nvPr/>
          </p:nvSpPr>
          <p:spPr>
            <a:xfrm>
              <a:off x="204436" y="348134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64"/>
            <p:cNvSpPr/>
            <p:nvPr/>
          </p:nvSpPr>
          <p:spPr>
            <a:xfrm>
              <a:off x="1170309" y="348712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64"/>
            <p:cNvSpPr/>
            <p:nvPr/>
          </p:nvSpPr>
          <p:spPr>
            <a:xfrm>
              <a:off x="535385" y="492522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64"/>
            <p:cNvSpPr/>
            <p:nvPr/>
          </p:nvSpPr>
          <p:spPr>
            <a:xfrm>
              <a:off x="3604861" y="4625198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64"/>
            <p:cNvSpPr/>
            <p:nvPr/>
          </p:nvSpPr>
          <p:spPr>
            <a:xfrm>
              <a:off x="75786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64"/>
            <p:cNvSpPr/>
            <p:nvPr/>
          </p:nvSpPr>
          <p:spPr>
            <a:xfrm>
              <a:off x="7016767" y="48679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64"/>
            <p:cNvSpPr/>
            <p:nvPr/>
          </p:nvSpPr>
          <p:spPr>
            <a:xfrm>
              <a:off x="6982614" y="49001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64"/>
            <p:cNvSpPr/>
            <p:nvPr/>
          </p:nvSpPr>
          <p:spPr>
            <a:xfrm>
              <a:off x="8733761" y="4879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64"/>
            <p:cNvSpPr/>
            <p:nvPr/>
          </p:nvSpPr>
          <p:spPr>
            <a:xfrm>
              <a:off x="6104259" y="46512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64"/>
            <p:cNvSpPr/>
            <p:nvPr/>
          </p:nvSpPr>
          <p:spPr>
            <a:xfrm>
              <a:off x="6038357" y="48627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64"/>
            <p:cNvSpPr/>
            <p:nvPr/>
          </p:nvSpPr>
          <p:spPr>
            <a:xfrm>
              <a:off x="6006146" y="51994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64"/>
            <p:cNvSpPr/>
            <p:nvPr/>
          </p:nvSpPr>
          <p:spPr>
            <a:xfrm>
              <a:off x="5318831" y="1279968"/>
              <a:ext cx="60204" cy="62096"/>
            </a:xfrm>
            <a:custGeom>
              <a:avLst/>
              <a:gdLst/>
              <a:ahLst/>
              <a:cxnLst/>
              <a:rect l="l" t="t" r="r" b="b"/>
              <a:pathLst>
                <a:path w="1241" h="1280" fill="none" extrusionOk="0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64"/>
            <p:cNvSpPr/>
            <p:nvPr/>
          </p:nvSpPr>
          <p:spPr>
            <a:xfrm>
              <a:off x="5138364" y="66232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64"/>
            <p:cNvSpPr/>
            <p:nvPr/>
          </p:nvSpPr>
          <p:spPr>
            <a:xfrm>
              <a:off x="5208610" y="22714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64"/>
            <p:cNvSpPr/>
            <p:nvPr/>
          </p:nvSpPr>
          <p:spPr>
            <a:xfrm>
              <a:off x="3260607" y="826125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64"/>
            <p:cNvSpPr/>
            <p:nvPr/>
          </p:nvSpPr>
          <p:spPr>
            <a:xfrm>
              <a:off x="3228396" y="859792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64"/>
            <p:cNvSpPr/>
            <p:nvPr/>
          </p:nvSpPr>
          <p:spPr>
            <a:xfrm>
              <a:off x="2360614" y="1002174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64"/>
            <p:cNvSpPr/>
            <p:nvPr/>
          </p:nvSpPr>
          <p:spPr>
            <a:xfrm>
              <a:off x="2430860" y="566997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64"/>
            <p:cNvSpPr/>
            <p:nvPr/>
          </p:nvSpPr>
          <p:spPr>
            <a:xfrm>
              <a:off x="4670307" y="901338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64"/>
            <p:cNvSpPr/>
            <p:nvPr/>
          </p:nvSpPr>
          <p:spPr>
            <a:xfrm>
              <a:off x="4638096" y="935005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64"/>
            <p:cNvSpPr/>
            <p:nvPr/>
          </p:nvSpPr>
          <p:spPr>
            <a:xfrm>
              <a:off x="3770314" y="1077386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64"/>
            <p:cNvSpPr/>
            <p:nvPr/>
          </p:nvSpPr>
          <p:spPr>
            <a:xfrm>
              <a:off x="3840560" y="642210"/>
              <a:ext cx="60156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64"/>
            <p:cNvSpPr/>
            <p:nvPr/>
          </p:nvSpPr>
          <p:spPr>
            <a:xfrm>
              <a:off x="7546857" y="37610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64"/>
            <p:cNvSpPr/>
            <p:nvPr/>
          </p:nvSpPr>
          <p:spPr>
            <a:xfrm>
              <a:off x="7514646" y="40976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64"/>
            <p:cNvSpPr/>
            <p:nvPr/>
          </p:nvSpPr>
          <p:spPr>
            <a:xfrm>
              <a:off x="6646864" y="55214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64"/>
            <p:cNvSpPr/>
            <p:nvPr/>
          </p:nvSpPr>
          <p:spPr>
            <a:xfrm>
              <a:off x="6717110" y="11697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64"/>
            <p:cNvSpPr/>
            <p:nvPr/>
          </p:nvSpPr>
          <p:spPr>
            <a:xfrm>
              <a:off x="9112232" y="751650"/>
              <a:ext cx="49" cy="65928"/>
            </a:xfrm>
            <a:custGeom>
              <a:avLst/>
              <a:gdLst/>
              <a:ahLst/>
              <a:cxnLst/>
              <a:rect l="l" t="t" r="r" b="b"/>
              <a:pathLst>
                <a:path w="1" h="1359" fill="none" extrusionOk="0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64"/>
            <p:cNvSpPr/>
            <p:nvPr/>
          </p:nvSpPr>
          <p:spPr>
            <a:xfrm>
              <a:off x="9080021" y="785317"/>
              <a:ext cx="63988" cy="49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64"/>
            <p:cNvSpPr/>
            <p:nvPr/>
          </p:nvSpPr>
          <p:spPr>
            <a:xfrm>
              <a:off x="8212239" y="927699"/>
              <a:ext cx="348805" cy="49"/>
            </a:xfrm>
            <a:custGeom>
              <a:avLst/>
              <a:gdLst/>
              <a:ahLst/>
              <a:cxnLst/>
              <a:rect l="l" t="t" r="r" b="b"/>
              <a:pathLst>
                <a:path w="7190" h="1" fill="none" extrusionOk="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64"/>
            <p:cNvSpPr/>
            <p:nvPr/>
          </p:nvSpPr>
          <p:spPr>
            <a:xfrm>
              <a:off x="8282485" y="492522"/>
              <a:ext cx="60155" cy="62096"/>
            </a:xfrm>
            <a:custGeom>
              <a:avLst/>
              <a:gdLst/>
              <a:ahLst/>
              <a:cxnLst/>
              <a:rect l="l" t="t" r="r" b="b"/>
              <a:pathLst>
                <a:path w="1240" h="1280" fill="none" extrusionOk="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64"/>
            <p:cNvSpPr/>
            <p:nvPr/>
          </p:nvSpPr>
          <p:spPr>
            <a:xfrm>
              <a:off x="8316617" y="4624827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64"/>
            <p:cNvSpPr/>
            <p:nvPr/>
          </p:nvSpPr>
          <p:spPr>
            <a:xfrm>
              <a:off x="8282464" y="4657039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64"/>
            <p:cNvSpPr/>
            <p:nvPr/>
          </p:nvSpPr>
          <p:spPr>
            <a:xfrm>
              <a:off x="4723134" y="4783371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64"/>
            <p:cNvSpPr/>
            <p:nvPr/>
          </p:nvSpPr>
          <p:spPr>
            <a:xfrm>
              <a:off x="9074167" y="4410702"/>
              <a:ext cx="49" cy="66414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64"/>
            <p:cNvSpPr/>
            <p:nvPr/>
          </p:nvSpPr>
          <p:spPr>
            <a:xfrm>
              <a:off x="9040014" y="4442914"/>
              <a:ext cx="66414" cy="49"/>
            </a:xfrm>
            <a:custGeom>
              <a:avLst/>
              <a:gdLst/>
              <a:ahLst/>
              <a:cxnLst/>
              <a:rect l="l" t="t" r="r" b="b"/>
              <a:pathLst>
                <a:path w="1369" h="1" fill="none" extrusionOk="0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64"/>
            <p:cNvSpPr/>
            <p:nvPr/>
          </p:nvSpPr>
          <p:spPr>
            <a:xfrm>
              <a:off x="5290786" y="4797873"/>
              <a:ext cx="62096" cy="62096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64"/>
            <p:cNvSpPr/>
            <p:nvPr/>
          </p:nvSpPr>
          <p:spPr>
            <a:xfrm>
              <a:off x="6256659" y="4803646"/>
              <a:ext cx="254982" cy="49"/>
            </a:xfrm>
            <a:custGeom>
              <a:avLst/>
              <a:gdLst/>
              <a:ahLst/>
              <a:cxnLst/>
              <a:rect l="l" t="t" r="r" b="b"/>
              <a:pathLst>
                <a:path w="5256" h="1" fill="none" extrusionOk="0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0" name="Google Shape;1230;p64"/>
          <p:cNvGrpSpPr/>
          <p:nvPr/>
        </p:nvGrpSpPr>
        <p:grpSpPr>
          <a:xfrm flipH="1">
            <a:off x="8250443" y="3253983"/>
            <a:ext cx="1190271" cy="1022535"/>
            <a:chOff x="7521697" y="2603884"/>
            <a:chExt cx="1473291" cy="1265671"/>
          </a:xfrm>
        </p:grpSpPr>
        <p:sp>
          <p:nvSpPr>
            <p:cNvPr id="1231" name="Google Shape;1231;p64"/>
            <p:cNvSpPr/>
            <p:nvPr/>
          </p:nvSpPr>
          <p:spPr>
            <a:xfrm>
              <a:off x="8233031" y="2604869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64"/>
            <p:cNvSpPr/>
            <p:nvPr/>
          </p:nvSpPr>
          <p:spPr>
            <a:xfrm>
              <a:off x="7708220" y="2603884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64"/>
            <p:cNvSpPr/>
            <p:nvPr/>
          </p:nvSpPr>
          <p:spPr>
            <a:xfrm>
              <a:off x="7521697" y="2982059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64"/>
            <p:cNvSpPr/>
            <p:nvPr/>
          </p:nvSpPr>
          <p:spPr>
            <a:xfrm>
              <a:off x="7881560" y="2727723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64"/>
            <p:cNvSpPr/>
            <p:nvPr/>
          </p:nvSpPr>
          <p:spPr>
            <a:xfrm>
              <a:off x="7649205" y="3074947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64"/>
            <p:cNvSpPr/>
            <p:nvPr/>
          </p:nvSpPr>
          <p:spPr>
            <a:xfrm>
              <a:off x="8285726" y="2686103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64"/>
            <p:cNvSpPr/>
            <p:nvPr/>
          </p:nvSpPr>
          <p:spPr>
            <a:xfrm>
              <a:off x="8349463" y="2924132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64"/>
            <p:cNvSpPr/>
            <p:nvPr/>
          </p:nvSpPr>
          <p:spPr>
            <a:xfrm>
              <a:off x="8386869" y="2998027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9" name="Google Shape;1239;p64"/>
          <p:cNvGrpSpPr/>
          <p:nvPr/>
        </p:nvGrpSpPr>
        <p:grpSpPr>
          <a:xfrm rot="10800000">
            <a:off x="-270296" y="340481"/>
            <a:ext cx="1086673" cy="897677"/>
            <a:chOff x="6101758" y="2859784"/>
            <a:chExt cx="1222079" cy="1009533"/>
          </a:xfrm>
        </p:grpSpPr>
        <p:sp>
          <p:nvSpPr>
            <p:cNvPr id="1240" name="Google Shape;1240;p64"/>
            <p:cNvSpPr/>
            <p:nvPr/>
          </p:nvSpPr>
          <p:spPr>
            <a:xfrm>
              <a:off x="6880667" y="3471604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64"/>
            <p:cNvSpPr/>
            <p:nvPr/>
          </p:nvSpPr>
          <p:spPr>
            <a:xfrm>
              <a:off x="6748946" y="3155570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64"/>
            <p:cNvSpPr/>
            <p:nvPr/>
          </p:nvSpPr>
          <p:spPr>
            <a:xfrm>
              <a:off x="6841154" y="3250190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64"/>
            <p:cNvSpPr/>
            <p:nvPr/>
          </p:nvSpPr>
          <p:spPr>
            <a:xfrm>
              <a:off x="6101758" y="3129681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64"/>
            <p:cNvSpPr/>
            <p:nvPr/>
          </p:nvSpPr>
          <p:spPr>
            <a:xfrm>
              <a:off x="6250466" y="2868583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64"/>
            <p:cNvSpPr/>
            <p:nvPr/>
          </p:nvSpPr>
          <p:spPr>
            <a:xfrm>
              <a:off x="6638800" y="2859784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64"/>
            <p:cNvSpPr/>
            <p:nvPr/>
          </p:nvSpPr>
          <p:spPr>
            <a:xfrm>
              <a:off x="6164577" y="3201708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64"/>
            <p:cNvSpPr/>
            <p:nvPr/>
          </p:nvSpPr>
          <p:spPr>
            <a:xfrm>
              <a:off x="6369039" y="2951414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64"/>
            <p:cNvSpPr/>
            <p:nvPr/>
          </p:nvSpPr>
          <p:spPr>
            <a:xfrm>
              <a:off x="6724688" y="2982501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64"/>
            <p:cNvSpPr/>
            <p:nvPr/>
          </p:nvSpPr>
          <p:spPr>
            <a:xfrm>
              <a:off x="6950758" y="3524707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omfortaa"/>
              <a:buNone/>
              <a:defRPr sz="24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_ILRky4zT9ZX2xIOXPiub338XdqrbjI2ysLJl5sRDeU/edit#gid=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google.com/spreadsheets/d/1RgR1vn7QzTk-Tylug_cjt7rW-uc6CjeNaYyT9nPIi5U/edit?usp=sharing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teps.2035.university/collections/cc2cf618-d949-4263-9ea2-e323164ccb4b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book.ru/approaches/the-ezhupa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steps.2035.university/collections/cc2cf618-d949-4263-9ea2-e323164ccb4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"/>
          <p:cNvSpPr txBox="1">
            <a:spLocks noGrp="1"/>
          </p:cNvSpPr>
          <p:nvPr>
            <p:ph type="title"/>
          </p:nvPr>
        </p:nvSpPr>
        <p:spPr>
          <a:xfrm>
            <a:off x="1071875" y="801900"/>
            <a:ext cx="7302000" cy="14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200" b="0" dirty="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Проработка концепции проекта</a:t>
            </a:r>
            <a:endParaRPr b="0" dirty="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5" name="Google Shape;1255;p1"/>
          <p:cNvSpPr txBox="1">
            <a:spLocks noGrp="1"/>
          </p:cNvSpPr>
          <p:nvPr>
            <p:ph type="subTitle" idx="1"/>
          </p:nvPr>
        </p:nvSpPr>
        <p:spPr>
          <a:xfrm>
            <a:off x="929550" y="2442450"/>
            <a:ext cx="8169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accent3"/>
                </a:solidFill>
              </a:rPr>
              <a:t>Рабочая тетрадь команды в интенсиве Университета 20.35</a:t>
            </a:r>
            <a:endParaRPr/>
          </a:p>
        </p:txBody>
      </p:sp>
      <p:grpSp>
        <p:nvGrpSpPr>
          <p:cNvPr id="1256" name="Google Shape;1256;p1"/>
          <p:cNvGrpSpPr/>
          <p:nvPr/>
        </p:nvGrpSpPr>
        <p:grpSpPr>
          <a:xfrm>
            <a:off x="2285922" y="3059412"/>
            <a:ext cx="4572156" cy="1870287"/>
            <a:chOff x="1843737" y="2818617"/>
            <a:chExt cx="5131488" cy="2099088"/>
          </a:xfrm>
        </p:grpSpPr>
        <p:sp>
          <p:nvSpPr>
            <p:cNvPr id="1257" name="Google Shape;1257;p1"/>
            <p:cNvSpPr/>
            <p:nvPr/>
          </p:nvSpPr>
          <p:spPr>
            <a:xfrm>
              <a:off x="6898414" y="3855561"/>
              <a:ext cx="32096" cy="43"/>
            </a:xfrm>
            <a:custGeom>
              <a:avLst/>
              <a:gdLst/>
              <a:ahLst/>
              <a:cxnLst/>
              <a:rect l="l" t="t" r="r" b="b"/>
              <a:pathLst>
                <a:path w="744" h="1" fill="none" extrusionOk="0">
                  <a:moveTo>
                    <a:pt x="744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"/>
            <p:cNvSpPr/>
            <p:nvPr/>
          </p:nvSpPr>
          <p:spPr>
            <a:xfrm>
              <a:off x="3706087" y="3761043"/>
              <a:ext cx="43" cy="32096"/>
            </a:xfrm>
            <a:custGeom>
              <a:avLst/>
              <a:gdLst/>
              <a:ahLst/>
              <a:cxnLst/>
              <a:rect l="l" t="t" r="r" b="b"/>
              <a:pathLst>
                <a:path w="1" h="744" fill="none" extrusionOk="0">
                  <a:moveTo>
                    <a:pt x="1" y="0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"/>
            <p:cNvSpPr/>
            <p:nvPr/>
          </p:nvSpPr>
          <p:spPr>
            <a:xfrm>
              <a:off x="3688572" y="3777306"/>
              <a:ext cx="33822" cy="43"/>
            </a:xfrm>
            <a:custGeom>
              <a:avLst/>
              <a:gdLst/>
              <a:ahLst/>
              <a:cxnLst/>
              <a:rect l="l" t="t" r="r" b="b"/>
              <a:pathLst>
                <a:path w="784" h="1" fill="none" extrusionOk="0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"/>
            <p:cNvSpPr/>
            <p:nvPr/>
          </p:nvSpPr>
          <p:spPr>
            <a:xfrm>
              <a:off x="2046875" y="3714840"/>
              <a:ext cx="32139" cy="32139"/>
            </a:xfrm>
            <a:custGeom>
              <a:avLst/>
              <a:gdLst/>
              <a:ahLst/>
              <a:cxnLst/>
              <a:rect l="l" t="t" r="r" b="b"/>
              <a:pathLst>
                <a:path w="745" h="745" fill="none" extrusionOk="0">
                  <a:moveTo>
                    <a:pt x="744" y="367"/>
                  </a:moveTo>
                  <a:cubicBezTo>
                    <a:pt x="744" y="575"/>
                    <a:pt x="575" y="744"/>
                    <a:pt x="377" y="744"/>
                  </a:cubicBezTo>
                  <a:cubicBezTo>
                    <a:pt x="169" y="744"/>
                    <a:pt x="0" y="575"/>
                    <a:pt x="0" y="367"/>
                  </a:cubicBezTo>
                  <a:cubicBezTo>
                    <a:pt x="0" y="159"/>
                    <a:pt x="169" y="0"/>
                    <a:pt x="377" y="0"/>
                  </a:cubicBezTo>
                  <a:cubicBezTo>
                    <a:pt x="575" y="0"/>
                    <a:pt x="744" y="159"/>
                    <a:pt x="744" y="36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"/>
            <p:cNvSpPr/>
            <p:nvPr/>
          </p:nvSpPr>
          <p:spPr>
            <a:xfrm>
              <a:off x="1863357" y="3916302"/>
              <a:ext cx="128385" cy="8585"/>
            </a:xfrm>
            <a:custGeom>
              <a:avLst/>
              <a:gdLst/>
              <a:ahLst/>
              <a:cxnLst/>
              <a:rect l="l" t="t" r="r" b="b"/>
              <a:pathLst>
                <a:path w="2976" h="199" fill="none" extrusionOk="0">
                  <a:moveTo>
                    <a:pt x="1" y="80"/>
                  </a:moveTo>
                  <a:cubicBezTo>
                    <a:pt x="1" y="80"/>
                    <a:pt x="1815" y="1"/>
                    <a:pt x="2975" y="199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"/>
            <p:cNvSpPr/>
            <p:nvPr/>
          </p:nvSpPr>
          <p:spPr>
            <a:xfrm>
              <a:off x="2023752" y="3778989"/>
              <a:ext cx="195985" cy="94563"/>
            </a:xfrm>
            <a:custGeom>
              <a:avLst/>
              <a:gdLst/>
              <a:ahLst/>
              <a:cxnLst/>
              <a:rect l="l" t="t" r="r" b="b"/>
              <a:pathLst>
                <a:path w="4543" h="2192" fill="none" extrusionOk="0">
                  <a:moveTo>
                    <a:pt x="1" y="1"/>
                  </a:moveTo>
                  <a:cubicBezTo>
                    <a:pt x="1" y="1"/>
                    <a:pt x="3144" y="1111"/>
                    <a:pt x="4542" y="2192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"/>
            <p:cNvSpPr/>
            <p:nvPr/>
          </p:nvSpPr>
          <p:spPr>
            <a:xfrm>
              <a:off x="2018230" y="3607897"/>
              <a:ext cx="135632" cy="42838"/>
            </a:xfrm>
            <a:custGeom>
              <a:avLst/>
              <a:gdLst/>
              <a:ahLst/>
              <a:cxnLst/>
              <a:rect l="l" t="t" r="r" b="b"/>
              <a:pathLst>
                <a:path w="3144" h="993" fill="none" extrusionOk="0">
                  <a:moveTo>
                    <a:pt x="0" y="1"/>
                  </a:moveTo>
                  <a:cubicBezTo>
                    <a:pt x="0" y="1"/>
                    <a:pt x="2152" y="367"/>
                    <a:pt x="3143" y="992"/>
                  </a:cubicBez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"/>
            <p:cNvSpPr/>
            <p:nvPr/>
          </p:nvSpPr>
          <p:spPr>
            <a:xfrm>
              <a:off x="2232075" y="3714840"/>
              <a:ext cx="114278" cy="217339"/>
            </a:xfrm>
            <a:custGeom>
              <a:avLst/>
              <a:gdLst/>
              <a:ahLst/>
              <a:cxnLst/>
              <a:rect l="l" t="t" r="r" b="b"/>
              <a:pathLst>
                <a:path w="2649" h="5038" fill="none" extrusionOk="0">
                  <a:moveTo>
                    <a:pt x="1" y="5037"/>
                  </a:moveTo>
                  <a:cubicBezTo>
                    <a:pt x="1" y="5037"/>
                    <a:pt x="586" y="2767"/>
                    <a:pt x="2648" y="0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5" name="Google Shape;1265;p1"/>
            <p:cNvGrpSpPr/>
            <p:nvPr/>
          </p:nvGrpSpPr>
          <p:grpSpPr>
            <a:xfrm>
              <a:off x="1843737" y="3461734"/>
              <a:ext cx="907359" cy="983892"/>
              <a:chOff x="1671534" y="3266758"/>
              <a:chExt cx="1020307" cy="1106367"/>
            </a:xfrm>
          </p:grpSpPr>
          <p:sp>
            <p:nvSpPr>
              <p:cNvPr id="1266" name="Google Shape;1266;p1"/>
              <p:cNvSpPr/>
              <p:nvPr/>
            </p:nvSpPr>
            <p:spPr>
              <a:xfrm>
                <a:off x="2142439" y="3288879"/>
                <a:ext cx="365154" cy="703286"/>
              </a:xfrm>
              <a:custGeom>
                <a:avLst/>
                <a:gdLst/>
                <a:ahLst/>
                <a:cxnLst/>
                <a:rect l="l" t="t" r="r" b="b"/>
                <a:pathLst>
                  <a:path w="7527" h="14497" fill="none" extrusionOk="0">
                    <a:moveTo>
                      <a:pt x="1984" y="14497"/>
                    </a:moveTo>
                    <a:cubicBezTo>
                      <a:pt x="1865" y="13555"/>
                      <a:pt x="665" y="12891"/>
                      <a:pt x="784" y="11939"/>
                    </a:cubicBezTo>
                    <a:cubicBezTo>
                      <a:pt x="834" y="11483"/>
                      <a:pt x="1200" y="11116"/>
                      <a:pt x="1329" y="10660"/>
                    </a:cubicBezTo>
                    <a:cubicBezTo>
                      <a:pt x="1577" y="9916"/>
                      <a:pt x="1200" y="9093"/>
                      <a:pt x="784" y="8389"/>
                    </a:cubicBezTo>
                    <a:cubicBezTo>
                      <a:pt x="417" y="7685"/>
                      <a:pt x="1" y="6902"/>
                      <a:pt x="209" y="6158"/>
                    </a:cubicBezTo>
                    <a:cubicBezTo>
                      <a:pt x="457" y="5285"/>
                      <a:pt x="1984" y="4750"/>
                      <a:pt x="2608" y="4135"/>
                    </a:cubicBezTo>
                    <a:cubicBezTo>
                      <a:pt x="3263" y="3550"/>
                      <a:pt x="3392" y="2688"/>
                      <a:pt x="3759" y="1944"/>
                    </a:cubicBezTo>
                    <a:cubicBezTo>
                      <a:pt x="4135" y="1161"/>
                      <a:pt x="4998" y="417"/>
                      <a:pt x="5831" y="169"/>
                    </a:cubicBezTo>
                    <a:cubicBezTo>
                      <a:pt x="6366" y="1"/>
                      <a:pt x="6902" y="169"/>
                      <a:pt x="7189" y="665"/>
                    </a:cubicBezTo>
                    <a:cubicBezTo>
                      <a:pt x="7437" y="1032"/>
                      <a:pt x="7526" y="1528"/>
                      <a:pt x="7526" y="1984"/>
                    </a:cubicBezTo>
                    <a:cubicBezTo>
                      <a:pt x="7526" y="2598"/>
                      <a:pt x="7358" y="3263"/>
                      <a:pt x="7031" y="3838"/>
                    </a:cubicBezTo>
                    <a:cubicBezTo>
                      <a:pt x="6614" y="4502"/>
                      <a:pt x="6039" y="5038"/>
                      <a:pt x="5791" y="5781"/>
                    </a:cubicBezTo>
                    <a:cubicBezTo>
                      <a:pt x="5494" y="6614"/>
                      <a:pt x="5335" y="7358"/>
                      <a:pt x="5583" y="8349"/>
                    </a:cubicBezTo>
                    <a:cubicBezTo>
                      <a:pt x="6039" y="10164"/>
                      <a:pt x="5414" y="11859"/>
                      <a:pt x="4839" y="12068"/>
                    </a:cubicBezTo>
                    <a:cubicBezTo>
                      <a:pt x="3312" y="12682"/>
                      <a:pt x="2688" y="12851"/>
                      <a:pt x="1984" y="1449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1"/>
              <p:cNvSpPr/>
              <p:nvPr/>
            </p:nvSpPr>
            <p:spPr>
              <a:xfrm>
                <a:off x="2216517" y="3349033"/>
                <a:ext cx="208798" cy="943762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9454" fill="none" extrusionOk="0">
                    <a:moveTo>
                      <a:pt x="4304" y="0"/>
                    </a:moveTo>
                    <a:cubicBezTo>
                      <a:pt x="3887" y="615"/>
                      <a:pt x="3144" y="2191"/>
                      <a:pt x="2896" y="2935"/>
                    </a:cubicBezTo>
                    <a:cubicBezTo>
                      <a:pt x="953" y="8220"/>
                      <a:pt x="1" y="13842"/>
                      <a:pt x="50" y="194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1"/>
              <p:cNvSpPr/>
              <p:nvPr/>
            </p:nvSpPr>
            <p:spPr>
              <a:xfrm>
                <a:off x="1671534" y="3645779"/>
                <a:ext cx="412744" cy="553237"/>
              </a:xfrm>
              <a:custGeom>
                <a:avLst/>
                <a:gdLst/>
                <a:ahLst/>
                <a:cxnLst/>
                <a:rect l="l" t="t" r="r" b="b"/>
                <a:pathLst>
                  <a:path w="8508" h="11404" fill="none" extrusionOk="0">
                    <a:moveTo>
                      <a:pt x="7685" y="11403"/>
                    </a:moveTo>
                    <a:cubicBezTo>
                      <a:pt x="7318" y="10699"/>
                      <a:pt x="6693" y="10283"/>
                      <a:pt x="6118" y="9956"/>
                    </a:cubicBezTo>
                    <a:cubicBezTo>
                      <a:pt x="5454" y="9619"/>
                      <a:pt x="4790" y="9123"/>
                      <a:pt x="4542" y="8429"/>
                    </a:cubicBezTo>
                    <a:cubicBezTo>
                      <a:pt x="4423" y="8181"/>
                      <a:pt x="4423" y="7933"/>
                      <a:pt x="4294" y="7725"/>
                    </a:cubicBezTo>
                    <a:cubicBezTo>
                      <a:pt x="4096" y="7348"/>
                      <a:pt x="3719" y="7140"/>
                      <a:pt x="3352" y="6981"/>
                    </a:cubicBezTo>
                    <a:cubicBezTo>
                      <a:pt x="2936" y="6813"/>
                      <a:pt x="2559" y="6694"/>
                      <a:pt x="2232" y="6396"/>
                    </a:cubicBezTo>
                    <a:cubicBezTo>
                      <a:pt x="1984" y="6148"/>
                      <a:pt x="1775" y="5781"/>
                      <a:pt x="1775" y="5405"/>
                    </a:cubicBezTo>
                    <a:cubicBezTo>
                      <a:pt x="1736" y="5038"/>
                      <a:pt x="1865" y="4661"/>
                      <a:pt x="1736" y="4334"/>
                    </a:cubicBezTo>
                    <a:cubicBezTo>
                      <a:pt x="1617" y="3967"/>
                      <a:pt x="1240" y="3719"/>
                      <a:pt x="952" y="3422"/>
                    </a:cubicBezTo>
                    <a:cubicBezTo>
                      <a:pt x="377" y="2886"/>
                      <a:pt x="1" y="1984"/>
                      <a:pt x="80" y="1191"/>
                    </a:cubicBezTo>
                    <a:cubicBezTo>
                      <a:pt x="248" y="80"/>
                      <a:pt x="1319" y="1"/>
                      <a:pt x="2192" y="368"/>
                    </a:cubicBezTo>
                    <a:cubicBezTo>
                      <a:pt x="2767" y="576"/>
                      <a:pt x="3263" y="943"/>
                      <a:pt x="3848" y="1151"/>
                    </a:cubicBezTo>
                    <a:cubicBezTo>
                      <a:pt x="4344" y="1320"/>
                      <a:pt x="4839" y="1359"/>
                      <a:pt x="5335" y="1567"/>
                    </a:cubicBezTo>
                    <a:cubicBezTo>
                      <a:pt x="5870" y="1815"/>
                      <a:pt x="6277" y="2311"/>
                      <a:pt x="6485" y="2886"/>
                    </a:cubicBezTo>
                    <a:cubicBezTo>
                      <a:pt x="6614" y="3342"/>
                      <a:pt x="6614" y="3838"/>
                      <a:pt x="6693" y="4294"/>
                    </a:cubicBezTo>
                    <a:cubicBezTo>
                      <a:pt x="6773" y="4621"/>
                      <a:pt x="6941" y="4958"/>
                      <a:pt x="7150" y="5246"/>
                    </a:cubicBezTo>
                    <a:cubicBezTo>
                      <a:pt x="7764" y="6029"/>
                      <a:pt x="8429" y="6942"/>
                      <a:pt x="8468" y="7973"/>
                    </a:cubicBezTo>
                    <a:cubicBezTo>
                      <a:pt x="8508" y="9172"/>
                      <a:pt x="8220" y="10362"/>
                      <a:pt x="7685" y="1140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1"/>
              <p:cNvSpPr/>
              <p:nvPr/>
            </p:nvSpPr>
            <p:spPr>
              <a:xfrm>
                <a:off x="1747552" y="3713598"/>
                <a:ext cx="318970" cy="659527"/>
              </a:xfrm>
              <a:custGeom>
                <a:avLst/>
                <a:gdLst/>
                <a:ahLst/>
                <a:cxnLst/>
                <a:rect l="l" t="t" r="r" b="b"/>
                <a:pathLst>
                  <a:path w="6575" h="13595" fill="none" extrusionOk="0">
                    <a:moveTo>
                      <a:pt x="0" y="1"/>
                    </a:moveTo>
                    <a:cubicBezTo>
                      <a:pt x="4214" y="2856"/>
                      <a:pt x="6247" y="8350"/>
                      <a:pt x="6574" y="1359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1"/>
              <p:cNvSpPr/>
              <p:nvPr/>
            </p:nvSpPr>
            <p:spPr>
              <a:xfrm>
                <a:off x="1767733" y="3940147"/>
                <a:ext cx="192449" cy="22219"/>
              </a:xfrm>
              <a:custGeom>
                <a:avLst/>
                <a:gdLst/>
                <a:ahLst/>
                <a:cxnLst/>
                <a:rect l="l" t="t" r="r" b="b"/>
                <a:pathLst>
                  <a:path w="3967" h="458" fill="none" extrusionOk="0">
                    <a:moveTo>
                      <a:pt x="1" y="1"/>
                    </a:moveTo>
                    <a:cubicBezTo>
                      <a:pt x="1" y="1"/>
                      <a:pt x="2152" y="1"/>
                      <a:pt x="3967" y="45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1"/>
              <p:cNvSpPr/>
              <p:nvPr/>
            </p:nvSpPr>
            <p:spPr>
              <a:xfrm>
                <a:off x="1757642" y="3729946"/>
                <a:ext cx="182358" cy="178041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3670" fill="none" extrusionOk="0">
                    <a:moveTo>
                      <a:pt x="3312" y="1"/>
                    </a:moveTo>
                    <a:cubicBezTo>
                      <a:pt x="3758" y="1607"/>
                      <a:pt x="3560" y="3670"/>
                      <a:pt x="3560" y="3670"/>
                    </a:cubicBezTo>
                    <a:cubicBezTo>
                      <a:pt x="3560" y="3670"/>
                      <a:pt x="1904" y="3303"/>
                      <a:pt x="0" y="322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1"/>
              <p:cNvSpPr/>
              <p:nvPr/>
            </p:nvSpPr>
            <p:spPr>
              <a:xfrm>
                <a:off x="1887994" y="3868010"/>
                <a:ext cx="154464" cy="200648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4136" fill="none" extrusionOk="0">
                    <a:moveTo>
                      <a:pt x="0" y="3600"/>
                    </a:moveTo>
                    <a:cubicBezTo>
                      <a:pt x="0" y="3600"/>
                      <a:pt x="1369" y="3719"/>
                      <a:pt x="2440" y="4135"/>
                    </a:cubicBezTo>
                    <a:cubicBezTo>
                      <a:pt x="2440" y="4135"/>
                      <a:pt x="3183" y="2113"/>
                      <a:pt x="2727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1"/>
              <p:cNvSpPr/>
              <p:nvPr/>
            </p:nvSpPr>
            <p:spPr>
              <a:xfrm>
                <a:off x="1839870" y="3266758"/>
                <a:ext cx="445005" cy="819716"/>
              </a:xfrm>
              <a:custGeom>
                <a:avLst/>
                <a:gdLst/>
                <a:ahLst/>
                <a:cxnLst/>
                <a:rect l="l" t="t" r="r" b="b"/>
                <a:pathLst>
                  <a:path w="9173" h="16897" fill="none" extrusionOk="0">
                    <a:moveTo>
                      <a:pt x="6446" y="16896"/>
                    </a:moveTo>
                    <a:cubicBezTo>
                      <a:pt x="7725" y="15944"/>
                      <a:pt x="8925" y="14457"/>
                      <a:pt x="9093" y="12890"/>
                    </a:cubicBezTo>
                    <a:cubicBezTo>
                      <a:pt x="9173" y="12186"/>
                      <a:pt x="9093" y="11482"/>
                      <a:pt x="8845" y="10828"/>
                    </a:cubicBezTo>
                    <a:cubicBezTo>
                      <a:pt x="8637" y="10124"/>
                      <a:pt x="8141" y="9549"/>
                      <a:pt x="7973" y="8845"/>
                    </a:cubicBezTo>
                    <a:cubicBezTo>
                      <a:pt x="7685" y="7606"/>
                      <a:pt x="8677" y="6198"/>
                      <a:pt x="7894" y="5038"/>
                    </a:cubicBezTo>
                    <a:cubicBezTo>
                      <a:pt x="7606" y="4631"/>
                      <a:pt x="7150" y="4383"/>
                      <a:pt x="6773" y="4006"/>
                    </a:cubicBezTo>
                    <a:cubicBezTo>
                      <a:pt x="5990" y="3223"/>
                      <a:pt x="5990" y="2023"/>
                      <a:pt x="5286" y="1240"/>
                    </a:cubicBezTo>
                    <a:cubicBezTo>
                      <a:pt x="4592" y="457"/>
                      <a:pt x="3303" y="1"/>
                      <a:pt x="2272" y="1"/>
                    </a:cubicBezTo>
                    <a:cubicBezTo>
                      <a:pt x="1201" y="40"/>
                      <a:pt x="1" y="823"/>
                      <a:pt x="1" y="1944"/>
                    </a:cubicBezTo>
                    <a:cubicBezTo>
                      <a:pt x="1" y="2807"/>
                      <a:pt x="745" y="3471"/>
                      <a:pt x="1072" y="4254"/>
                    </a:cubicBezTo>
                    <a:cubicBezTo>
                      <a:pt x="1369" y="4958"/>
                      <a:pt x="1409" y="5781"/>
                      <a:pt x="1121" y="6485"/>
                    </a:cubicBezTo>
                    <a:cubicBezTo>
                      <a:pt x="784" y="7358"/>
                      <a:pt x="41" y="8220"/>
                      <a:pt x="378" y="9053"/>
                    </a:cubicBezTo>
                    <a:cubicBezTo>
                      <a:pt x="665" y="9876"/>
                      <a:pt x="2153" y="10451"/>
                      <a:pt x="2648" y="11076"/>
                    </a:cubicBezTo>
                    <a:cubicBezTo>
                      <a:pt x="3640" y="12276"/>
                      <a:pt x="1984" y="13466"/>
                      <a:pt x="3471" y="14378"/>
                    </a:cubicBezTo>
                    <a:cubicBezTo>
                      <a:pt x="4215" y="14794"/>
                      <a:pt x="5990" y="15201"/>
                      <a:pt x="6446" y="1689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1"/>
              <p:cNvSpPr/>
              <p:nvPr/>
            </p:nvSpPr>
            <p:spPr>
              <a:xfrm>
                <a:off x="1901965" y="3551521"/>
                <a:ext cx="166446" cy="77960"/>
              </a:xfrm>
              <a:custGeom>
                <a:avLst/>
                <a:gdLst/>
                <a:ahLst/>
                <a:cxnLst/>
                <a:rect l="l" t="t" r="r" b="b"/>
                <a:pathLst>
                  <a:path w="3431" h="1607" fill="none" extrusionOk="0">
                    <a:moveTo>
                      <a:pt x="0" y="0"/>
                    </a:moveTo>
                    <a:cubicBezTo>
                      <a:pt x="0" y="0"/>
                      <a:pt x="2568" y="952"/>
                      <a:pt x="3431" y="16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1"/>
              <p:cNvSpPr/>
              <p:nvPr/>
            </p:nvSpPr>
            <p:spPr>
              <a:xfrm>
                <a:off x="2048180" y="3371155"/>
                <a:ext cx="74612" cy="188131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3878" fill="none" extrusionOk="0">
                    <a:moveTo>
                      <a:pt x="1537" y="0"/>
                    </a:moveTo>
                    <a:cubicBezTo>
                      <a:pt x="1537" y="0"/>
                      <a:pt x="248" y="1983"/>
                      <a:pt x="0" y="38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1"/>
              <p:cNvSpPr/>
              <p:nvPr/>
            </p:nvSpPr>
            <p:spPr>
              <a:xfrm>
                <a:off x="1901965" y="3278789"/>
                <a:ext cx="270845" cy="1082314"/>
              </a:xfrm>
              <a:custGeom>
                <a:avLst/>
                <a:gdLst/>
                <a:ahLst/>
                <a:cxnLst/>
                <a:rect l="l" t="t" r="r" b="b"/>
                <a:pathLst>
                  <a:path w="5583" h="22310" fill="none" extrusionOk="0">
                    <a:moveTo>
                      <a:pt x="0" y="0"/>
                    </a:moveTo>
                    <a:cubicBezTo>
                      <a:pt x="0" y="0"/>
                      <a:pt x="1200" y="952"/>
                      <a:pt x="1983" y="2896"/>
                    </a:cubicBezTo>
                    <a:cubicBezTo>
                      <a:pt x="4551" y="9341"/>
                      <a:pt x="5126" y="15250"/>
                      <a:pt x="5582" y="2231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1"/>
              <p:cNvSpPr/>
              <p:nvPr/>
            </p:nvSpPr>
            <p:spPr>
              <a:xfrm>
                <a:off x="1908175" y="3605369"/>
                <a:ext cx="324743" cy="240573"/>
              </a:xfrm>
              <a:custGeom>
                <a:avLst/>
                <a:gdLst/>
                <a:ahLst/>
                <a:cxnLst/>
                <a:rect l="l" t="t" r="r" b="b"/>
                <a:pathLst>
                  <a:path w="6694" h="4959" fill="none" extrusionOk="0">
                    <a:moveTo>
                      <a:pt x="6694" y="1"/>
                    </a:moveTo>
                    <a:cubicBezTo>
                      <a:pt x="5286" y="2192"/>
                      <a:pt x="4334" y="4959"/>
                      <a:pt x="4334" y="4959"/>
                    </a:cubicBezTo>
                    <a:cubicBezTo>
                      <a:pt x="4334" y="4959"/>
                      <a:pt x="2143" y="3679"/>
                      <a:pt x="1" y="314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1"/>
              <p:cNvSpPr/>
              <p:nvPr/>
            </p:nvSpPr>
            <p:spPr>
              <a:xfrm>
                <a:off x="2140547" y="3792041"/>
                <a:ext cx="128461" cy="208313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4294" fill="none" extrusionOk="0">
                    <a:moveTo>
                      <a:pt x="0" y="4293"/>
                    </a:moveTo>
                    <a:cubicBezTo>
                      <a:pt x="0" y="4293"/>
                      <a:pt x="1319" y="1487"/>
                      <a:pt x="2647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1"/>
              <p:cNvSpPr/>
              <p:nvPr/>
            </p:nvSpPr>
            <p:spPr>
              <a:xfrm>
                <a:off x="2258867" y="3619340"/>
                <a:ext cx="432974" cy="579676"/>
              </a:xfrm>
              <a:custGeom>
                <a:avLst/>
                <a:gdLst/>
                <a:ahLst/>
                <a:cxnLst/>
                <a:rect l="l" t="t" r="r" b="b"/>
                <a:pathLst>
                  <a:path w="8925" h="11949" fill="none" extrusionOk="0">
                    <a:moveTo>
                      <a:pt x="1160" y="11948"/>
                    </a:moveTo>
                    <a:cubicBezTo>
                      <a:pt x="1160" y="10907"/>
                      <a:pt x="367" y="10372"/>
                      <a:pt x="169" y="9509"/>
                    </a:cubicBezTo>
                    <a:cubicBezTo>
                      <a:pt x="0" y="8974"/>
                      <a:pt x="0" y="8389"/>
                      <a:pt x="288" y="7893"/>
                    </a:cubicBezTo>
                    <a:cubicBezTo>
                      <a:pt x="536" y="7397"/>
                      <a:pt x="992" y="7070"/>
                      <a:pt x="1160" y="6535"/>
                    </a:cubicBezTo>
                    <a:cubicBezTo>
                      <a:pt x="1279" y="6039"/>
                      <a:pt x="1031" y="5503"/>
                      <a:pt x="992" y="4918"/>
                    </a:cubicBezTo>
                    <a:cubicBezTo>
                      <a:pt x="863" y="3967"/>
                      <a:pt x="1448" y="2975"/>
                      <a:pt x="2310" y="2608"/>
                    </a:cubicBezTo>
                    <a:cubicBezTo>
                      <a:pt x="2687" y="2440"/>
                      <a:pt x="3054" y="2360"/>
                      <a:pt x="3391" y="2152"/>
                    </a:cubicBezTo>
                    <a:cubicBezTo>
                      <a:pt x="3966" y="1865"/>
                      <a:pt x="4254" y="1289"/>
                      <a:pt x="4789" y="913"/>
                    </a:cubicBezTo>
                    <a:cubicBezTo>
                      <a:pt x="5374" y="546"/>
                      <a:pt x="6068" y="248"/>
                      <a:pt x="6772" y="129"/>
                    </a:cubicBezTo>
                    <a:cubicBezTo>
                      <a:pt x="7149" y="50"/>
                      <a:pt x="7556" y="0"/>
                      <a:pt x="7932" y="129"/>
                    </a:cubicBezTo>
                    <a:cubicBezTo>
                      <a:pt x="8299" y="248"/>
                      <a:pt x="8636" y="546"/>
                      <a:pt x="8755" y="913"/>
                    </a:cubicBezTo>
                    <a:cubicBezTo>
                      <a:pt x="8924" y="1537"/>
                      <a:pt x="8428" y="2112"/>
                      <a:pt x="7972" y="2608"/>
                    </a:cubicBezTo>
                    <a:cubicBezTo>
                      <a:pt x="7516" y="3064"/>
                      <a:pt x="7020" y="3679"/>
                      <a:pt x="7268" y="4304"/>
                    </a:cubicBezTo>
                    <a:cubicBezTo>
                      <a:pt x="7357" y="4462"/>
                      <a:pt x="7476" y="4631"/>
                      <a:pt x="7556" y="4839"/>
                    </a:cubicBezTo>
                    <a:cubicBezTo>
                      <a:pt x="7972" y="5751"/>
                      <a:pt x="7189" y="6535"/>
                      <a:pt x="6406" y="6902"/>
                    </a:cubicBezTo>
                    <a:cubicBezTo>
                      <a:pt x="5989" y="7110"/>
                      <a:pt x="5533" y="7278"/>
                      <a:pt x="5166" y="7566"/>
                    </a:cubicBezTo>
                    <a:cubicBezTo>
                      <a:pt x="4581" y="7982"/>
                      <a:pt x="4541" y="8478"/>
                      <a:pt x="4462" y="9093"/>
                    </a:cubicBezTo>
                    <a:cubicBezTo>
                      <a:pt x="4383" y="9717"/>
                      <a:pt x="4046" y="10124"/>
                      <a:pt x="3510" y="10372"/>
                    </a:cubicBezTo>
                    <a:cubicBezTo>
                      <a:pt x="3054" y="10580"/>
                      <a:pt x="1944" y="10749"/>
                      <a:pt x="1160" y="1194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1"/>
              <p:cNvSpPr/>
              <p:nvPr/>
            </p:nvSpPr>
            <p:spPr>
              <a:xfrm>
                <a:off x="2303110" y="3695794"/>
                <a:ext cx="274241" cy="651377"/>
              </a:xfrm>
              <a:custGeom>
                <a:avLst/>
                <a:gdLst/>
                <a:ahLst/>
                <a:cxnLst/>
                <a:rect l="l" t="t" r="r" b="b"/>
                <a:pathLst>
                  <a:path w="5653" h="13427" fill="none" extrusionOk="0">
                    <a:moveTo>
                      <a:pt x="5652" y="1"/>
                    </a:moveTo>
                    <a:cubicBezTo>
                      <a:pt x="4710" y="784"/>
                      <a:pt x="2678" y="3223"/>
                      <a:pt x="1934" y="4919"/>
                    </a:cubicBezTo>
                    <a:cubicBezTo>
                      <a:pt x="655" y="7844"/>
                      <a:pt x="80" y="10204"/>
                      <a:pt x="0" y="1342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1"/>
              <p:cNvSpPr/>
              <p:nvPr/>
            </p:nvSpPr>
            <p:spPr>
              <a:xfrm>
                <a:off x="2303110" y="3960376"/>
                <a:ext cx="31776" cy="14626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015" fill="none" extrusionOk="0">
                    <a:moveTo>
                      <a:pt x="0" y="0"/>
                    </a:moveTo>
                    <a:cubicBezTo>
                      <a:pt x="0" y="0"/>
                      <a:pt x="199" y="2063"/>
                      <a:pt x="655" y="301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1"/>
              <p:cNvSpPr/>
              <p:nvPr/>
            </p:nvSpPr>
            <p:spPr>
              <a:xfrm>
                <a:off x="2355067" y="3754008"/>
                <a:ext cx="272786" cy="206421"/>
              </a:xfrm>
              <a:custGeom>
                <a:avLst/>
                <a:gdLst/>
                <a:ahLst/>
                <a:cxnLst/>
                <a:rect l="l" t="t" r="r" b="b"/>
                <a:pathLst>
                  <a:path w="5623" h="4255" fill="none" extrusionOk="0">
                    <a:moveTo>
                      <a:pt x="0" y="1"/>
                    </a:moveTo>
                    <a:cubicBezTo>
                      <a:pt x="0" y="1"/>
                      <a:pt x="169" y="2886"/>
                      <a:pt x="665" y="4254"/>
                    </a:cubicBezTo>
                    <a:cubicBezTo>
                      <a:pt x="665" y="4254"/>
                      <a:pt x="2896" y="2767"/>
                      <a:pt x="5622" y="21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1"/>
              <p:cNvSpPr/>
              <p:nvPr/>
            </p:nvSpPr>
            <p:spPr>
              <a:xfrm>
                <a:off x="2441175" y="3713598"/>
                <a:ext cx="176585" cy="116479"/>
              </a:xfrm>
              <a:custGeom>
                <a:avLst/>
                <a:gdLst/>
                <a:ahLst/>
                <a:cxnLst/>
                <a:rect l="l" t="t" r="r" b="b"/>
                <a:pathLst>
                  <a:path w="3640" h="2401" fill="none" extrusionOk="0">
                    <a:moveTo>
                      <a:pt x="0" y="1"/>
                    </a:moveTo>
                    <a:cubicBezTo>
                      <a:pt x="0" y="1"/>
                      <a:pt x="40" y="1280"/>
                      <a:pt x="377" y="2400"/>
                    </a:cubicBezTo>
                    <a:cubicBezTo>
                      <a:pt x="377" y="2400"/>
                      <a:pt x="1656" y="1776"/>
                      <a:pt x="3639" y="13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1"/>
              <p:cNvSpPr/>
              <p:nvPr/>
            </p:nvSpPr>
            <p:spPr>
              <a:xfrm>
                <a:off x="2429144" y="3811737"/>
                <a:ext cx="178477" cy="64522"/>
              </a:xfrm>
              <a:custGeom>
                <a:avLst/>
                <a:gdLst/>
                <a:ahLst/>
                <a:cxnLst/>
                <a:rect l="l" t="t" r="r" b="b"/>
                <a:pathLst>
                  <a:path w="3679" h="1330" fill="none" extrusionOk="0">
                    <a:moveTo>
                      <a:pt x="0" y="1329"/>
                    </a:moveTo>
                    <a:cubicBezTo>
                      <a:pt x="0" y="1329"/>
                      <a:pt x="1864" y="338"/>
                      <a:pt x="3679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1"/>
              <p:cNvSpPr/>
              <p:nvPr/>
            </p:nvSpPr>
            <p:spPr>
              <a:xfrm>
                <a:off x="2355067" y="3986330"/>
                <a:ext cx="154464" cy="56323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1161" fill="none" extrusionOk="0">
                    <a:moveTo>
                      <a:pt x="0" y="1161"/>
                    </a:moveTo>
                    <a:cubicBezTo>
                      <a:pt x="0" y="1161"/>
                      <a:pt x="1240" y="249"/>
                      <a:pt x="3183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6" name="Google Shape;1286;p1"/>
            <p:cNvSpPr/>
            <p:nvPr/>
          </p:nvSpPr>
          <p:spPr>
            <a:xfrm>
              <a:off x="2111024" y="4350889"/>
              <a:ext cx="406422" cy="566816"/>
            </a:xfrm>
            <a:custGeom>
              <a:avLst/>
              <a:gdLst/>
              <a:ahLst/>
              <a:cxnLst/>
              <a:rect l="l" t="t" r="r" b="b"/>
              <a:pathLst>
                <a:path w="9421" h="13139" extrusionOk="0">
                  <a:moveTo>
                    <a:pt x="1" y="0"/>
                  </a:moveTo>
                  <a:lnTo>
                    <a:pt x="1" y="2816"/>
                  </a:lnTo>
                  <a:cubicBezTo>
                    <a:pt x="1" y="9093"/>
                    <a:pt x="1865" y="13138"/>
                    <a:pt x="1865" y="13138"/>
                  </a:cubicBezTo>
                  <a:lnTo>
                    <a:pt x="7566" y="13138"/>
                  </a:lnTo>
                  <a:cubicBezTo>
                    <a:pt x="7566" y="13138"/>
                    <a:pt x="9420" y="9093"/>
                    <a:pt x="9420" y="2816"/>
                  </a:cubicBezTo>
                  <a:lnTo>
                    <a:pt x="94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7" name="Google Shape;1287;p1"/>
            <p:cNvGrpSpPr/>
            <p:nvPr/>
          </p:nvGrpSpPr>
          <p:grpSpPr>
            <a:xfrm>
              <a:off x="5984084" y="3408282"/>
              <a:ext cx="991141" cy="1251251"/>
              <a:chOff x="6327271" y="3206652"/>
              <a:chExt cx="1114518" cy="1407007"/>
            </a:xfrm>
          </p:grpSpPr>
          <p:sp>
            <p:nvSpPr>
              <p:cNvPr id="1288" name="Google Shape;1288;p1"/>
              <p:cNvSpPr/>
              <p:nvPr/>
            </p:nvSpPr>
            <p:spPr>
              <a:xfrm>
                <a:off x="6842419" y="3254727"/>
                <a:ext cx="356955" cy="862019"/>
              </a:xfrm>
              <a:custGeom>
                <a:avLst/>
                <a:gdLst/>
                <a:ahLst/>
                <a:cxnLst/>
                <a:rect l="l" t="t" r="r" b="b"/>
                <a:pathLst>
                  <a:path w="7358" h="17769" fill="none" extrusionOk="0">
                    <a:moveTo>
                      <a:pt x="2192" y="17769"/>
                    </a:moveTo>
                    <a:cubicBezTo>
                      <a:pt x="1161" y="16777"/>
                      <a:pt x="209" y="15201"/>
                      <a:pt x="80" y="13555"/>
                    </a:cubicBezTo>
                    <a:cubicBezTo>
                      <a:pt x="0" y="12851"/>
                      <a:pt x="80" y="12068"/>
                      <a:pt x="248" y="11364"/>
                    </a:cubicBezTo>
                    <a:cubicBezTo>
                      <a:pt x="457" y="10660"/>
                      <a:pt x="823" y="10045"/>
                      <a:pt x="952" y="9341"/>
                    </a:cubicBezTo>
                    <a:cubicBezTo>
                      <a:pt x="1200" y="7973"/>
                      <a:pt x="417" y="6525"/>
                      <a:pt x="1032" y="5286"/>
                    </a:cubicBezTo>
                    <a:cubicBezTo>
                      <a:pt x="1280" y="4879"/>
                      <a:pt x="1983" y="4671"/>
                      <a:pt x="2271" y="4294"/>
                    </a:cubicBezTo>
                    <a:cubicBezTo>
                      <a:pt x="2767" y="3679"/>
                      <a:pt x="2727" y="2688"/>
                      <a:pt x="3054" y="1904"/>
                    </a:cubicBezTo>
                    <a:cubicBezTo>
                      <a:pt x="3510" y="705"/>
                      <a:pt x="4502" y="1"/>
                      <a:pt x="5533" y="40"/>
                    </a:cubicBezTo>
                    <a:cubicBezTo>
                      <a:pt x="6406" y="80"/>
                      <a:pt x="7358" y="913"/>
                      <a:pt x="7358" y="2023"/>
                    </a:cubicBezTo>
                    <a:cubicBezTo>
                      <a:pt x="7358" y="2936"/>
                      <a:pt x="6773" y="3679"/>
                      <a:pt x="6525" y="4502"/>
                    </a:cubicBezTo>
                    <a:cubicBezTo>
                      <a:pt x="6277" y="5246"/>
                      <a:pt x="6237" y="6079"/>
                      <a:pt x="6485" y="6822"/>
                    </a:cubicBezTo>
                    <a:cubicBezTo>
                      <a:pt x="6733" y="7725"/>
                      <a:pt x="7318" y="8637"/>
                      <a:pt x="7070" y="9549"/>
                    </a:cubicBezTo>
                    <a:cubicBezTo>
                      <a:pt x="6822" y="10372"/>
                      <a:pt x="5662" y="10987"/>
                      <a:pt x="5246" y="11651"/>
                    </a:cubicBezTo>
                    <a:cubicBezTo>
                      <a:pt x="4462" y="12891"/>
                      <a:pt x="5781" y="14170"/>
                      <a:pt x="4591" y="15122"/>
                    </a:cubicBezTo>
                    <a:cubicBezTo>
                      <a:pt x="3967" y="15538"/>
                      <a:pt x="2559" y="15994"/>
                      <a:pt x="2192" y="1776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1"/>
              <p:cNvSpPr/>
              <p:nvPr/>
            </p:nvSpPr>
            <p:spPr>
              <a:xfrm>
                <a:off x="7008863" y="3312941"/>
                <a:ext cx="46184" cy="166495"/>
              </a:xfrm>
              <a:custGeom>
                <a:avLst/>
                <a:gdLst/>
                <a:ahLst/>
                <a:cxnLst/>
                <a:rect l="l" t="t" r="r" b="b"/>
                <a:pathLst>
                  <a:path w="952" h="3432" fill="none" extrusionOk="0">
                    <a:moveTo>
                      <a:pt x="952" y="3431"/>
                    </a:moveTo>
                    <a:cubicBezTo>
                      <a:pt x="952" y="3431"/>
                      <a:pt x="615" y="1408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1"/>
              <p:cNvSpPr/>
              <p:nvPr/>
            </p:nvSpPr>
            <p:spPr>
              <a:xfrm>
                <a:off x="7017013" y="3555353"/>
                <a:ext cx="132342" cy="8038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1657" fill="none" extrusionOk="0">
                    <a:moveTo>
                      <a:pt x="2727" y="1"/>
                    </a:moveTo>
                    <a:cubicBezTo>
                      <a:pt x="2727" y="1"/>
                      <a:pt x="695" y="992"/>
                      <a:pt x="1" y="165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1"/>
              <p:cNvSpPr/>
              <p:nvPr/>
            </p:nvSpPr>
            <p:spPr>
              <a:xfrm>
                <a:off x="6982861" y="3369214"/>
                <a:ext cx="50065" cy="19439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4007" fill="none" extrusionOk="0">
                    <a:moveTo>
                      <a:pt x="1" y="0"/>
                    </a:moveTo>
                    <a:cubicBezTo>
                      <a:pt x="1" y="0"/>
                      <a:pt x="824" y="1984"/>
                      <a:pt x="1032" y="400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"/>
              <p:cNvSpPr/>
              <p:nvPr/>
            </p:nvSpPr>
            <p:spPr>
              <a:xfrm>
                <a:off x="7055046" y="3429320"/>
                <a:ext cx="122203" cy="50113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1033" fill="none" extrusionOk="0">
                    <a:moveTo>
                      <a:pt x="2519" y="1"/>
                    </a:moveTo>
                    <a:cubicBezTo>
                      <a:pt x="2519" y="1"/>
                      <a:pt x="783" y="368"/>
                      <a:pt x="0" y="103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1"/>
              <p:cNvSpPr/>
              <p:nvPr/>
            </p:nvSpPr>
            <p:spPr>
              <a:xfrm>
                <a:off x="6932845" y="3268698"/>
                <a:ext cx="216511" cy="113669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23431" fill="none" extrusionOk="0">
                    <a:moveTo>
                      <a:pt x="4462" y="0"/>
                    </a:moveTo>
                    <a:cubicBezTo>
                      <a:pt x="4462" y="0"/>
                      <a:pt x="3511" y="952"/>
                      <a:pt x="2886" y="3014"/>
                    </a:cubicBezTo>
                    <a:cubicBezTo>
                      <a:pt x="823" y="9797"/>
                      <a:pt x="367" y="16033"/>
                      <a:pt x="1" y="2343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1"/>
              <p:cNvSpPr/>
              <p:nvPr/>
            </p:nvSpPr>
            <p:spPr>
              <a:xfrm>
                <a:off x="6884721" y="3611627"/>
                <a:ext cx="260318" cy="252605"/>
              </a:xfrm>
              <a:custGeom>
                <a:avLst/>
                <a:gdLst/>
                <a:ahLst/>
                <a:cxnLst/>
                <a:rect l="l" t="t" r="r" b="b"/>
                <a:pathLst>
                  <a:path w="5366" h="5207" fill="none" extrusionOk="0">
                    <a:moveTo>
                      <a:pt x="1" y="1"/>
                    </a:moveTo>
                    <a:cubicBezTo>
                      <a:pt x="1111" y="2271"/>
                      <a:pt x="1895" y="5206"/>
                      <a:pt x="1895" y="5206"/>
                    </a:cubicBezTo>
                    <a:cubicBezTo>
                      <a:pt x="1895" y="5206"/>
                      <a:pt x="3630" y="3878"/>
                      <a:pt x="5365" y="326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"/>
              <p:cNvSpPr/>
              <p:nvPr/>
            </p:nvSpPr>
            <p:spPr>
              <a:xfrm>
                <a:off x="6854450" y="3805964"/>
                <a:ext cx="104399" cy="220344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4542" fill="none" extrusionOk="0">
                    <a:moveTo>
                      <a:pt x="2152" y="4542"/>
                    </a:moveTo>
                    <a:cubicBezTo>
                      <a:pt x="2152" y="4542"/>
                      <a:pt x="1071" y="1607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1"/>
              <p:cNvSpPr/>
              <p:nvPr/>
            </p:nvSpPr>
            <p:spPr>
              <a:xfrm>
                <a:off x="6327271" y="3613567"/>
                <a:ext cx="439184" cy="699453"/>
              </a:xfrm>
              <a:custGeom>
                <a:avLst/>
                <a:gdLst/>
                <a:ahLst/>
                <a:cxnLst/>
                <a:rect l="l" t="t" r="r" b="b"/>
                <a:pathLst>
                  <a:path w="9053" h="14418" fill="none" extrusionOk="0">
                    <a:moveTo>
                      <a:pt x="7853" y="14417"/>
                    </a:moveTo>
                    <a:cubicBezTo>
                      <a:pt x="7893" y="13218"/>
                      <a:pt x="8676" y="12603"/>
                      <a:pt x="8884" y="11611"/>
                    </a:cubicBezTo>
                    <a:cubicBezTo>
                      <a:pt x="9053" y="10987"/>
                      <a:pt x="9053" y="10332"/>
                      <a:pt x="8805" y="9747"/>
                    </a:cubicBezTo>
                    <a:cubicBezTo>
                      <a:pt x="8517" y="9212"/>
                      <a:pt x="8061" y="8845"/>
                      <a:pt x="7893" y="8220"/>
                    </a:cubicBezTo>
                    <a:cubicBezTo>
                      <a:pt x="7774" y="7645"/>
                      <a:pt x="8022" y="7021"/>
                      <a:pt x="8061" y="6406"/>
                    </a:cubicBezTo>
                    <a:cubicBezTo>
                      <a:pt x="8180" y="5285"/>
                      <a:pt x="7605" y="4175"/>
                      <a:pt x="6693" y="3719"/>
                    </a:cubicBezTo>
                    <a:cubicBezTo>
                      <a:pt x="6286" y="3471"/>
                      <a:pt x="5830" y="3392"/>
                      <a:pt x="5454" y="3094"/>
                    </a:cubicBezTo>
                    <a:cubicBezTo>
                      <a:pt x="5087" y="2807"/>
                      <a:pt x="4839" y="2440"/>
                      <a:pt x="4502" y="2103"/>
                    </a:cubicBezTo>
                    <a:cubicBezTo>
                      <a:pt x="3599" y="1240"/>
                      <a:pt x="1408" y="0"/>
                      <a:pt x="377" y="1280"/>
                    </a:cubicBezTo>
                    <a:cubicBezTo>
                      <a:pt x="248" y="1488"/>
                      <a:pt x="169" y="1736"/>
                      <a:pt x="129" y="1984"/>
                    </a:cubicBezTo>
                    <a:cubicBezTo>
                      <a:pt x="0" y="2727"/>
                      <a:pt x="129" y="3550"/>
                      <a:pt x="585" y="4175"/>
                    </a:cubicBezTo>
                    <a:cubicBezTo>
                      <a:pt x="992" y="4710"/>
                      <a:pt x="1656" y="5037"/>
                      <a:pt x="2231" y="5454"/>
                    </a:cubicBezTo>
                    <a:cubicBezTo>
                      <a:pt x="2608" y="5702"/>
                      <a:pt x="2856" y="5989"/>
                      <a:pt x="2856" y="6485"/>
                    </a:cubicBezTo>
                    <a:cubicBezTo>
                      <a:pt x="2895" y="7021"/>
                      <a:pt x="2648" y="7556"/>
                      <a:pt x="2856" y="8101"/>
                    </a:cubicBezTo>
                    <a:cubicBezTo>
                      <a:pt x="3143" y="8845"/>
                      <a:pt x="3262" y="8924"/>
                      <a:pt x="3808" y="9380"/>
                    </a:cubicBezTo>
                    <a:cubicBezTo>
                      <a:pt x="4383" y="9836"/>
                      <a:pt x="4462" y="10412"/>
                      <a:pt x="4551" y="11155"/>
                    </a:cubicBezTo>
                    <a:cubicBezTo>
                      <a:pt x="4631" y="11859"/>
                      <a:pt x="4918" y="12355"/>
                      <a:pt x="5493" y="12643"/>
                    </a:cubicBezTo>
                    <a:cubicBezTo>
                      <a:pt x="5949" y="12890"/>
                      <a:pt x="7109" y="13059"/>
                      <a:pt x="7853" y="1441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1"/>
              <p:cNvSpPr/>
              <p:nvPr/>
            </p:nvSpPr>
            <p:spPr>
              <a:xfrm>
                <a:off x="6441710" y="3735719"/>
                <a:ext cx="280499" cy="745637"/>
              </a:xfrm>
              <a:custGeom>
                <a:avLst/>
                <a:gdLst/>
                <a:ahLst/>
                <a:cxnLst/>
                <a:rect l="l" t="t" r="r" b="b"/>
                <a:pathLst>
                  <a:path w="5782" h="15370" fill="none" extrusionOk="0">
                    <a:moveTo>
                      <a:pt x="1" y="1"/>
                    </a:moveTo>
                    <a:cubicBezTo>
                      <a:pt x="953" y="913"/>
                      <a:pt x="3055" y="3680"/>
                      <a:pt x="3799" y="5663"/>
                    </a:cubicBezTo>
                    <a:cubicBezTo>
                      <a:pt x="5117" y="9004"/>
                      <a:pt x="5702" y="11731"/>
                      <a:pt x="5782" y="15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"/>
              <p:cNvSpPr/>
              <p:nvPr/>
            </p:nvSpPr>
            <p:spPr>
              <a:xfrm>
                <a:off x="6688005" y="4038286"/>
                <a:ext cx="34201" cy="170327"/>
              </a:xfrm>
              <a:custGeom>
                <a:avLst/>
                <a:gdLst/>
                <a:ahLst/>
                <a:cxnLst/>
                <a:rect l="l" t="t" r="r" b="b"/>
                <a:pathLst>
                  <a:path w="705" h="3511" fill="none" extrusionOk="0">
                    <a:moveTo>
                      <a:pt x="705" y="1"/>
                    </a:moveTo>
                    <a:cubicBezTo>
                      <a:pt x="705" y="1"/>
                      <a:pt x="496" y="2361"/>
                      <a:pt x="1" y="351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1"/>
              <p:cNvSpPr/>
              <p:nvPr/>
            </p:nvSpPr>
            <p:spPr>
              <a:xfrm>
                <a:off x="6637989" y="3804024"/>
                <a:ext cx="30369" cy="234315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830" fill="none" extrusionOk="0">
                    <a:moveTo>
                      <a:pt x="625" y="1"/>
                    </a:moveTo>
                    <a:cubicBezTo>
                      <a:pt x="625" y="1"/>
                      <a:pt x="457" y="3303"/>
                      <a:pt x="0" y="483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"/>
              <p:cNvSpPr/>
              <p:nvPr/>
            </p:nvSpPr>
            <p:spPr>
              <a:xfrm>
                <a:off x="6401348" y="3757889"/>
                <a:ext cx="180418" cy="134234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2767" fill="none" extrusionOk="0">
                    <a:moveTo>
                      <a:pt x="3718" y="0"/>
                    </a:moveTo>
                    <a:cubicBezTo>
                      <a:pt x="3718" y="0"/>
                      <a:pt x="3639" y="1448"/>
                      <a:pt x="3351" y="2766"/>
                    </a:cubicBezTo>
                    <a:cubicBezTo>
                      <a:pt x="3351" y="2766"/>
                      <a:pt x="1983" y="2023"/>
                      <a:pt x="0" y="15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"/>
              <p:cNvSpPr/>
              <p:nvPr/>
            </p:nvSpPr>
            <p:spPr>
              <a:xfrm>
                <a:off x="6511956" y="4068606"/>
                <a:ext cx="158296" cy="65928"/>
              </a:xfrm>
              <a:custGeom>
                <a:avLst/>
                <a:gdLst/>
                <a:ahLst/>
                <a:cxnLst/>
                <a:rect l="l" t="t" r="r" b="b"/>
                <a:pathLst>
                  <a:path w="3263" h="1359" fill="none" extrusionOk="0">
                    <a:moveTo>
                      <a:pt x="3263" y="1359"/>
                    </a:moveTo>
                    <a:cubicBezTo>
                      <a:pt x="3263" y="1359"/>
                      <a:pt x="1984" y="328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1"/>
              <p:cNvSpPr/>
              <p:nvPr/>
            </p:nvSpPr>
            <p:spPr>
              <a:xfrm>
                <a:off x="6994892" y="3643402"/>
                <a:ext cx="446897" cy="615721"/>
              </a:xfrm>
              <a:custGeom>
                <a:avLst/>
                <a:gdLst/>
                <a:ahLst/>
                <a:cxnLst/>
                <a:rect l="l" t="t" r="r" b="b"/>
                <a:pathLst>
                  <a:path w="9212" h="12692" fill="none" extrusionOk="0">
                    <a:moveTo>
                      <a:pt x="863" y="12692"/>
                    </a:moveTo>
                    <a:cubicBezTo>
                      <a:pt x="1280" y="11899"/>
                      <a:pt x="1944" y="11452"/>
                      <a:pt x="2559" y="11115"/>
                    </a:cubicBezTo>
                    <a:cubicBezTo>
                      <a:pt x="3223" y="10788"/>
                      <a:pt x="3967" y="10292"/>
                      <a:pt x="4254" y="9469"/>
                    </a:cubicBezTo>
                    <a:cubicBezTo>
                      <a:pt x="4334" y="9221"/>
                      <a:pt x="4373" y="8924"/>
                      <a:pt x="4542" y="8676"/>
                    </a:cubicBezTo>
                    <a:cubicBezTo>
                      <a:pt x="4750" y="8270"/>
                      <a:pt x="5166" y="8061"/>
                      <a:pt x="5533" y="7893"/>
                    </a:cubicBezTo>
                    <a:cubicBezTo>
                      <a:pt x="5950" y="7734"/>
                      <a:pt x="6356" y="7605"/>
                      <a:pt x="6693" y="7278"/>
                    </a:cubicBezTo>
                    <a:cubicBezTo>
                      <a:pt x="6981" y="7030"/>
                      <a:pt x="7189" y="6614"/>
                      <a:pt x="7229" y="6197"/>
                    </a:cubicBezTo>
                    <a:cubicBezTo>
                      <a:pt x="7269" y="5791"/>
                      <a:pt x="7189" y="5335"/>
                      <a:pt x="7308" y="4958"/>
                    </a:cubicBezTo>
                    <a:cubicBezTo>
                      <a:pt x="7477" y="4551"/>
                      <a:pt x="7844" y="4303"/>
                      <a:pt x="8181" y="3966"/>
                    </a:cubicBezTo>
                    <a:cubicBezTo>
                      <a:pt x="8795" y="3391"/>
                      <a:pt x="9212" y="2400"/>
                      <a:pt x="9172" y="1488"/>
                    </a:cubicBezTo>
                    <a:cubicBezTo>
                      <a:pt x="9043" y="208"/>
                      <a:pt x="7973" y="0"/>
                      <a:pt x="7060" y="377"/>
                    </a:cubicBezTo>
                    <a:cubicBezTo>
                      <a:pt x="6485" y="625"/>
                      <a:pt x="5950" y="992"/>
                      <a:pt x="5365" y="1200"/>
                    </a:cubicBezTo>
                    <a:cubicBezTo>
                      <a:pt x="4829" y="1369"/>
                      <a:pt x="4294" y="1369"/>
                      <a:pt x="3798" y="1577"/>
                    </a:cubicBezTo>
                    <a:cubicBezTo>
                      <a:pt x="3263" y="1825"/>
                      <a:pt x="2767" y="2360"/>
                      <a:pt x="2559" y="3024"/>
                    </a:cubicBezTo>
                    <a:cubicBezTo>
                      <a:pt x="2390" y="3520"/>
                      <a:pt x="2390" y="4095"/>
                      <a:pt x="2271" y="4591"/>
                    </a:cubicBezTo>
                    <a:cubicBezTo>
                      <a:pt x="2142" y="5007"/>
                      <a:pt x="1984" y="5335"/>
                      <a:pt x="1736" y="5662"/>
                    </a:cubicBezTo>
                    <a:cubicBezTo>
                      <a:pt x="1071" y="6534"/>
                      <a:pt x="209" y="6862"/>
                      <a:pt x="80" y="8101"/>
                    </a:cubicBezTo>
                    <a:cubicBezTo>
                      <a:pt x="1" y="9420"/>
                      <a:pt x="367" y="11492"/>
                      <a:pt x="863" y="12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1"/>
              <p:cNvSpPr/>
              <p:nvPr/>
            </p:nvSpPr>
            <p:spPr>
              <a:xfrm>
                <a:off x="7004982" y="3721796"/>
                <a:ext cx="360836" cy="735498"/>
              </a:xfrm>
              <a:custGeom>
                <a:avLst/>
                <a:gdLst/>
                <a:ahLst/>
                <a:cxnLst/>
                <a:rect l="l" t="t" r="r" b="b"/>
                <a:pathLst>
                  <a:path w="7438" h="15161" fill="none" extrusionOk="0">
                    <a:moveTo>
                      <a:pt x="7437" y="0"/>
                    </a:moveTo>
                    <a:cubicBezTo>
                      <a:pt x="3015" y="2975"/>
                      <a:pt x="616" y="9172"/>
                      <a:pt x="1" y="1516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"/>
              <p:cNvSpPr/>
              <p:nvPr/>
            </p:nvSpPr>
            <p:spPr>
              <a:xfrm>
                <a:off x="7137274" y="3972407"/>
                <a:ext cx="196282" cy="19745"/>
              </a:xfrm>
              <a:custGeom>
                <a:avLst/>
                <a:gdLst/>
                <a:ahLst/>
                <a:cxnLst/>
                <a:rect l="l" t="t" r="r" b="b"/>
                <a:pathLst>
                  <a:path w="4046" h="407" fill="none" extrusionOk="0">
                    <a:moveTo>
                      <a:pt x="4046" y="119"/>
                    </a:moveTo>
                    <a:cubicBezTo>
                      <a:pt x="4046" y="119"/>
                      <a:pt x="1855" y="0"/>
                      <a:pt x="1" y="4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1"/>
              <p:cNvSpPr/>
              <p:nvPr/>
            </p:nvSpPr>
            <p:spPr>
              <a:xfrm>
                <a:off x="7165168" y="3729946"/>
                <a:ext cx="180418" cy="202103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4166" fill="none" extrusionOk="0">
                    <a:moveTo>
                      <a:pt x="536" y="1"/>
                    </a:moveTo>
                    <a:cubicBezTo>
                      <a:pt x="1" y="1815"/>
                      <a:pt x="80" y="4165"/>
                      <a:pt x="80" y="4165"/>
                    </a:cubicBezTo>
                    <a:cubicBezTo>
                      <a:pt x="80" y="4165"/>
                      <a:pt x="1775" y="3878"/>
                      <a:pt x="3719" y="391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1"/>
              <p:cNvSpPr/>
              <p:nvPr/>
            </p:nvSpPr>
            <p:spPr>
              <a:xfrm>
                <a:off x="7271458" y="3793933"/>
                <a:ext cx="146314" cy="824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170" fill="none" extrusionOk="0">
                    <a:moveTo>
                      <a:pt x="3015" y="169"/>
                    </a:moveTo>
                    <a:cubicBezTo>
                      <a:pt x="3015" y="169"/>
                      <a:pt x="1151" y="1"/>
                      <a:pt x="1" y="1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1"/>
              <p:cNvSpPr/>
              <p:nvPr/>
            </p:nvSpPr>
            <p:spPr>
              <a:xfrm>
                <a:off x="7053106" y="3918026"/>
                <a:ext cx="152038" cy="194390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4007" fill="none" extrusionOk="0">
                    <a:moveTo>
                      <a:pt x="3134" y="3560"/>
                    </a:moveTo>
                    <a:cubicBezTo>
                      <a:pt x="3134" y="3560"/>
                      <a:pt x="1736" y="3560"/>
                      <a:pt x="615" y="4007"/>
                    </a:cubicBezTo>
                    <a:cubicBezTo>
                      <a:pt x="615" y="4007"/>
                      <a:pt x="0" y="2400"/>
                      <a:pt x="536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1"/>
              <p:cNvSpPr/>
              <p:nvPr/>
            </p:nvSpPr>
            <p:spPr>
              <a:xfrm>
                <a:off x="6503806" y="3206652"/>
                <a:ext cx="424775" cy="1001977"/>
              </a:xfrm>
              <a:custGeom>
                <a:avLst/>
                <a:gdLst/>
                <a:ahLst/>
                <a:cxnLst/>
                <a:rect l="l" t="t" r="r" b="b"/>
                <a:pathLst>
                  <a:path w="8756" h="20654" fill="none" extrusionOk="0">
                    <a:moveTo>
                      <a:pt x="6445" y="20654"/>
                    </a:moveTo>
                    <a:cubicBezTo>
                      <a:pt x="6653" y="19375"/>
                      <a:pt x="8388" y="17887"/>
                      <a:pt x="8299" y="16569"/>
                    </a:cubicBezTo>
                    <a:cubicBezTo>
                      <a:pt x="8220" y="15002"/>
                      <a:pt x="7060" y="14754"/>
                      <a:pt x="8141" y="12067"/>
                    </a:cubicBezTo>
                    <a:cubicBezTo>
                      <a:pt x="8547" y="11036"/>
                      <a:pt x="8755" y="9876"/>
                      <a:pt x="8428" y="8805"/>
                    </a:cubicBezTo>
                    <a:cubicBezTo>
                      <a:pt x="7972" y="7516"/>
                      <a:pt x="6941" y="6980"/>
                      <a:pt x="6118" y="6029"/>
                    </a:cubicBezTo>
                    <a:cubicBezTo>
                      <a:pt x="5325" y="5166"/>
                      <a:pt x="5245" y="3966"/>
                      <a:pt x="4789" y="2895"/>
                    </a:cubicBezTo>
                    <a:cubicBezTo>
                      <a:pt x="4383" y="1815"/>
                      <a:pt x="3342" y="664"/>
                      <a:pt x="2271" y="288"/>
                    </a:cubicBezTo>
                    <a:cubicBezTo>
                      <a:pt x="1606" y="0"/>
                      <a:pt x="912" y="208"/>
                      <a:pt x="496" y="823"/>
                    </a:cubicBezTo>
                    <a:cubicBezTo>
                      <a:pt x="169" y="1368"/>
                      <a:pt x="40" y="2023"/>
                      <a:pt x="0" y="2647"/>
                    </a:cubicBezTo>
                    <a:cubicBezTo>
                      <a:pt x="0" y="3550"/>
                      <a:pt x="169" y="4422"/>
                      <a:pt x="535" y="5245"/>
                    </a:cubicBezTo>
                    <a:cubicBezTo>
                      <a:pt x="912" y="6029"/>
                      <a:pt x="1487" y="6693"/>
                      <a:pt x="1815" y="7516"/>
                    </a:cubicBezTo>
                    <a:cubicBezTo>
                      <a:pt x="2231" y="8557"/>
                      <a:pt x="1735" y="9628"/>
                      <a:pt x="1735" y="10699"/>
                    </a:cubicBezTo>
                    <a:cubicBezTo>
                      <a:pt x="1775" y="12523"/>
                      <a:pt x="3510" y="12811"/>
                      <a:pt x="4006" y="14338"/>
                    </a:cubicBezTo>
                    <a:cubicBezTo>
                      <a:pt x="4174" y="14794"/>
                      <a:pt x="4045" y="15290"/>
                      <a:pt x="3927" y="15696"/>
                    </a:cubicBezTo>
                    <a:cubicBezTo>
                      <a:pt x="3758" y="16400"/>
                      <a:pt x="3589" y="16935"/>
                      <a:pt x="4174" y="17639"/>
                    </a:cubicBezTo>
                    <a:cubicBezTo>
                      <a:pt x="5414" y="19047"/>
                      <a:pt x="6157" y="19295"/>
                      <a:pt x="6445" y="2065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1"/>
              <p:cNvSpPr/>
              <p:nvPr/>
            </p:nvSpPr>
            <p:spPr>
              <a:xfrm>
                <a:off x="6587974" y="3278789"/>
                <a:ext cx="244406" cy="1334870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27516" fill="none" extrusionOk="0">
                    <a:moveTo>
                      <a:pt x="0" y="0"/>
                    </a:moveTo>
                    <a:cubicBezTo>
                      <a:pt x="863" y="1319"/>
                      <a:pt x="2063" y="3758"/>
                      <a:pt x="2687" y="5989"/>
                    </a:cubicBezTo>
                    <a:cubicBezTo>
                      <a:pt x="4670" y="13515"/>
                      <a:pt x="5037" y="19752"/>
                      <a:pt x="4631" y="2751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1"/>
              <p:cNvSpPr/>
              <p:nvPr/>
            </p:nvSpPr>
            <p:spPr>
              <a:xfrm>
                <a:off x="6503806" y="3286939"/>
                <a:ext cx="210253" cy="184299"/>
              </a:xfrm>
              <a:custGeom>
                <a:avLst/>
                <a:gdLst/>
                <a:ahLst/>
                <a:cxnLst/>
                <a:rect l="l" t="t" r="r" b="b"/>
                <a:pathLst>
                  <a:path w="4334" h="3799" fill="none" extrusionOk="0">
                    <a:moveTo>
                      <a:pt x="0" y="2024"/>
                    </a:moveTo>
                    <a:cubicBezTo>
                      <a:pt x="0" y="2024"/>
                      <a:pt x="2023" y="2440"/>
                      <a:pt x="3718" y="3799"/>
                    </a:cubicBezTo>
                    <a:cubicBezTo>
                      <a:pt x="3718" y="3799"/>
                      <a:pt x="4333" y="1855"/>
                      <a:pt x="4045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1"/>
              <p:cNvSpPr/>
              <p:nvPr/>
            </p:nvSpPr>
            <p:spPr>
              <a:xfrm>
                <a:off x="6523986" y="3447124"/>
                <a:ext cx="182358" cy="86158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1776" fill="none" extrusionOk="0">
                    <a:moveTo>
                      <a:pt x="0" y="1"/>
                    </a:moveTo>
                    <a:cubicBezTo>
                      <a:pt x="0" y="1"/>
                      <a:pt x="2430" y="873"/>
                      <a:pt x="3758" y="17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1"/>
              <p:cNvSpPr/>
              <p:nvPr/>
            </p:nvSpPr>
            <p:spPr>
              <a:xfrm>
                <a:off x="6598064" y="3499080"/>
                <a:ext cx="202540" cy="216511"/>
              </a:xfrm>
              <a:custGeom>
                <a:avLst/>
                <a:gdLst/>
                <a:ahLst/>
                <a:cxnLst/>
                <a:rect l="l" t="t" r="r" b="b"/>
                <a:pathLst>
                  <a:path w="4175" h="4463" fill="none" extrusionOk="0">
                    <a:moveTo>
                      <a:pt x="0" y="2856"/>
                    </a:moveTo>
                    <a:cubicBezTo>
                      <a:pt x="0" y="2856"/>
                      <a:pt x="2231" y="3679"/>
                      <a:pt x="3183" y="4463"/>
                    </a:cubicBezTo>
                    <a:cubicBezTo>
                      <a:pt x="4046" y="2569"/>
                      <a:pt x="4175" y="1"/>
                      <a:pt x="4175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1"/>
              <p:cNvSpPr/>
              <p:nvPr/>
            </p:nvSpPr>
            <p:spPr>
              <a:xfrm>
                <a:off x="6617760" y="3589505"/>
                <a:ext cx="270894" cy="278559"/>
              </a:xfrm>
              <a:custGeom>
                <a:avLst/>
                <a:gdLst/>
                <a:ahLst/>
                <a:cxnLst/>
                <a:rect l="l" t="t" r="r" b="b"/>
                <a:pathLst>
                  <a:path w="5584" h="5742" fill="none" extrusionOk="0">
                    <a:moveTo>
                      <a:pt x="1" y="4334"/>
                    </a:moveTo>
                    <a:cubicBezTo>
                      <a:pt x="1" y="4334"/>
                      <a:pt x="1578" y="4631"/>
                      <a:pt x="3392" y="5742"/>
                    </a:cubicBezTo>
                    <a:cubicBezTo>
                      <a:pt x="3392" y="5742"/>
                      <a:pt x="5504" y="3223"/>
                      <a:pt x="5583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1"/>
              <p:cNvSpPr/>
              <p:nvPr/>
            </p:nvSpPr>
            <p:spPr>
              <a:xfrm>
                <a:off x="6788522" y="3657810"/>
                <a:ext cx="129965" cy="25260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5207" fill="none" extrusionOk="0">
                    <a:moveTo>
                      <a:pt x="1" y="5206"/>
                    </a:moveTo>
                    <a:cubicBezTo>
                      <a:pt x="1" y="5206"/>
                      <a:pt x="2272" y="2807"/>
                      <a:pt x="2678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1"/>
              <p:cNvSpPr/>
              <p:nvPr/>
            </p:nvSpPr>
            <p:spPr>
              <a:xfrm>
                <a:off x="6694263" y="3968090"/>
                <a:ext cx="110220" cy="62581"/>
              </a:xfrm>
              <a:custGeom>
                <a:avLst/>
                <a:gdLst/>
                <a:ahLst/>
                <a:cxnLst/>
                <a:rect l="l" t="t" r="r" b="b"/>
                <a:pathLst>
                  <a:path w="2272" h="1290" fill="none" extrusionOk="0">
                    <a:moveTo>
                      <a:pt x="1" y="0"/>
                    </a:moveTo>
                    <a:cubicBezTo>
                      <a:pt x="1" y="0"/>
                      <a:pt x="1527" y="585"/>
                      <a:pt x="2271" y="12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6" name="Google Shape;1316;p1"/>
            <p:cNvSpPr/>
            <p:nvPr/>
          </p:nvSpPr>
          <p:spPr>
            <a:xfrm>
              <a:off x="6240527" y="4431301"/>
              <a:ext cx="458147" cy="481270"/>
            </a:xfrm>
            <a:custGeom>
              <a:avLst/>
              <a:gdLst/>
              <a:ahLst/>
              <a:cxnLst/>
              <a:rect l="l" t="t" r="r" b="b"/>
              <a:pathLst>
                <a:path w="10620" h="11156" extrusionOk="0">
                  <a:moveTo>
                    <a:pt x="0" y="1"/>
                  </a:moveTo>
                  <a:lnTo>
                    <a:pt x="0" y="2390"/>
                  </a:lnTo>
                  <a:cubicBezTo>
                    <a:pt x="0" y="7725"/>
                    <a:pt x="2073" y="11155"/>
                    <a:pt x="2073" y="11155"/>
                  </a:cubicBezTo>
                  <a:lnTo>
                    <a:pt x="8557" y="11155"/>
                  </a:lnTo>
                  <a:cubicBezTo>
                    <a:pt x="8557" y="11155"/>
                    <a:pt x="10620" y="7725"/>
                    <a:pt x="10620" y="2390"/>
                  </a:cubicBezTo>
                  <a:lnTo>
                    <a:pt x="106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"/>
            <p:cNvSpPr/>
            <p:nvPr/>
          </p:nvSpPr>
          <p:spPr>
            <a:xfrm>
              <a:off x="1959602" y="4914205"/>
              <a:ext cx="4883621" cy="43"/>
            </a:xfrm>
            <a:custGeom>
              <a:avLst/>
              <a:gdLst/>
              <a:ahLst/>
              <a:cxnLst/>
              <a:rect l="l" t="t" r="r" b="b"/>
              <a:pathLst>
                <a:path w="113204" h="1" fill="none" extrusionOk="0">
                  <a:moveTo>
                    <a:pt x="1" y="1"/>
                  </a:moveTo>
                  <a:lnTo>
                    <a:pt x="113204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"/>
            <p:cNvSpPr/>
            <p:nvPr/>
          </p:nvSpPr>
          <p:spPr>
            <a:xfrm>
              <a:off x="5290495" y="4587854"/>
              <a:ext cx="292619" cy="303317"/>
            </a:xfrm>
            <a:custGeom>
              <a:avLst/>
              <a:gdLst/>
              <a:ahLst/>
              <a:cxnLst/>
              <a:rect l="l" t="t" r="r" b="b"/>
              <a:pathLst>
                <a:path w="6783" h="7031" extrusionOk="0">
                  <a:moveTo>
                    <a:pt x="2935" y="1"/>
                  </a:moveTo>
                  <a:lnTo>
                    <a:pt x="2856" y="5256"/>
                  </a:lnTo>
                  <a:lnTo>
                    <a:pt x="209" y="6446"/>
                  </a:lnTo>
                  <a:cubicBezTo>
                    <a:pt x="9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98" y="6991"/>
                  </a:cubicBezTo>
                  <a:lnTo>
                    <a:pt x="6495" y="7031"/>
                  </a:lnTo>
                  <a:lnTo>
                    <a:pt x="6445" y="5454"/>
                  </a:lnTo>
                  <a:lnTo>
                    <a:pt x="6782" y="417"/>
                  </a:lnTo>
                  <a:lnTo>
                    <a:pt x="2935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"/>
            <p:cNvSpPr/>
            <p:nvPr/>
          </p:nvSpPr>
          <p:spPr>
            <a:xfrm>
              <a:off x="5274662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17" y="1191"/>
                  </a:lnTo>
                  <a:cubicBezTo>
                    <a:pt x="288" y="1240"/>
                    <a:pt x="169" y="1488"/>
                    <a:pt x="119" y="1647"/>
                  </a:cubicBezTo>
                  <a:cubicBezTo>
                    <a:pt x="119" y="1686"/>
                    <a:pt x="0" y="2390"/>
                    <a:pt x="169" y="2390"/>
                  </a:cubicBezTo>
                  <a:lnTo>
                    <a:pt x="7060" y="2390"/>
                  </a:lnTo>
                  <a:cubicBezTo>
                    <a:pt x="7149" y="2390"/>
                    <a:pt x="7189" y="2311"/>
                    <a:pt x="718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"/>
            <p:cNvSpPr/>
            <p:nvPr/>
          </p:nvSpPr>
          <p:spPr>
            <a:xfrm>
              <a:off x="5388854" y="4818004"/>
              <a:ext cx="15876" cy="30371"/>
            </a:xfrm>
            <a:custGeom>
              <a:avLst/>
              <a:gdLst/>
              <a:ahLst/>
              <a:cxnLst/>
              <a:rect l="l" t="t" r="r" b="b"/>
              <a:pathLst>
                <a:path w="368" h="704" fill="none" extrusionOk="0">
                  <a:moveTo>
                    <a:pt x="1" y="0"/>
                  </a:moveTo>
                  <a:cubicBezTo>
                    <a:pt x="120" y="208"/>
                    <a:pt x="288" y="456"/>
                    <a:pt x="368" y="704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"/>
            <p:cNvSpPr/>
            <p:nvPr/>
          </p:nvSpPr>
          <p:spPr>
            <a:xfrm>
              <a:off x="5372634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48" y="328"/>
                    <a:pt x="327" y="53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"/>
            <p:cNvSpPr/>
            <p:nvPr/>
          </p:nvSpPr>
          <p:spPr>
            <a:xfrm>
              <a:off x="5360209" y="4833793"/>
              <a:ext cx="12467" cy="23598"/>
            </a:xfrm>
            <a:custGeom>
              <a:avLst/>
              <a:gdLst/>
              <a:ahLst/>
              <a:cxnLst/>
              <a:rect l="l" t="t" r="r" b="b"/>
              <a:pathLst>
                <a:path w="289" h="547" fill="none" extrusionOk="0">
                  <a:moveTo>
                    <a:pt x="1" y="1"/>
                  </a:moveTo>
                  <a:cubicBezTo>
                    <a:pt x="80" y="169"/>
                    <a:pt x="209" y="378"/>
                    <a:pt x="288" y="54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"/>
            <p:cNvSpPr/>
            <p:nvPr/>
          </p:nvSpPr>
          <p:spPr>
            <a:xfrm>
              <a:off x="5278070" y="4896259"/>
              <a:ext cx="305043" cy="1769"/>
            </a:xfrm>
            <a:custGeom>
              <a:avLst/>
              <a:gdLst/>
              <a:ahLst/>
              <a:cxnLst/>
              <a:rect l="l" t="t" r="r" b="b"/>
              <a:pathLst>
                <a:path w="7071" h="41" fill="none" extrusionOk="0">
                  <a:moveTo>
                    <a:pt x="7070" y="40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"/>
            <p:cNvSpPr/>
            <p:nvPr/>
          </p:nvSpPr>
          <p:spPr>
            <a:xfrm>
              <a:off x="5497524" y="4851782"/>
              <a:ext cx="76617" cy="44520"/>
            </a:xfrm>
            <a:custGeom>
              <a:avLst/>
              <a:gdLst/>
              <a:ahLst/>
              <a:cxnLst/>
              <a:rect l="l" t="t" r="r" b="b"/>
              <a:pathLst>
                <a:path w="1776" h="1032" fill="none" extrusionOk="0">
                  <a:moveTo>
                    <a:pt x="1775" y="0"/>
                  </a:moveTo>
                  <a:cubicBezTo>
                    <a:pt x="1775" y="0"/>
                    <a:pt x="119" y="40"/>
                    <a:pt x="0" y="1032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"/>
            <p:cNvSpPr/>
            <p:nvPr/>
          </p:nvSpPr>
          <p:spPr>
            <a:xfrm>
              <a:off x="5317457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35" y="953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"/>
            <p:cNvSpPr/>
            <p:nvPr/>
          </p:nvSpPr>
          <p:spPr>
            <a:xfrm>
              <a:off x="5372634" y="3670363"/>
              <a:ext cx="272947" cy="1110035"/>
            </a:xfrm>
            <a:custGeom>
              <a:avLst/>
              <a:gdLst/>
              <a:ahLst/>
              <a:cxnLst/>
              <a:rect l="l" t="t" r="r" b="b"/>
              <a:pathLst>
                <a:path w="6327" h="25731" extrusionOk="0">
                  <a:moveTo>
                    <a:pt x="169" y="0"/>
                  </a:moveTo>
                  <a:cubicBezTo>
                    <a:pt x="169" y="0"/>
                    <a:pt x="0" y="13713"/>
                    <a:pt x="536" y="25730"/>
                  </a:cubicBezTo>
                  <a:lnTo>
                    <a:pt x="5206" y="25730"/>
                  </a:lnTo>
                  <a:cubicBezTo>
                    <a:pt x="5206" y="25730"/>
                    <a:pt x="5830" y="9995"/>
                    <a:pt x="5830" y="4294"/>
                  </a:cubicBezTo>
                  <a:cubicBezTo>
                    <a:pt x="5989" y="3262"/>
                    <a:pt x="6326" y="1815"/>
                    <a:pt x="6118" y="11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"/>
            <p:cNvSpPr/>
            <p:nvPr/>
          </p:nvSpPr>
          <p:spPr>
            <a:xfrm>
              <a:off x="5561674" y="3855561"/>
              <a:ext cx="26574" cy="924835"/>
            </a:xfrm>
            <a:custGeom>
              <a:avLst/>
              <a:gdLst/>
              <a:ahLst/>
              <a:cxnLst/>
              <a:rect l="l" t="t" r="r" b="b"/>
              <a:pathLst>
                <a:path w="616" h="21438" fill="none" extrusionOk="0">
                  <a:moveTo>
                    <a:pt x="1" y="21437"/>
                  </a:moveTo>
                  <a:cubicBezTo>
                    <a:pt x="1" y="21437"/>
                    <a:pt x="615" y="5702"/>
                    <a:pt x="615" y="1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"/>
            <p:cNvSpPr/>
            <p:nvPr/>
          </p:nvSpPr>
          <p:spPr>
            <a:xfrm>
              <a:off x="5664779" y="4559641"/>
              <a:ext cx="276355" cy="326311"/>
            </a:xfrm>
            <a:custGeom>
              <a:avLst/>
              <a:gdLst/>
              <a:ahLst/>
              <a:cxnLst/>
              <a:rect l="l" t="t" r="r" b="b"/>
              <a:pathLst>
                <a:path w="6406" h="7564" extrusionOk="0">
                  <a:moveTo>
                    <a:pt x="4799" y="0"/>
                  </a:moveTo>
                  <a:lnTo>
                    <a:pt x="952" y="327"/>
                  </a:lnTo>
                  <a:lnTo>
                    <a:pt x="2529" y="5325"/>
                  </a:lnTo>
                  <a:lnTo>
                    <a:pt x="129" y="7060"/>
                  </a:lnTo>
                  <a:cubicBezTo>
                    <a:pt x="50" y="7100"/>
                    <a:pt x="0" y="7228"/>
                    <a:pt x="0" y="7347"/>
                  </a:cubicBezTo>
                  <a:cubicBezTo>
                    <a:pt x="43" y="7459"/>
                    <a:pt x="138" y="7563"/>
                    <a:pt x="273" y="7563"/>
                  </a:cubicBezTo>
                  <a:cubicBezTo>
                    <a:pt x="293" y="7563"/>
                    <a:pt x="315" y="7561"/>
                    <a:pt x="337" y="7556"/>
                  </a:cubicBezTo>
                  <a:lnTo>
                    <a:pt x="6406" y="6405"/>
                  </a:lnTo>
                  <a:lnTo>
                    <a:pt x="6078" y="4869"/>
                  </a:lnTo>
                  <a:lnTo>
                    <a:pt x="4799" y="0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"/>
            <p:cNvSpPr/>
            <p:nvPr/>
          </p:nvSpPr>
          <p:spPr>
            <a:xfrm>
              <a:off x="5656194" y="4766236"/>
              <a:ext cx="304612" cy="151465"/>
            </a:xfrm>
            <a:custGeom>
              <a:avLst/>
              <a:gdLst/>
              <a:ahLst/>
              <a:cxnLst/>
              <a:rect l="l" t="t" r="r" b="b"/>
              <a:pathLst>
                <a:path w="7061" h="3511" extrusionOk="0">
                  <a:moveTo>
                    <a:pt x="6277" y="0"/>
                  </a:moveTo>
                  <a:cubicBezTo>
                    <a:pt x="6277" y="0"/>
                    <a:pt x="4940" y="613"/>
                    <a:pt x="3538" y="613"/>
                  </a:cubicBezTo>
                  <a:cubicBezTo>
                    <a:pt x="3267" y="613"/>
                    <a:pt x="2994" y="590"/>
                    <a:pt x="2728" y="536"/>
                  </a:cubicBezTo>
                  <a:lnTo>
                    <a:pt x="160" y="2271"/>
                  </a:lnTo>
                  <a:cubicBezTo>
                    <a:pt x="80" y="2360"/>
                    <a:pt x="1" y="2608"/>
                    <a:pt x="1" y="2806"/>
                  </a:cubicBezTo>
                  <a:cubicBezTo>
                    <a:pt x="1" y="2806"/>
                    <a:pt x="41" y="3510"/>
                    <a:pt x="160" y="3510"/>
                  </a:cubicBezTo>
                  <a:lnTo>
                    <a:pt x="6942" y="2192"/>
                  </a:lnTo>
                  <a:cubicBezTo>
                    <a:pt x="7021" y="2192"/>
                    <a:pt x="7061" y="2112"/>
                    <a:pt x="7021" y="2023"/>
                  </a:cubicBezTo>
                  <a:lnTo>
                    <a:pt x="6277" y="0"/>
                  </a:ln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"/>
            <p:cNvSpPr/>
            <p:nvPr/>
          </p:nvSpPr>
          <p:spPr>
            <a:xfrm>
              <a:off x="5748600" y="4800015"/>
              <a:ext cx="23166" cy="25280"/>
            </a:xfrm>
            <a:custGeom>
              <a:avLst/>
              <a:gdLst/>
              <a:ahLst/>
              <a:cxnLst/>
              <a:rect l="l" t="t" r="r" b="b"/>
              <a:pathLst>
                <a:path w="537" h="586" fill="none" extrusionOk="0">
                  <a:moveTo>
                    <a:pt x="1" y="1"/>
                  </a:moveTo>
                  <a:cubicBezTo>
                    <a:pt x="209" y="169"/>
                    <a:pt x="377" y="377"/>
                    <a:pt x="536" y="58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"/>
            <p:cNvSpPr/>
            <p:nvPr/>
          </p:nvSpPr>
          <p:spPr>
            <a:xfrm>
              <a:off x="5736219" y="4812439"/>
              <a:ext cx="17989" cy="21397"/>
            </a:xfrm>
            <a:custGeom>
              <a:avLst/>
              <a:gdLst/>
              <a:ahLst/>
              <a:cxnLst/>
              <a:rect l="l" t="t" r="r" b="b"/>
              <a:pathLst>
                <a:path w="417" h="496" fill="none" extrusionOk="0">
                  <a:moveTo>
                    <a:pt x="0" y="0"/>
                  </a:moveTo>
                  <a:cubicBezTo>
                    <a:pt x="208" y="169"/>
                    <a:pt x="288" y="298"/>
                    <a:pt x="417" y="49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"/>
            <p:cNvSpPr/>
            <p:nvPr/>
          </p:nvSpPr>
          <p:spPr>
            <a:xfrm>
              <a:off x="5723794" y="4821412"/>
              <a:ext cx="18033" cy="19715"/>
            </a:xfrm>
            <a:custGeom>
              <a:avLst/>
              <a:gdLst/>
              <a:ahLst/>
              <a:cxnLst/>
              <a:rect l="l" t="t" r="r" b="b"/>
              <a:pathLst>
                <a:path w="418" h="457" fill="none" extrusionOk="0">
                  <a:moveTo>
                    <a:pt x="1" y="0"/>
                  </a:moveTo>
                  <a:cubicBezTo>
                    <a:pt x="169" y="129"/>
                    <a:pt x="288" y="288"/>
                    <a:pt x="417" y="45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"/>
            <p:cNvSpPr/>
            <p:nvPr/>
          </p:nvSpPr>
          <p:spPr>
            <a:xfrm>
              <a:off x="5656194" y="4841083"/>
              <a:ext cx="299478" cy="55219"/>
            </a:xfrm>
            <a:custGeom>
              <a:avLst/>
              <a:gdLst/>
              <a:ahLst/>
              <a:cxnLst/>
              <a:rect l="l" t="t" r="r" b="b"/>
              <a:pathLst>
                <a:path w="6942" h="1280" fill="none" extrusionOk="0">
                  <a:moveTo>
                    <a:pt x="6942" y="0"/>
                  </a:moveTo>
                  <a:lnTo>
                    <a:pt x="1" y="1280"/>
                  </a:ln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"/>
            <p:cNvSpPr/>
            <p:nvPr/>
          </p:nvSpPr>
          <p:spPr>
            <a:xfrm>
              <a:off x="5867969" y="4798289"/>
              <a:ext cx="69757" cy="59102"/>
            </a:xfrm>
            <a:custGeom>
              <a:avLst/>
              <a:gdLst/>
              <a:ahLst/>
              <a:cxnLst/>
              <a:rect l="l" t="t" r="r" b="b"/>
              <a:pathLst>
                <a:path w="1617" h="1370" fill="none" extrusionOk="0">
                  <a:moveTo>
                    <a:pt x="1616" y="1"/>
                  </a:moveTo>
                  <a:cubicBezTo>
                    <a:pt x="1616" y="1"/>
                    <a:pt x="0" y="328"/>
                    <a:pt x="50" y="1369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"/>
            <p:cNvSpPr/>
            <p:nvPr/>
          </p:nvSpPr>
          <p:spPr>
            <a:xfrm>
              <a:off x="5686176" y="4850056"/>
              <a:ext cx="30414" cy="35547"/>
            </a:xfrm>
            <a:custGeom>
              <a:avLst/>
              <a:gdLst/>
              <a:ahLst/>
              <a:cxnLst/>
              <a:rect l="l" t="t" r="r" b="b"/>
              <a:pathLst>
                <a:path w="705" h="824" fill="none" extrusionOk="0">
                  <a:moveTo>
                    <a:pt x="0" y="1"/>
                  </a:moveTo>
                  <a:cubicBezTo>
                    <a:pt x="0" y="1"/>
                    <a:pt x="585" y="536"/>
                    <a:pt x="704" y="824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"/>
            <p:cNvSpPr/>
            <p:nvPr/>
          </p:nvSpPr>
          <p:spPr>
            <a:xfrm>
              <a:off x="5554426" y="3670363"/>
              <a:ext cx="377734" cy="1095929"/>
            </a:xfrm>
            <a:custGeom>
              <a:avLst/>
              <a:gdLst/>
              <a:ahLst/>
              <a:cxnLst/>
              <a:rect l="l" t="t" r="r" b="b"/>
              <a:pathLst>
                <a:path w="8756" h="25404" extrusionOk="0">
                  <a:moveTo>
                    <a:pt x="417" y="0"/>
                  </a:moveTo>
                  <a:lnTo>
                    <a:pt x="417" y="0"/>
                  </a:lnTo>
                  <a:cubicBezTo>
                    <a:pt x="417" y="0"/>
                    <a:pt x="0" y="7347"/>
                    <a:pt x="1031" y="13634"/>
                  </a:cubicBezTo>
                  <a:cubicBezTo>
                    <a:pt x="1815" y="18383"/>
                    <a:pt x="3927" y="25403"/>
                    <a:pt x="3927" y="25403"/>
                  </a:cubicBezTo>
                  <a:lnTo>
                    <a:pt x="8755" y="24332"/>
                  </a:lnTo>
                  <a:cubicBezTo>
                    <a:pt x="8755" y="24332"/>
                    <a:pt x="7109" y="17471"/>
                    <a:pt x="6445" y="13792"/>
                  </a:cubicBezTo>
                  <a:cubicBezTo>
                    <a:pt x="5781" y="10035"/>
                    <a:pt x="5989" y="6564"/>
                    <a:pt x="6118" y="4462"/>
                  </a:cubicBezTo>
                  <a:cubicBezTo>
                    <a:pt x="6118" y="4333"/>
                    <a:pt x="6118" y="4254"/>
                    <a:pt x="6158" y="4125"/>
                  </a:cubicBezTo>
                  <a:cubicBezTo>
                    <a:pt x="6326" y="3094"/>
                    <a:pt x="6614" y="1735"/>
                    <a:pt x="6405" y="119"/>
                  </a:cubicBezTo>
                  <a:lnTo>
                    <a:pt x="417" y="0"/>
                  </a:ln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"/>
            <p:cNvSpPr/>
            <p:nvPr/>
          </p:nvSpPr>
          <p:spPr>
            <a:xfrm>
              <a:off x="5775562" y="3675497"/>
              <a:ext cx="130067" cy="1049726"/>
            </a:xfrm>
            <a:custGeom>
              <a:avLst/>
              <a:gdLst/>
              <a:ahLst/>
              <a:cxnLst/>
              <a:rect l="l" t="t" r="r" b="b"/>
              <a:pathLst>
                <a:path w="3015" h="24333" fill="none" extrusionOk="0">
                  <a:moveTo>
                    <a:pt x="3015" y="24332"/>
                  </a:moveTo>
                  <a:cubicBezTo>
                    <a:pt x="3015" y="24332"/>
                    <a:pt x="1319" y="17352"/>
                    <a:pt x="655" y="13673"/>
                  </a:cubicBezTo>
                  <a:cubicBezTo>
                    <a:pt x="0" y="9916"/>
                    <a:pt x="209" y="6445"/>
                    <a:pt x="328" y="4343"/>
                  </a:cubicBezTo>
                  <a:cubicBezTo>
                    <a:pt x="328" y="4214"/>
                    <a:pt x="328" y="4135"/>
                    <a:pt x="367" y="4006"/>
                  </a:cubicBezTo>
                  <a:cubicBezTo>
                    <a:pt x="536" y="2975"/>
                    <a:pt x="823" y="1616"/>
                    <a:pt x="615" y="0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"/>
            <p:cNvSpPr/>
            <p:nvPr/>
          </p:nvSpPr>
          <p:spPr>
            <a:xfrm>
              <a:off x="5570647" y="3670363"/>
              <a:ext cx="37273" cy="668152"/>
            </a:xfrm>
            <a:custGeom>
              <a:avLst/>
              <a:gdLst/>
              <a:ahLst/>
              <a:cxnLst/>
              <a:rect l="l" t="t" r="r" b="b"/>
              <a:pathLst>
                <a:path w="864" h="15488" fill="none" extrusionOk="0">
                  <a:moveTo>
                    <a:pt x="41" y="0"/>
                  </a:moveTo>
                  <a:cubicBezTo>
                    <a:pt x="41" y="0"/>
                    <a:pt x="1" y="8091"/>
                    <a:pt x="407" y="12682"/>
                  </a:cubicBezTo>
                  <a:cubicBezTo>
                    <a:pt x="497" y="13673"/>
                    <a:pt x="695" y="14824"/>
                    <a:pt x="864" y="15488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"/>
            <p:cNvSpPr/>
            <p:nvPr/>
          </p:nvSpPr>
          <p:spPr>
            <a:xfrm>
              <a:off x="5713095" y="3696851"/>
              <a:ext cx="90723" cy="73209"/>
            </a:xfrm>
            <a:custGeom>
              <a:avLst/>
              <a:gdLst/>
              <a:ahLst/>
              <a:cxnLst/>
              <a:rect l="l" t="t" r="r" b="b"/>
              <a:pathLst>
                <a:path w="2103" h="1697" fill="none" extrusionOk="0">
                  <a:moveTo>
                    <a:pt x="1" y="1"/>
                  </a:moveTo>
                  <a:cubicBezTo>
                    <a:pt x="1" y="1"/>
                    <a:pt x="576" y="1072"/>
                    <a:pt x="2103" y="1696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"/>
            <p:cNvSpPr/>
            <p:nvPr/>
          </p:nvSpPr>
          <p:spPr>
            <a:xfrm>
              <a:off x="5376042" y="3686195"/>
              <a:ext cx="83864" cy="69757"/>
            </a:xfrm>
            <a:custGeom>
              <a:avLst/>
              <a:gdLst/>
              <a:ahLst/>
              <a:cxnLst/>
              <a:rect l="l" t="t" r="r" b="b"/>
              <a:pathLst>
                <a:path w="1944" h="1617" fill="none" extrusionOk="0">
                  <a:moveTo>
                    <a:pt x="0" y="1616"/>
                  </a:moveTo>
                  <a:cubicBezTo>
                    <a:pt x="0" y="1616"/>
                    <a:pt x="1577" y="1200"/>
                    <a:pt x="1944" y="0"/>
                  </a:cubicBez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"/>
            <p:cNvSpPr/>
            <p:nvPr/>
          </p:nvSpPr>
          <p:spPr>
            <a:xfrm>
              <a:off x="5393988" y="4739705"/>
              <a:ext cx="204958" cy="43"/>
            </a:xfrm>
            <a:custGeom>
              <a:avLst/>
              <a:gdLst/>
              <a:ahLst/>
              <a:cxnLst/>
              <a:rect l="l" t="t" r="r" b="b"/>
              <a:pathLst>
                <a:path w="4751" h="1" fill="none" extrusionOk="0">
                  <a:moveTo>
                    <a:pt x="1" y="1"/>
                  </a:moveTo>
                  <a:lnTo>
                    <a:pt x="4750" y="1"/>
                  </a:ln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"/>
            <p:cNvSpPr/>
            <p:nvPr/>
          </p:nvSpPr>
          <p:spPr>
            <a:xfrm>
              <a:off x="5713095" y="4684099"/>
              <a:ext cx="210523" cy="44952"/>
            </a:xfrm>
            <a:custGeom>
              <a:avLst/>
              <a:gdLst/>
              <a:ahLst/>
              <a:cxnLst/>
              <a:rect l="l" t="t" r="r" b="b"/>
              <a:pathLst>
                <a:path w="4880" h="1042" fill="none" extrusionOk="0">
                  <a:moveTo>
                    <a:pt x="1" y="1042"/>
                  </a:moveTo>
                  <a:lnTo>
                    <a:pt x="4879" y="1"/>
                  </a:lnTo>
                </a:path>
              </a:pathLst>
            </a:custGeom>
            <a:noFill/>
            <a:ln w="9525" cap="flat" cmpd="sng">
              <a:solidFill>
                <a:srgbClr val="848CC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"/>
            <p:cNvSpPr/>
            <p:nvPr/>
          </p:nvSpPr>
          <p:spPr>
            <a:xfrm>
              <a:off x="5508223" y="2994497"/>
              <a:ext cx="119368" cy="107505"/>
            </a:xfrm>
            <a:custGeom>
              <a:avLst/>
              <a:gdLst/>
              <a:ahLst/>
              <a:cxnLst/>
              <a:rect l="l" t="t" r="r" b="b"/>
              <a:pathLst>
                <a:path w="2767" h="2492" extrusionOk="0">
                  <a:moveTo>
                    <a:pt x="2439" y="1"/>
                  </a:moveTo>
                  <a:lnTo>
                    <a:pt x="159" y="209"/>
                  </a:lnTo>
                  <a:lnTo>
                    <a:pt x="0" y="1736"/>
                  </a:lnTo>
                  <a:cubicBezTo>
                    <a:pt x="0" y="1736"/>
                    <a:pt x="119" y="2361"/>
                    <a:pt x="1071" y="2480"/>
                  </a:cubicBezTo>
                  <a:cubicBezTo>
                    <a:pt x="1142" y="2488"/>
                    <a:pt x="1211" y="2492"/>
                    <a:pt x="1278" y="2492"/>
                  </a:cubicBezTo>
                  <a:cubicBezTo>
                    <a:pt x="2262" y="2492"/>
                    <a:pt x="2767" y="1657"/>
                    <a:pt x="2767" y="1657"/>
                  </a:cubicBezTo>
                  <a:lnTo>
                    <a:pt x="2439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"/>
            <p:cNvSpPr/>
            <p:nvPr/>
          </p:nvSpPr>
          <p:spPr>
            <a:xfrm>
              <a:off x="5459863" y="2882463"/>
              <a:ext cx="65918" cy="103579"/>
            </a:xfrm>
            <a:custGeom>
              <a:avLst/>
              <a:gdLst/>
              <a:ahLst/>
              <a:cxnLst/>
              <a:rect l="l" t="t" r="r" b="b"/>
              <a:pathLst>
                <a:path w="1528" h="2401" extrusionOk="0">
                  <a:moveTo>
                    <a:pt x="873" y="0"/>
                  </a:moveTo>
                  <a:cubicBezTo>
                    <a:pt x="625" y="40"/>
                    <a:pt x="417" y="169"/>
                    <a:pt x="378" y="417"/>
                  </a:cubicBezTo>
                  <a:cubicBezTo>
                    <a:pt x="338" y="536"/>
                    <a:pt x="378" y="664"/>
                    <a:pt x="338" y="744"/>
                  </a:cubicBezTo>
                  <a:cubicBezTo>
                    <a:pt x="288" y="952"/>
                    <a:pt x="130" y="1031"/>
                    <a:pt x="40" y="1200"/>
                  </a:cubicBezTo>
                  <a:cubicBezTo>
                    <a:pt x="1" y="1319"/>
                    <a:pt x="1" y="1448"/>
                    <a:pt x="1" y="1567"/>
                  </a:cubicBezTo>
                  <a:cubicBezTo>
                    <a:pt x="40" y="1696"/>
                    <a:pt x="130" y="1815"/>
                    <a:pt x="169" y="1904"/>
                  </a:cubicBezTo>
                  <a:cubicBezTo>
                    <a:pt x="288" y="2063"/>
                    <a:pt x="417" y="2231"/>
                    <a:pt x="536" y="2310"/>
                  </a:cubicBezTo>
                  <a:cubicBezTo>
                    <a:pt x="638" y="2365"/>
                    <a:pt x="755" y="2400"/>
                    <a:pt x="869" y="2400"/>
                  </a:cubicBezTo>
                  <a:cubicBezTo>
                    <a:pt x="943" y="2400"/>
                    <a:pt x="1015" y="2385"/>
                    <a:pt x="1082" y="2350"/>
                  </a:cubicBezTo>
                  <a:cubicBezTo>
                    <a:pt x="1161" y="2310"/>
                    <a:pt x="1201" y="2231"/>
                    <a:pt x="1240" y="2191"/>
                  </a:cubicBezTo>
                  <a:cubicBezTo>
                    <a:pt x="1409" y="1944"/>
                    <a:pt x="1528" y="1696"/>
                    <a:pt x="1528" y="1408"/>
                  </a:cubicBezTo>
                  <a:lnTo>
                    <a:pt x="873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"/>
            <p:cNvSpPr/>
            <p:nvPr/>
          </p:nvSpPr>
          <p:spPr>
            <a:xfrm>
              <a:off x="5458180" y="2879745"/>
              <a:ext cx="163846" cy="155951"/>
            </a:xfrm>
            <a:custGeom>
              <a:avLst/>
              <a:gdLst/>
              <a:ahLst/>
              <a:cxnLst/>
              <a:rect l="l" t="t" r="r" b="b"/>
              <a:pathLst>
                <a:path w="3798" h="3615" extrusionOk="0">
                  <a:moveTo>
                    <a:pt x="2072" y="0"/>
                  </a:moveTo>
                  <a:cubicBezTo>
                    <a:pt x="1422" y="0"/>
                    <a:pt x="843" y="199"/>
                    <a:pt x="664" y="767"/>
                  </a:cubicBezTo>
                  <a:cubicBezTo>
                    <a:pt x="664" y="767"/>
                    <a:pt x="0" y="2909"/>
                    <a:pt x="952" y="3454"/>
                  </a:cubicBezTo>
                  <a:cubicBezTo>
                    <a:pt x="1150" y="3568"/>
                    <a:pt x="1380" y="3614"/>
                    <a:pt x="1616" y="3614"/>
                  </a:cubicBezTo>
                  <a:cubicBezTo>
                    <a:pt x="2409" y="3614"/>
                    <a:pt x="3283" y="3100"/>
                    <a:pt x="3352" y="2909"/>
                  </a:cubicBezTo>
                  <a:cubicBezTo>
                    <a:pt x="3431" y="2621"/>
                    <a:pt x="3798" y="351"/>
                    <a:pt x="3262" y="182"/>
                  </a:cubicBezTo>
                  <a:cubicBezTo>
                    <a:pt x="2888" y="74"/>
                    <a:pt x="2467" y="0"/>
                    <a:pt x="207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"/>
            <p:cNvSpPr/>
            <p:nvPr/>
          </p:nvSpPr>
          <p:spPr>
            <a:xfrm>
              <a:off x="5504384" y="2994497"/>
              <a:ext cx="28688" cy="19888"/>
            </a:xfrm>
            <a:custGeom>
              <a:avLst/>
              <a:gdLst/>
              <a:ahLst/>
              <a:cxnLst/>
              <a:rect l="l" t="t" r="r" b="b"/>
              <a:pathLst>
                <a:path w="665" h="461" extrusionOk="0">
                  <a:moveTo>
                    <a:pt x="625" y="1"/>
                  </a:moveTo>
                  <a:lnTo>
                    <a:pt x="0" y="170"/>
                  </a:lnTo>
                  <a:cubicBezTo>
                    <a:pt x="0" y="170"/>
                    <a:pt x="79" y="460"/>
                    <a:pt x="329" y="460"/>
                  </a:cubicBezTo>
                  <a:cubicBezTo>
                    <a:pt x="345" y="460"/>
                    <a:pt x="360" y="459"/>
                    <a:pt x="377" y="457"/>
                  </a:cubicBezTo>
                  <a:cubicBezTo>
                    <a:pt x="545" y="417"/>
                    <a:pt x="664" y="249"/>
                    <a:pt x="6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"/>
            <p:cNvSpPr/>
            <p:nvPr/>
          </p:nvSpPr>
          <p:spPr>
            <a:xfrm>
              <a:off x="5511631" y="3023184"/>
              <a:ext cx="67644" cy="24849"/>
            </a:xfrm>
            <a:custGeom>
              <a:avLst/>
              <a:gdLst/>
              <a:ahLst/>
              <a:cxnLst/>
              <a:rect l="l" t="t" r="r" b="b"/>
              <a:pathLst>
                <a:path w="1568" h="576" fill="none" extrusionOk="0">
                  <a:moveTo>
                    <a:pt x="1" y="328"/>
                  </a:moveTo>
                  <a:cubicBezTo>
                    <a:pt x="1" y="328"/>
                    <a:pt x="913" y="575"/>
                    <a:pt x="1567" y="0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"/>
            <p:cNvSpPr/>
            <p:nvPr/>
          </p:nvSpPr>
          <p:spPr>
            <a:xfrm>
              <a:off x="5470562" y="2818617"/>
              <a:ext cx="181835" cy="188263"/>
            </a:xfrm>
            <a:custGeom>
              <a:avLst/>
              <a:gdLst/>
              <a:ahLst/>
              <a:cxnLst/>
              <a:rect l="l" t="t" r="r" b="b"/>
              <a:pathLst>
                <a:path w="4215" h="4364" extrusionOk="0">
                  <a:moveTo>
                    <a:pt x="1028" y="1"/>
                  </a:moveTo>
                  <a:cubicBezTo>
                    <a:pt x="839" y="1"/>
                    <a:pt x="647" y="68"/>
                    <a:pt x="496" y="161"/>
                  </a:cubicBezTo>
                  <a:cubicBezTo>
                    <a:pt x="288" y="280"/>
                    <a:pt x="130" y="449"/>
                    <a:pt x="90" y="657"/>
                  </a:cubicBezTo>
                  <a:cubicBezTo>
                    <a:pt x="1" y="905"/>
                    <a:pt x="40" y="1153"/>
                    <a:pt x="169" y="1351"/>
                  </a:cubicBezTo>
                  <a:cubicBezTo>
                    <a:pt x="209" y="1351"/>
                    <a:pt x="209" y="1401"/>
                    <a:pt x="209" y="1401"/>
                  </a:cubicBezTo>
                  <a:cubicBezTo>
                    <a:pt x="417" y="1649"/>
                    <a:pt x="705" y="1768"/>
                    <a:pt x="953" y="1897"/>
                  </a:cubicBezTo>
                  <a:cubicBezTo>
                    <a:pt x="1280" y="2016"/>
                    <a:pt x="1617" y="1936"/>
                    <a:pt x="1944" y="2055"/>
                  </a:cubicBezTo>
                  <a:cubicBezTo>
                    <a:pt x="2152" y="2144"/>
                    <a:pt x="2400" y="2303"/>
                    <a:pt x="2519" y="2511"/>
                  </a:cubicBezTo>
                  <a:cubicBezTo>
                    <a:pt x="2648" y="2720"/>
                    <a:pt x="2480" y="2967"/>
                    <a:pt x="2608" y="3176"/>
                  </a:cubicBezTo>
                  <a:cubicBezTo>
                    <a:pt x="2648" y="3255"/>
                    <a:pt x="2727" y="3295"/>
                    <a:pt x="2767" y="3384"/>
                  </a:cubicBezTo>
                  <a:cubicBezTo>
                    <a:pt x="2856" y="3463"/>
                    <a:pt x="2817" y="3582"/>
                    <a:pt x="2817" y="3711"/>
                  </a:cubicBezTo>
                  <a:cubicBezTo>
                    <a:pt x="2767" y="3790"/>
                    <a:pt x="2817" y="3959"/>
                    <a:pt x="2817" y="4038"/>
                  </a:cubicBezTo>
                  <a:cubicBezTo>
                    <a:pt x="2856" y="4167"/>
                    <a:pt x="2856" y="4247"/>
                    <a:pt x="2936" y="4326"/>
                  </a:cubicBezTo>
                  <a:cubicBezTo>
                    <a:pt x="2975" y="4351"/>
                    <a:pt x="3027" y="4363"/>
                    <a:pt x="3079" y="4363"/>
                  </a:cubicBezTo>
                  <a:cubicBezTo>
                    <a:pt x="3131" y="4363"/>
                    <a:pt x="3184" y="4351"/>
                    <a:pt x="3223" y="4326"/>
                  </a:cubicBezTo>
                  <a:cubicBezTo>
                    <a:pt x="3848" y="4247"/>
                    <a:pt x="3719" y="3424"/>
                    <a:pt x="3888" y="3007"/>
                  </a:cubicBezTo>
                  <a:cubicBezTo>
                    <a:pt x="3927" y="2888"/>
                    <a:pt x="4007" y="2799"/>
                    <a:pt x="4056" y="2680"/>
                  </a:cubicBezTo>
                  <a:cubicBezTo>
                    <a:pt x="4215" y="2224"/>
                    <a:pt x="3888" y="1599"/>
                    <a:pt x="3471" y="1351"/>
                  </a:cubicBezTo>
                  <a:cubicBezTo>
                    <a:pt x="3312" y="1312"/>
                    <a:pt x="3144" y="1272"/>
                    <a:pt x="3065" y="1153"/>
                  </a:cubicBezTo>
                  <a:cubicBezTo>
                    <a:pt x="2936" y="1024"/>
                    <a:pt x="2936" y="816"/>
                    <a:pt x="2856" y="657"/>
                  </a:cubicBezTo>
                  <a:cubicBezTo>
                    <a:pt x="2727" y="409"/>
                    <a:pt x="2440" y="320"/>
                    <a:pt x="2152" y="320"/>
                  </a:cubicBezTo>
                  <a:cubicBezTo>
                    <a:pt x="2066" y="320"/>
                    <a:pt x="1985" y="338"/>
                    <a:pt x="1902" y="338"/>
                  </a:cubicBezTo>
                  <a:cubicBezTo>
                    <a:pt x="1860" y="338"/>
                    <a:pt x="1819" y="333"/>
                    <a:pt x="1776" y="320"/>
                  </a:cubicBezTo>
                  <a:cubicBezTo>
                    <a:pt x="1577" y="280"/>
                    <a:pt x="1448" y="72"/>
                    <a:pt x="1240" y="33"/>
                  </a:cubicBezTo>
                  <a:cubicBezTo>
                    <a:pt x="1172" y="11"/>
                    <a:pt x="1100" y="1"/>
                    <a:pt x="1028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"/>
            <p:cNvSpPr/>
            <p:nvPr/>
          </p:nvSpPr>
          <p:spPr>
            <a:xfrm>
              <a:off x="5572372" y="2957655"/>
              <a:ext cx="37100" cy="47756"/>
            </a:xfrm>
            <a:custGeom>
              <a:avLst/>
              <a:gdLst/>
              <a:ahLst/>
              <a:cxnLst/>
              <a:rect l="l" t="t" r="r" b="b"/>
              <a:pathLst>
                <a:path w="860" h="1107" extrusionOk="0">
                  <a:moveTo>
                    <a:pt x="507" y="1"/>
                  </a:moveTo>
                  <a:cubicBezTo>
                    <a:pt x="352" y="1"/>
                    <a:pt x="232" y="197"/>
                    <a:pt x="159" y="359"/>
                  </a:cubicBezTo>
                  <a:lnTo>
                    <a:pt x="1" y="736"/>
                  </a:lnTo>
                  <a:cubicBezTo>
                    <a:pt x="80" y="905"/>
                    <a:pt x="159" y="1063"/>
                    <a:pt x="328" y="1103"/>
                  </a:cubicBezTo>
                  <a:cubicBezTo>
                    <a:pt x="340" y="1105"/>
                    <a:pt x="352" y="1106"/>
                    <a:pt x="365" y="1106"/>
                  </a:cubicBezTo>
                  <a:cubicBezTo>
                    <a:pt x="636" y="1106"/>
                    <a:pt x="860" y="595"/>
                    <a:pt x="784" y="320"/>
                  </a:cubicBezTo>
                  <a:cubicBezTo>
                    <a:pt x="744" y="201"/>
                    <a:pt x="705" y="111"/>
                    <a:pt x="615" y="32"/>
                  </a:cubicBezTo>
                  <a:cubicBezTo>
                    <a:pt x="578" y="11"/>
                    <a:pt x="542" y="1"/>
                    <a:pt x="507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"/>
            <p:cNvSpPr/>
            <p:nvPr/>
          </p:nvSpPr>
          <p:spPr>
            <a:xfrm>
              <a:off x="5490234" y="2946612"/>
              <a:ext cx="19715" cy="39387"/>
            </a:xfrm>
            <a:custGeom>
              <a:avLst/>
              <a:gdLst/>
              <a:ahLst/>
              <a:cxnLst/>
              <a:rect l="l" t="t" r="r" b="b"/>
              <a:pathLst>
                <a:path w="457" h="913" fill="none" extrusionOk="0">
                  <a:moveTo>
                    <a:pt x="378" y="0"/>
                  </a:moveTo>
                  <a:cubicBezTo>
                    <a:pt x="378" y="0"/>
                    <a:pt x="1" y="576"/>
                    <a:pt x="40" y="744"/>
                  </a:cubicBezTo>
                  <a:cubicBezTo>
                    <a:pt x="80" y="913"/>
                    <a:pt x="457" y="823"/>
                    <a:pt x="457" y="823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"/>
            <p:cNvSpPr/>
            <p:nvPr/>
          </p:nvSpPr>
          <p:spPr>
            <a:xfrm>
              <a:off x="5485747" y="2937380"/>
              <a:ext cx="7248" cy="11130"/>
            </a:xfrm>
            <a:custGeom>
              <a:avLst/>
              <a:gdLst/>
              <a:ahLst/>
              <a:cxnLst/>
              <a:rect l="l" t="t" r="r" b="b"/>
              <a:pathLst>
                <a:path w="168" h="258" extrusionOk="0">
                  <a:moveTo>
                    <a:pt x="108" y="0"/>
                  </a:moveTo>
                  <a:cubicBezTo>
                    <a:pt x="86" y="0"/>
                    <a:pt x="65" y="12"/>
                    <a:pt x="65" y="46"/>
                  </a:cubicBezTo>
                  <a:cubicBezTo>
                    <a:pt x="25" y="86"/>
                    <a:pt x="25" y="135"/>
                    <a:pt x="25" y="175"/>
                  </a:cubicBezTo>
                  <a:cubicBezTo>
                    <a:pt x="1" y="224"/>
                    <a:pt x="37" y="258"/>
                    <a:pt x="78" y="258"/>
                  </a:cubicBezTo>
                  <a:cubicBezTo>
                    <a:pt x="103" y="258"/>
                    <a:pt x="129" y="245"/>
                    <a:pt x="144" y="214"/>
                  </a:cubicBezTo>
                  <a:lnTo>
                    <a:pt x="144" y="46"/>
                  </a:lnTo>
                  <a:cubicBezTo>
                    <a:pt x="167" y="23"/>
                    <a:pt x="137" y="0"/>
                    <a:pt x="10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"/>
            <p:cNvSpPr/>
            <p:nvPr/>
          </p:nvSpPr>
          <p:spPr>
            <a:xfrm>
              <a:off x="5485100" y="2917967"/>
              <a:ext cx="17601" cy="9016"/>
            </a:xfrm>
            <a:custGeom>
              <a:avLst/>
              <a:gdLst/>
              <a:ahLst/>
              <a:cxnLst/>
              <a:rect l="l" t="t" r="r" b="b"/>
              <a:pathLst>
                <a:path w="408" h="209" fill="none" extrusionOk="0">
                  <a:moveTo>
                    <a:pt x="407" y="208"/>
                  </a:moveTo>
                  <a:cubicBezTo>
                    <a:pt x="407" y="208"/>
                    <a:pt x="249" y="0"/>
                    <a:pt x="1" y="20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"/>
            <p:cNvSpPr/>
            <p:nvPr/>
          </p:nvSpPr>
          <p:spPr>
            <a:xfrm>
              <a:off x="5537256" y="2948035"/>
              <a:ext cx="7506" cy="11173"/>
            </a:xfrm>
            <a:custGeom>
              <a:avLst/>
              <a:gdLst/>
              <a:ahLst/>
              <a:cxnLst/>
              <a:rect l="l" t="t" r="r" b="b"/>
              <a:pathLst>
                <a:path w="174" h="259" extrusionOk="0">
                  <a:moveTo>
                    <a:pt x="114" y="1"/>
                  </a:moveTo>
                  <a:cubicBezTo>
                    <a:pt x="92" y="1"/>
                    <a:pt x="71" y="13"/>
                    <a:pt x="71" y="47"/>
                  </a:cubicBezTo>
                  <a:cubicBezTo>
                    <a:pt x="31" y="86"/>
                    <a:pt x="31" y="136"/>
                    <a:pt x="31" y="176"/>
                  </a:cubicBezTo>
                  <a:cubicBezTo>
                    <a:pt x="1" y="225"/>
                    <a:pt x="38" y="259"/>
                    <a:pt x="81" y="259"/>
                  </a:cubicBezTo>
                  <a:cubicBezTo>
                    <a:pt x="107" y="259"/>
                    <a:pt x="135" y="246"/>
                    <a:pt x="150" y="215"/>
                  </a:cubicBezTo>
                  <a:lnTo>
                    <a:pt x="150" y="47"/>
                  </a:lnTo>
                  <a:cubicBezTo>
                    <a:pt x="173" y="24"/>
                    <a:pt x="143" y="1"/>
                    <a:pt x="11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"/>
            <p:cNvSpPr/>
            <p:nvPr/>
          </p:nvSpPr>
          <p:spPr>
            <a:xfrm>
              <a:off x="5536437" y="2928666"/>
              <a:ext cx="23554" cy="12424"/>
            </a:xfrm>
            <a:custGeom>
              <a:avLst/>
              <a:gdLst/>
              <a:ahLst/>
              <a:cxnLst/>
              <a:rect l="l" t="t" r="r" b="b"/>
              <a:pathLst>
                <a:path w="546" h="288" fill="none" extrusionOk="0">
                  <a:moveTo>
                    <a:pt x="1" y="89"/>
                  </a:moveTo>
                  <a:cubicBezTo>
                    <a:pt x="1" y="89"/>
                    <a:pt x="249" y="0"/>
                    <a:pt x="546" y="28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"/>
            <p:cNvSpPr/>
            <p:nvPr/>
          </p:nvSpPr>
          <p:spPr>
            <a:xfrm>
              <a:off x="4836229" y="3069387"/>
              <a:ext cx="554392" cy="212853"/>
            </a:xfrm>
            <a:custGeom>
              <a:avLst/>
              <a:gdLst/>
              <a:ahLst/>
              <a:cxnLst/>
              <a:rect l="l" t="t" r="r" b="b"/>
              <a:pathLst>
                <a:path w="12851" h="4934" extrusionOk="0">
                  <a:moveTo>
                    <a:pt x="1359" y="0"/>
                  </a:moveTo>
                  <a:lnTo>
                    <a:pt x="0" y="1904"/>
                  </a:lnTo>
                  <a:cubicBezTo>
                    <a:pt x="0" y="1904"/>
                    <a:pt x="4670" y="4760"/>
                    <a:pt x="7060" y="4918"/>
                  </a:cubicBezTo>
                  <a:cubicBezTo>
                    <a:pt x="7194" y="4929"/>
                    <a:pt x="7335" y="4934"/>
                    <a:pt x="7481" y="4934"/>
                  </a:cubicBezTo>
                  <a:cubicBezTo>
                    <a:pt x="9625" y="4934"/>
                    <a:pt x="12851" y="3847"/>
                    <a:pt x="12851" y="3847"/>
                  </a:cubicBezTo>
                  <a:lnTo>
                    <a:pt x="10947" y="744"/>
                  </a:lnTo>
                  <a:cubicBezTo>
                    <a:pt x="10947" y="744"/>
                    <a:pt x="8520" y="1626"/>
                    <a:pt x="7479" y="1626"/>
                  </a:cubicBezTo>
                  <a:cubicBezTo>
                    <a:pt x="7417" y="1626"/>
                    <a:pt x="7360" y="1623"/>
                    <a:pt x="7308" y="1616"/>
                  </a:cubicBezTo>
                  <a:cubicBezTo>
                    <a:pt x="5573" y="1368"/>
                    <a:pt x="1359" y="0"/>
                    <a:pt x="135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"/>
            <p:cNvSpPr/>
            <p:nvPr/>
          </p:nvSpPr>
          <p:spPr>
            <a:xfrm>
              <a:off x="5251582" y="3065159"/>
              <a:ext cx="256683" cy="205735"/>
            </a:xfrm>
            <a:custGeom>
              <a:avLst/>
              <a:gdLst/>
              <a:ahLst/>
              <a:cxnLst/>
              <a:rect l="l" t="t" r="r" b="b"/>
              <a:pathLst>
                <a:path w="5950" h="4769" extrusionOk="0">
                  <a:moveTo>
                    <a:pt x="5090" y="0"/>
                  </a:moveTo>
                  <a:cubicBezTo>
                    <a:pt x="4442" y="0"/>
                    <a:pt x="3620" y="116"/>
                    <a:pt x="2638" y="306"/>
                  </a:cubicBezTo>
                  <a:cubicBezTo>
                    <a:pt x="1527" y="515"/>
                    <a:pt x="0" y="1050"/>
                    <a:pt x="0" y="1050"/>
                  </a:cubicBezTo>
                  <a:lnTo>
                    <a:pt x="1239" y="4768"/>
                  </a:lnTo>
                  <a:lnTo>
                    <a:pt x="4373" y="3985"/>
                  </a:lnTo>
                  <a:lnTo>
                    <a:pt x="5949" y="98"/>
                  </a:lnTo>
                  <a:cubicBezTo>
                    <a:pt x="5710" y="31"/>
                    <a:pt x="5423" y="0"/>
                    <a:pt x="509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"/>
            <p:cNvSpPr/>
            <p:nvPr/>
          </p:nvSpPr>
          <p:spPr>
            <a:xfrm>
              <a:off x="5372634" y="3065936"/>
              <a:ext cx="486792" cy="638256"/>
            </a:xfrm>
            <a:custGeom>
              <a:avLst/>
              <a:gdLst/>
              <a:ahLst/>
              <a:cxnLst/>
              <a:rect l="l" t="t" r="r" b="b"/>
              <a:pathLst>
                <a:path w="11284" h="14795" extrusionOk="0">
                  <a:moveTo>
                    <a:pt x="5910" y="1"/>
                  </a:moveTo>
                  <a:cubicBezTo>
                    <a:pt x="5910" y="1"/>
                    <a:pt x="5245" y="626"/>
                    <a:pt x="4383" y="626"/>
                  </a:cubicBezTo>
                  <a:cubicBezTo>
                    <a:pt x="3351" y="626"/>
                    <a:pt x="3143" y="80"/>
                    <a:pt x="3143" y="80"/>
                  </a:cubicBezTo>
                  <a:cubicBezTo>
                    <a:pt x="3143" y="80"/>
                    <a:pt x="664" y="1032"/>
                    <a:pt x="288" y="4096"/>
                  </a:cubicBezTo>
                  <a:cubicBezTo>
                    <a:pt x="79" y="6029"/>
                    <a:pt x="0" y="14795"/>
                    <a:pt x="0" y="14795"/>
                  </a:cubicBezTo>
                  <a:lnTo>
                    <a:pt x="10738" y="14795"/>
                  </a:lnTo>
                  <a:cubicBezTo>
                    <a:pt x="10738" y="14795"/>
                    <a:pt x="11284" y="1121"/>
                    <a:pt x="5910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"/>
            <p:cNvSpPr/>
            <p:nvPr/>
          </p:nvSpPr>
          <p:spPr>
            <a:xfrm>
              <a:off x="5459863" y="3418817"/>
              <a:ext cx="314016" cy="365353"/>
            </a:xfrm>
            <a:custGeom>
              <a:avLst/>
              <a:gdLst/>
              <a:ahLst/>
              <a:cxnLst/>
              <a:rect l="l" t="t" r="r" b="b"/>
              <a:pathLst>
                <a:path w="7279" h="8469" extrusionOk="0">
                  <a:moveTo>
                    <a:pt x="5048" y="1"/>
                  </a:moveTo>
                  <a:lnTo>
                    <a:pt x="1" y="1657"/>
                  </a:lnTo>
                  <a:lnTo>
                    <a:pt x="2232" y="8469"/>
                  </a:lnTo>
                  <a:lnTo>
                    <a:pt x="7279" y="6773"/>
                  </a:lnTo>
                  <a:lnTo>
                    <a:pt x="5048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"/>
            <p:cNvSpPr/>
            <p:nvPr/>
          </p:nvSpPr>
          <p:spPr>
            <a:xfrm>
              <a:off x="5500932" y="3423562"/>
              <a:ext cx="128385" cy="59490"/>
            </a:xfrm>
            <a:custGeom>
              <a:avLst/>
              <a:gdLst/>
              <a:ahLst/>
              <a:cxnLst/>
              <a:rect l="l" t="t" r="r" b="b"/>
              <a:pathLst>
                <a:path w="2976" h="1379" extrusionOk="0">
                  <a:moveTo>
                    <a:pt x="2728" y="0"/>
                  </a:moveTo>
                  <a:cubicBezTo>
                    <a:pt x="2713" y="0"/>
                    <a:pt x="2699" y="6"/>
                    <a:pt x="2688" y="20"/>
                  </a:cubicBezTo>
                  <a:lnTo>
                    <a:pt x="80" y="843"/>
                  </a:lnTo>
                  <a:cubicBezTo>
                    <a:pt x="40" y="883"/>
                    <a:pt x="1" y="962"/>
                    <a:pt x="1" y="1011"/>
                  </a:cubicBezTo>
                  <a:lnTo>
                    <a:pt x="130" y="1378"/>
                  </a:lnTo>
                  <a:lnTo>
                    <a:pt x="2975" y="426"/>
                  </a:lnTo>
                  <a:lnTo>
                    <a:pt x="2856" y="99"/>
                  </a:lnTo>
                  <a:cubicBezTo>
                    <a:pt x="2820" y="42"/>
                    <a:pt x="2769" y="0"/>
                    <a:pt x="272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"/>
            <p:cNvSpPr/>
            <p:nvPr/>
          </p:nvSpPr>
          <p:spPr>
            <a:xfrm>
              <a:off x="5536437" y="3413942"/>
              <a:ext cx="42838" cy="36367"/>
            </a:xfrm>
            <a:custGeom>
              <a:avLst/>
              <a:gdLst/>
              <a:ahLst/>
              <a:cxnLst/>
              <a:rect l="l" t="t" r="r" b="b"/>
              <a:pathLst>
                <a:path w="993" h="843" extrusionOk="0">
                  <a:moveTo>
                    <a:pt x="417" y="243"/>
                  </a:moveTo>
                  <a:cubicBezTo>
                    <a:pt x="546" y="243"/>
                    <a:pt x="625" y="283"/>
                    <a:pt x="665" y="362"/>
                  </a:cubicBezTo>
                  <a:cubicBezTo>
                    <a:pt x="665" y="441"/>
                    <a:pt x="625" y="530"/>
                    <a:pt x="546" y="570"/>
                  </a:cubicBezTo>
                  <a:cubicBezTo>
                    <a:pt x="522" y="581"/>
                    <a:pt x="496" y="586"/>
                    <a:pt x="471" y="586"/>
                  </a:cubicBezTo>
                  <a:cubicBezTo>
                    <a:pt x="402" y="586"/>
                    <a:pt x="338" y="549"/>
                    <a:pt x="338" y="491"/>
                  </a:cubicBezTo>
                  <a:cubicBezTo>
                    <a:pt x="298" y="362"/>
                    <a:pt x="338" y="283"/>
                    <a:pt x="417" y="243"/>
                  </a:cubicBezTo>
                  <a:close/>
                  <a:moveTo>
                    <a:pt x="524" y="1"/>
                  </a:moveTo>
                  <a:cubicBezTo>
                    <a:pt x="464" y="1"/>
                    <a:pt x="401" y="12"/>
                    <a:pt x="338" y="35"/>
                  </a:cubicBezTo>
                  <a:cubicBezTo>
                    <a:pt x="130" y="74"/>
                    <a:pt x="1" y="322"/>
                    <a:pt x="50" y="570"/>
                  </a:cubicBezTo>
                  <a:cubicBezTo>
                    <a:pt x="113" y="734"/>
                    <a:pt x="280" y="843"/>
                    <a:pt x="469" y="843"/>
                  </a:cubicBezTo>
                  <a:cubicBezTo>
                    <a:pt x="520" y="843"/>
                    <a:pt x="573" y="835"/>
                    <a:pt x="625" y="818"/>
                  </a:cubicBezTo>
                  <a:cubicBezTo>
                    <a:pt x="873" y="739"/>
                    <a:pt x="992" y="491"/>
                    <a:pt x="913" y="283"/>
                  </a:cubicBezTo>
                  <a:cubicBezTo>
                    <a:pt x="854" y="98"/>
                    <a:pt x="701" y="1"/>
                    <a:pt x="52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"/>
            <p:cNvSpPr/>
            <p:nvPr/>
          </p:nvSpPr>
          <p:spPr>
            <a:xfrm>
              <a:off x="5600586" y="3242592"/>
              <a:ext cx="340547" cy="489812"/>
            </a:xfrm>
            <a:custGeom>
              <a:avLst/>
              <a:gdLst/>
              <a:ahLst/>
              <a:cxnLst/>
              <a:rect l="l" t="t" r="r" b="b"/>
              <a:pathLst>
                <a:path w="7894" h="11354" extrusionOk="0">
                  <a:moveTo>
                    <a:pt x="6496" y="1"/>
                  </a:moveTo>
                  <a:lnTo>
                    <a:pt x="2857" y="943"/>
                  </a:lnTo>
                  <a:cubicBezTo>
                    <a:pt x="2857" y="943"/>
                    <a:pt x="3769" y="4255"/>
                    <a:pt x="3561" y="4790"/>
                  </a:cubicBezTo>
                  <a:cubicBezTo>
                    <a:pt x="3104" y="6069"/>
                    <a:pt x="1" y="9123"/>
                    <a:pt x="1" y="9123"/>
                  </a:cubicBezTo>
                  <a:lnTo>
                    <a:pt x="1578" y="11354"/>
                  </a:lnTo>
                  <a:cubicBezTo>
                    <a:pt x="1578" y="11354"/>
                    <a:pt x="6327" y="8300"/>
                    <a:pt x="7190" y="5950"/>
                  </a:cubicBezTo>
                  <a:cubicBezTo>
                    <a:pt x="7894" y="4086"/>
                    <a:pt x="6496" y="1"/>
                    <a:pt x="6496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"/>
            <p:cNvSpPr/>
            <p:nvPr/>
          </p:nvSpPr>
          <p:spPr>
            <a:xfrm>
              <a:off x="5627549" y="3065849"/>
              <a:ext cx="279806" cy="283732"/>
            </a:xfrm>
            <a:custGeom>
              <a:avLst/>
              <a:gdLst/>
              <a:ahLst/>
              <a:cxnLst/>
              <a:rect l="l" t="t" r="r" b="b"/>
              <a:pathLst>
                <a:path w="6486" h="6577" extrusionOk="0">
                  <a:moveTo>
                    <a:pt x="161" y="0"/>
                  </a:moveTo>
                  <a:cubicBezTo>
                    <a:pt x="58" y="0"/>
                    <a:pt x="1" y="3"/>
                    <a:pt x="1" y="3"/>
                  </a:cubicBezTo>
                  <a:lnTo>
                    <a:pt x="1448" y="3553"/>
                  </a:lnTo>
                  <a:lnTo>
                    <a:pt x="2440" y="6577"/>
                  </a:lnTo>
                  <a:lnTo>
                    <a:pt x="6485" y="5912"/>
                  </a:lnTo>
                  <a:cubicBezTo>
                    <a:pt x="6485" y="5912"/>
                    <a:pt x="6158" y="3761"/>
                    <a:pt x="5077" y="2154"/>
                  </a:cubicBezTo>
                  <a:cubicBezTo>
                    <a:pt x="3744" y="129"/>
                    <a:pt x="869" y="0"/>
                    <a:pt x="1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"/>
            <p:cNvSpPr/>
            <p:nvPr/>
          </p:nvSpPr>
          <p:spPr>
            <a:xfrm>
              <a:off x="5695149" y="3238752"/>
              <a:ext cx="37661" cy="110827"/>
            </a:xfrm>
            <a:custGeom>
              <a:avLst/>
              <a:gdLst/>
              <a:ahLst/>
              <a:cxnLst/>
              <a:rect l="l" t="t" r="r" b="b"/>
              <a:pathLst>
                <a:path w="873" h="2569" fill="none" extrusionOk="0">
                  <a:moveTo>
                    <a:pt x="873" y="2569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"/>
            <p:cNvSpPr/>
            <p:nvPr/>
          </p:nvSpPr>
          <p:spPr>
            <a:xfrm>
              <a:off x="5385015" y="3154932"/>
              <a:ext cx="28688" cy="87704"/>
            </a:xfrm>
            <a:custGeom>
              <a:avLst/>
              <a:gdLst/>
              <a:ahLst/>
              <a:cxnLst/>
              <a:rect l="l" t="t" r="r" b="b"/>
              <a:pathLst>
                <a:path w="665" h="2033" fill="none" extrusionOk="0">
                  <a:moveTo>
                    <a:pt x="1" y="2033"/>
                  </a:moveTo>
                  <a:cubicBezTo>
                    <a:pt x="1" y="2033"/>
                    <a:pt x="130" y="744"/>
                    <a:pt x="665" y="0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"/>
            <p:cNvSpPr/>
            <p:nvPr/>
          </p:nvSpPr>
          <p:spPr>
            <a:xfrm>
              <a:off x="5488551" y="3065936"/>
              <a:ext cx="169411" cy="48403"/>
            </a:xfrm>
            <a:custGeom>
              <a:avLst/>
              <a:gdLst/>
              <a:ahLst/>
              <a:cxnLst/>
              <a:rect l="l" t="t" r="r" b="b"/>
              <a:pathLst>
                <a:path w="3927" h="1122" fill="none" extrusionOk="0">
                  <a:moveTo>
                    <a:pt x="0" y="1"/>
                  </a:moveTo>
                  <a:cubicBezTo>
                    <a:pt x="0" y="1"/>
                    <a:pt x="0" y="1121"/>
                    <a:pt x="1487" y="1121"/>
                  </a:cubicBezTo>
                  <a:cubicBezTo>
                    <a:pt x="3302" y="1121"/>
                    <a:pt x="3927" y="1"/>
                    <a:pt x="3927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"/>
            <p:cNvSpPr/>
            <p:nvPr/>
          </p:nvSpPr>
          <p:spPr>
            <a:xfrm>
              <a:off x="5509905" y="3597199"/>
              <a:ext cx="221222" cy="194561"/>
            </a:xfrm>
            <a:custGeom>
              <a:avLst/>
              <a:gdLst/>
              <a:ahLst/>
              <a:cxnLst/>
              <a:rect l="l" t="t" r="r" b="b"/>
              <a:pathLst>
                <a:path w="5128" h="4510" extrusionOk="0">
                  <a:moveTo>
                    <a:pt x="3095" y="1"/>
                  </a:moveTo>
                  <a:cubicBezTo>
                    <a:pt x="2440" y="705"/>
                    <a:pt x="249" y="2440"/>
                    <a:pt x="288" y="2598"/>
                  </a:cubicBezTo>
                  <a:cubicBezTo>
                    <a:pt x="301" y="2631"/>
                    <a:pt x="331" y="2645"/>
                    <a:pt x="373" y="2645"/>
                  </a:cubicBezTo>
                  <a:cubicBezTo>
                    <a:pt x="565" y="2645"/>
                    <a:pt x="1007" y="2362"/>
                    <a:pt x="1154" y="2362"/>
                  </a:cubicBezTo>
                  <a:cubicBezTo>
                    <a:pt x="1179" y="2362"/>
                    <a:pt x="1196" y="2371"/>
                    <a:pt x="1201" y="2390"/>
                  </a:cubicBezTo>
                  <a:cubicBezTo>
                    <a:pt x="1201" y="2559"/>
                    <a:pt x="1" y="3511"/>
                    <a:pt x="120" y="3719"/>
                  </a:cubicBezTo>
                  <a:cubicBezTo>
                    <a:pt x="132" y="3738"/>
                    <a:pt x="152" y="3746"/>
                    <a:pt x="179" y="3746"/>
                  </a:cubicBezTo>
                  <a:cubicBezTo>
                    <a:pt x="450" y="3746"/>
                    <a:pt x="1408" y="2886"/>
                    <a:pt x="1409" y="2886"/>
                  </a:cubicBezTo>
                  <a:lnTo>
                    <a:pt x="1409" y="2886"/>
                  </a:lnTo>
                  <a:cubicBezTo>
                    <a:pt x="1408" y="2887"/>
                    <a:pt x="209" y="4086"/>
                    <a:pt x="368" y="4254"/>
                  </a:cubicBezTo>
                  <a:cubicBezTo>
                    <a:pt x="376" y="4262"/>
                    <a:pt x="388" y="4266"/>
                    <a:pt x="403" y="4266"/>
                  </a:cubicBezTo>
                  <a:cubicBezTo>
                    <a:pt x="621" y="4266"/>
                    <a:pt x="1515" y="3492"/>
                    <a:pt x="1905" y="3223"/>
                  </a:cubicBezTo>
                  <a:lnTo>
                    <a:pt x="1905" y="3223"/>
                  </a:lnTo>
                  <a:cubicBezTo>
                    <a:pt x="1488" y="3590"/>
                    <a:pt x="913" y="4254"/>
                    <a:pt x="1032" y="4373"/>
                  </a:cubicBezTo>
                  <a:cubicBezTo>
                    <a:pt x="1045" y="4386"/>
                    <a:pt x="1063" y="4392"/>
                    <a:pt x="1085" y="4392"/>
                  </a:cubicBezTo>
                  <a:cubicBezTo>
                    <a:pt x="1295" y="4392"/>
                    <a:pt x="1908" y="3887"/>
                    <a:pt x="2400" y="3511"/>
                  </a:cubicBezTo>
                  <a:lnTo>
                    <a:pt x="2400" y="3511"/>
                  </a:lnTo>
                  <a:cubicBezTo>
                    <a:pt x="2063" y="3798"/>
                    <a:pt x="1528" y="4373"/>
                    <a:pt x="1657" y="4502"/>
                  </a:cubicBezTo>
                  <a:cubicBezTo>
                    <a:pt x="1662" y="4507"/>
                    <a:pt x="1670" y="4510"/>
                    <a:pt x="1680" y="4510"/>
                  </a:cubicBezTo>
                  <a:cubicBezTo>
                    <a:pt x="1922" y="4510"/>
                    <a:pt x="3579" y="3248"/>
                    <a:pt x="5127" y="2023"/>
                  </a:cubicBezTo>
                  <a:lnTo>
                    <a:pt x="3095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"/>
            <p:cNvSpPr/>
            <p:nvPr/>
          </p:nvSpPr>
          <p:spPr>
            <a:xfrm>
              <a:off x="3207344" y="4587854"/>
              <a:ext cx="279806" cy="303317"/>
            </a:xfrm>
            <a:custGeom>
              <a:avLst/>
              <a:gdLst/>
              <a:ahLst/>
              <a:cxnLst/>
              <a:rect l="l" t="t" r="r" b="b"/>
              <a:pathLst>
                <a:path w="6486" h="7031" extrusionOk="0">
                  <a:moveTo>
                    <a:pt x="4215" y="1"/>
                  </a:moveTo>
                  <a:lnTo>
                    <a:pt x="368" y="417"/>
                  </a:lnTo>
                  <a:lnTo>
                    <a:pt x="40" y="5454"/>
                  </a:lnTo>
                  <a:lnTo>
                    <a:pt x="1" y="7031"/>
                  </a:lnTo>
                  <a:lnTo>
                    <a:pt x="6198" y="6991"/>
                  </a:lnTo>
                  <a:cubicBezTo>
                    <a:pt x="6356" y="6991"/>
                    <a:pt x="6485" y="6862"/>
                    <a:pt x="6485" y="6693"/>
                  </a:cubicBezTo>
                  <a:cubicBezTo>
                    <a:pt x="6485" y="6614"/>
                    <a:pt x="6396" y="6495"/>
                    <a:pt x="6277" y="6446"/>
                  </a:cubicBezTo>
                  <a:lnTo>
                    <a:pt x="3630" y="5256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"/>
            <p:cNvSpPr/>
            <p:nvPr/>
          </p:nvSpPr>
          <p:spPr>
            <a:xfrm>
              <a:off x="3192806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967" y="1"/>
                  </a:moveTo>
                  <a:cubicBezTo>
                    <a:pt x="3367" y="236"/>
                    <a:pt x="2701" y="309"/>
                    <a:pt x="2107" y="309"/>
                  </a:cubicBezTo>
                  <a:cubicBezTo>
                    <a:pt x="1148" y="309"/>
                    <a:pt x="377" y="120"/>
                    <a:pt x="377" y="120"/>
                  </a:cubicBezTo>
                  <a:lnTo>
                    <a:pt x="1" y="2271"/>
                  </a:lnTo>
                  <a:cubicBezTo>
                    <a:pt x="1" y="2311"/>
                    <a:pt x="40" y="2390"/>
                    <a:pt x="129" y="2390"/>
                  </a:cubicBezTo>
                  <a:lnTo>
                    <a:pt x="7031" y="2390"/>
                  </a:lnTo>
                  <a:cubicBezTo>
                    <a:pt x="7189" y="2390"/>
                    <a:pt x="7070" y="1686"/>
                    <a:pt x="7070" y="1647"/>
                  </a:cubicBezTo>
                  <a:cubicBezTo>
                    <a:pt x="7031" y="1488"/>
                    <a:pt x="6902" y="1240"/>
                    <a:pt x="6783" y="1191"/>
                  </a:cubicBezTo>
                  <a:lnTo>
                    <a:pt x="3967" y="1"/>
                  </a:lnTo>
                  <a:close/>
                </a:path>
              </a:pathLst>
            </a:custGeom>
            <a:solidFill>
              <a:srgbClr val="1622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"/>
            <p:cNvSpPr/>
            <p:nvPr/>
          </p:nvSpPr>
          <p:spPr>
            <a:xfrm>
              <a:off x="3372873" y="4818004"/>
              <a:ext cx="16307" cy="30371"/>
            </a:xfrm>
            <a:custGeom>
              <a:avLst/>
              <a:gdLst/>
              <a:ahLst/>
              <a:cxnLst/>
              <a:rect l="l" t="t" r="r" b="b"/>
              <a:pathLst>
                <a:path w="378" h="704" fill="none" extrusionOk="0">
                  <a:moveTo>
                    <a:pt x="378" y="0"/>
                  </a:moveTo>
                  <a:cubicBezTo>
                    <a:pt x="249" y="208"/>
                    <a:pt x="80" y="456"/>
                    <a:pt x="1" y="704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"/>
            <p:cNvSpPr/>
            <p:nvPr/>
          </p:nvSpPr>
          <p:spPr>
            <a:xfrm>
              <a:off x="3390862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328" y="1"/>
                  </a:moveTo>
                  <a:cubicBezTo>
                    <a:pt x="159" y="209"/>
                    <a:pt x="80" y="328"/>
                    <a:pt x="0" y="53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"/>
            <p:cNvSpPr/>
            <p:nvPr/>
          </p:nvSpPr>
          <p:spPr>
            <a:xfrm>
              <a:off x="3404969" y="4833793"/>
              <a:ext cx="12467" cy="23598"/>
            </a:xfrm>
            <a:custGeom>
              <a:avLst/>
              <a:gdLst/>
              <a:ahLst/>
              <a:cxnLst/>
              <a:rect l="l" t="t" r="r" b="b"/>
              <a:pathLst>
                <a:path w="289" h="547" fill="none" extrusionOk="0">
                  <a:moveTo>
                    <a:pt x="288" y="1"/>
                  </a:moveTo>
                  <a:cubicBezTo>
                    <a:pt x="209" y="169"/>
                    <a:pt x="80" y="378"/>
                    <a:pt x="1" y="54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"/>
            <p:cNvSpPr/>
            <p:nvPr/>
          </p:nvSpPr>
          <p:spPr>
            <a:xfrm>
              <a:off x="3194532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0" y="40"/>
                  </a:moveTo>
                  <a:lnTo>
                    <a:pt x="7070" y="1"/>
                  </a:ln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"/>
            <p:cNvSpPr/>
            <p:nvPr/>
          </p:nvSpPr>
          <p:spPr>
            <a:xfrm>
              <a:off x="3203505" y="4851782"/>
              <a:ext cx="76617" cy="44520"/>
            </a:xfrm>
            <a:custGeom>
              <a:avLst/>
              <a:gdLst/>
              <a:ahLst/>
              <a:cxnLst/>
              <a:rect l="l" t="t" r="r" b="b"/>
              <a:pathLst>
                <a:path w="1776" h="1032" fill="none" extrusionOk="0">
                  <a:moveTo>
                    <a:pt x="0" y="0"/>
                  </a:moveTo>
                  <a:cubicBezTo>
                    <a:pt x="0" y="0"/>
                    <a:pt x="1656" y="40"/>
                    <a:pt x="1775" y="1032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"/>
            <p:cNvSpPr/>
            <p:nvPr/>
          </p:nvSpPr>
          <p:spPr>
            <a:xfrm>
              <a:off x="3437065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536" y="1"/>
                  </a:moveTo>
                  <a:cubicBezTo>
                    <a:pt x="536" y="1"/>
                    <a:pt x="80" y="665"/>
                    <a:pt x="0" y="953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"/>
            <p:cNvSpPr/>
            <p:nvPr/>
          </p:nvSpPr>
          <p:spPr>
            <a:xfrm>
              <a:off x="3012739" y="3571962"/>
              <a:ext cx="387138" cy="1212277"/>
            </a:xfrm>
            <a:custGeom>
              <a:avLst/>
              <a:gdLst/>
              <a:ahLst/>
              <a:cxnLst/>
              <a:rect l="l" t="t" r="r" b="b"/>
              <a:pathLst>
                <a:path w="8974" h="28101" extrusionOk="0">
                  <a:moveTo>
                    <a:pt x="0" y="1"/>
                  </a:moveTo>
                  <a:cubicBezTo>
                    <a:pt x="248" y="546"/>
                    <a:pt x="89" y="4760"/>
                    <a:pt x="2439" y="8637"/>
                  </a:cubicBezTo>
                  <a:cubicBezTo>
                    <a:pt x="3143" y="17313"/>
                    <a:pt x="3639" y="28101"/>
                    <a:pt x="3639" y="28101"/>
                  </a:cubicBezTo>
                  <a:lnTo>
                    <a:pt x="8974" y="28101"/>
                  </a:lnTo>
                  <a:cubicBezTo>
                    <a:pt x="8974" y="28101"/>
                    <a:pt x="8478" y="10749"/>
                    <a:pt x="7774" y="240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"/>
            <p:cNvSpPr/>
            <p:nvPr/>
          </p:nvSpPr>
          <p:spPr>
            <a:xfrm>
              <a:off x="3139355" y="3894904"/>
              <a:ext cx="62467" cy="889331"/>
            </a:xfrm>
            <a:custGeom>
              <a:avLst/>
              <a:gdLst/>
              <a:ahLst/>
              <a:cxnLst/>
              <a:rect l="l" t="t" r="r" b="b"/>
              <a:pathLst>
                <a:path w="1448" h="20615" fill="none" extrusionOk="0">
                  <a:moveTo>
                    <a:pt x="1448" y="20615"/>
                  </a:moveTo>
                  <a:cubicBezTo>
                    <a:pt x="1448" y="20615"/>
                    <a:pt x="952" y="8131"/>
                    <a:pt x="0" y="1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"/>
            <p:cNvSpPr/>
            <p:nvPr/>
          </p:nvSpPr>
          <p:spPr>
            <a:xfrm>
              <a:off x="2854458" y="4587854"/>
              <a:ext cx="295638" cy="303317"/>
            </a:xfrm>
            <a:custGeom>
              <a:avLst/>
              <a:gdLst/>
              <a:ahLst/>
              <a:cxnLst/>
              <a:rect l="l" t="t" r="r" b="b"/>
              <a:pathLst>
                <a:path w="6853" h="7031" extrusionOk="0">
                  <a:moveTo>
                    <a:pt x="3798" y="1"/>
                  </a:moveTo>
                  <a:lnTo>
                    <a:pt x="1" y="417"/>
                  </a:lnTo>
                  <a:lnTo>
                    <a:pt x="407" y="5454"/>
                  </a:lnTo>
                  <a:lnTo>
                    <a:pt x="367" y="7031"/>
                  </a:lnTo>
                  <a:lnTo>
                    <a:pt x="6564" y="6991"/>
                  </a:lnTo>
                  <a:cubicBezTo>
                    <a:pt x="6733" y="6991"/>
                    <a:pt x="6852" y="6862"/>
                    <a:pt x="6852" y="6693"/>
                  </a:cubicBezTo>
                  <a:cubicBezTo>
                    <a:pt x="6852" y="6614"/>
                    <a:pt x="6773" y="6495"/>
                    <a:pt x="6644" y="6446"/>
                  </a:cubicBezTo>
                  <a:lnTo>
                    <a:pt x="4006" y="5256"/>
                  </a:lnTo>
                  <a:lnTo>
                    <a:pt x="3798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"/>
            <p:cNvSpPr/>
            <p:nvPr/>
          </p:nvSpPr>
          <p:spPr>
            <a:xfrm>
              <a:off x="2856184" y="4814553"/>
              <a:ext cx="308451" cy="103148"/>
            </a:xfrm>
            <a:custGeom>
              <a:avLst/>
              <a:gdLst/>
              <a:ahLst/>
              <a:cxnLst/>
              <a:rect l="l" t="t" r="r" b="b"/>
              <a:pathLst>
                <a:path w="7150" h="2391" extrusionOk="0">
                  <a:moveTo>
                    <a:pt x="3966" y="1"/>
                  </a:moveTo>
                  <a:cubicBezTo>
                    <a:pt x="3363" y="236"/>
                    <a:pt x="2694" y="309"/>
                    <a:pt x="2099" y="309"/>
                  </a:cubicBezTo>
                  <a:cubicBezTo>
                    <a:pt x="1138" y="309"/>
                    <a:pt x="367" y="120"/>
                    <a:pt x="367" y="120"/>
                  </a:cubicBezTo>
                  <a:lnTo>
                    <a:pt x="0" y="2271"/>
                  </a:lnTo>
                  <a:cubicBezTo>
                    <a:pt x="0" y="2311"/>
                    <a:pt x="40" y="2390"/>
                    <a:pt x="119" y="2390"/>
                  </a:cubicBezTo>
                  <a:lnTo>
                    <a:pt x="7020" y="2390"/>
                  </a:lnTo>
                  <a:cubicBezTo>
                    <a:pt x="7149" y="2390"/>
                    <a:pt x="7060" y="1686"/>
                    <a:pt x="7060" y="1647"/>
                  </a:cubicBezTo>
                  <a:cubicBezTo>
                    <a:pt x="7020" y="1488"/>
                    <a:pt x="6901" y="1240"/>
                    <a:pt x="6772" y="1191"/>
                  </a:cubicBezTo>
                  <a:lnTo>
                    <a:pt x="3966" y="1"/>
                  </a:lnTo>
                  <a:close/>
                </a:path>
              </a:pathLst>
            </a:custGeom>
            <a:solidFill>
              <a:srgbClr val="1622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"/>
            <p:cNvSpPr/>
            <p:nvPr/>
          </p:nvSpPr>
          <p:spPr>
            <a:xfrm>
              <a:off x="3036250" y="4818004"/>
              <a:ext cx="15876" cy="30371"/>
            </a:xfrm>
            <a:custGeom>
              <a:avLst/>
              <a:gdLst/>
              <a:ahLst/>
              <a:cxnLst/>
              <a:rect l="l" t="t" r="r" b="b"/>
              <a:pathLst>
                <a:path w="368" h="704" fill="none" extrusionOk="0">
                  <a:moveTo>
                    <a:pt x="367" y="0"/>
                  </a:moveTo>
                  <a:cubicBezTo>
                    <a:pt x="248" y="208"/>
                    <a:pt x="80" y="456"/>
                    <a:pt x="1" y="704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"/>
            <p:cNvSpPr/>
            <p:nvPr/>
          </p:nvSpPr>
          <p:spPr>
            <a:xfrm>
              <a:off x="3053808" y="4828659"/>
              <a:ext cx="14581" cy="23166"/>
            </a:xfrm>
            <a:custGeom>
              <a:avLst/>
              <a:gdLst/>
              <a:ahLst/>
              <a:cxnLst/>
              <a:rect l="l" t="t" r="r" b="b"/>
              <a:pathLst>
                <a:path w="338" h="537" fill="none" extrusionOk="0">
                  <a:moveTo>
                    <a:pt x="337" y="1"/>
                  </a:moveTo>
                  <a:cubicBezTo>
                    <a:pt x="169" y="209"/>
                    <a:pt x="89" y="328"/>
                    <a:pt x="0" y="53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"/>
            <p:cNvSpPr/>
            <p:nvPr/>
          </p:nvSpPr>
          <p:spPr>
            <a:xfrm>
              <a:off x="3068347" y="4833793"/>
              <a:ext cx="12424" cy="23598"/>
            </a:xfrm>
            <a:custGeom>
              <a:avLst/>
              <a:gdLst/>
              <a:ahLst/>
              <a:cxnLst/>
              <a:rect l="l" t="t" r="r" b="b"/>
              <a:pathLst>
                <a:path w="288" h="547" fill="none" extrusionOk="0">
                  <a:moveTo>
                    <a:pt x="288" y="1"/>
                  </a:moveTo>
                  <a:cubicBezTo>
                    <a:pt x="198" y="169"/>
                    <a:pt x="80" y="378"/>
                    <a:pt x="0" y="546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"/>
            <p:cNvSpPr/>
            <p:nvPr/>
          </p:nvSpPr>
          <p:spPr>
            <a:xfrm>
              <a:off x="2857866" y="4896259"/>
              <a:ext cx="304612" cy="1769"/>
            </a:xfrm>
            <a:custGeom>
              <a:avLst/>
              <a:gdLst/>
              <a:ahLst/>
              <a:cxnLst/>
              <a:rect l="l" t="t" r="r" b="b"/>
              <a:pathLst>
                <a:path w="7061" h="41" fill="none" extrusionOk="0">
                  <a:moveTo>
                    <a:pt x="1" y="40"/>
                  </a:moveTo>
                  <a:lnTo>
                    <a:pt x="7061" y="1"/>
                  </a:ln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"/>
            <p:cNvSpPr/>
            <p:nvPr/>
          </p:nvSpPr>
          <p:spPr>
            <a:xfrm>
              <a:off x="2866882" y="4851782"/>
              <a:ext cx="76574" cy="44520"/>
            </a:xfrm>
            <a:custGeom>
              <a:avLst/>
              <a:gdLst/>
              <a:ahLst/>
              <a:cxnLst/>
              <a:rect l="l" t="t" r="r" b="b"/>
              <a:pathLst>
                <a:path w="1775" h="1032" fill="none" extrusionOk="0">
                  <a:moveTo>
                    <a:pt x="0" y="0"/>
                  </a:moveTo>
                  <a:cubicBezTo>
                    <a:pt x="0" y="0"/>
                    <a:pt x="1646" y="40"/>
                    <a:pt x="1775" y="1032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"/>
            <p:cNvSpPr/>
            <p:nvPr/>
          </p:nvSpPr>
          <p:spPr>
            <a:xfrm>
              <a:off x="3100400" y="4855190"/>
              <a:ext cx="23166" cy="41112"/>
            </a:xfrm>
            <a:custGeom>
              <a:avLst/>
              <a:gdLst/>
              <a:ahLst/>
              <a:cxnLst/>
              <a:rect l="l" t="t" r="r" b="b"/>
              <a:pathLst>
                <a:path w="537" h="953" fill="none" extrusionOk="0">
                  <a:moveTo>
                    <a:pt x="536" y="1"/>
                  </a:moveTo>
                  <a:cubicBezTo>
                    <a:pt x="536" y="1"/>
                    <a:pt x="80" y="665"/>
                    <a:pt x="1" y="953"/>
                  </a:cubicBezTo>
                </a:path>
              </a:pathLst>
            </a:custGeom>
            <a:noFill/>
            <a:ln w="9525" cap="flat" cmpd="sng">
              <a:solidFill>
                <a:srgbClr val="EE728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"/>
            <p:cNvSpPr/>
            <p:nvPr/>
          </p:nvSpPr>
          <p:spPr>
            <a:xfrm>
              <a:off x="2847167" y="3638267"/>
              <a:ext cx="319150" cy="1145971"/>
            </a:xfrm>
            <a:custGeom>
              <a:avLst/>
              <a:gdLst/>
              <a:ahLst/>
              <a:cxnLst/>
              <a:rect l="l" t="t" r="r" b="b"/>
              <a:pathLst>
                <a:path w="7398" h="26564" extrusionOk="0">
                  <a:moveTo>
                    <a:pt x="7398" y="1"/>
                  </a:moveTo>
                  <a:lnTo>
                    <a:pt x="328" y="159"/>
                  </a:lnTo>
                  <a:cubicBezTo>
                    <a:pt x="170" y="1894"/>
                    <a:pt x="170" y="4046"/>
                    <a:pt x="457" y="6108"/>
                  </a:cubicBezTo>
                  <a:cubicBezTo>
                    <a:pt x="1" y="15320"/>
                    <a:pt x="41" y="26564"/>
                    <a:pt x="41" y="26564"/>
                  </a:cubicBezTo>
                  <a:lnTo>
                    <a:pt x="5375" y="26564"/>
                  </a:lnTo>
                  <a:cubicBezTo>
                    <a:pt x="5375" y="26564"/>
                    <a:pt x="6862" y="6693"/>
                    <a:pt x="7398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"/>
            <p:cNvSpPr/>
            <p:nvPr/>
          </p:nvSpPr>
          <p:spPr>
            <a:xfrm>
              <a:off x="2886554" y="3645127"/>
              <a:ext cx="19284" cy="1139112"/>
            </a:xfrm>
            <a:custGeom>
              <a:avLst/>
              <a:gdLst/>
              <a:ahLst/>
              <a:cxnLst/>
              <a:rect l="l" t="t" r="r" b="b"/>
              <a:pathLst>
                <a:path w="447" h="26405" fill="none" extrusionOk="0">
                  <a:moveTo>
                    <a:pt x="327" y="0"/>
                  </a:moveTo>
                  <a:cubicBezTo>
                    <a:pt x="159" y="1735"/>
                    <a:pt x="198" y="3887"/>
                    <a:pt x="446" y="5949"/>
                  </a:cubicBezTo>
                  <a:cubicBezTo>
                    <a:pt x="0" y="15161"/>
                    <a:pt x="40" y="26405"/>
                    <a:pt x="40" y="26405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"/>
            <p:cNvSpPr/>
            <p:nvPr/>
          </p:nvSpPr>
          <p:spPr>
            <a:xfrm>
              <a:off x="3128657" y="3693443"/>
              <a:ext cx="37661" cy="409830"/>
            </a:xfrm>
            <a:custGeom>
              <a:avLst/>
              <a:gdLst/>
              <a:ahLst/>
              <a:cxnLst/>
              <a:rect l="l" t="t" r="r" b="b"/>
              <a:pathLst>
                <a:path w="873" h="9500" fill="none" extrusionOk="0">
                  <a:moveTo>
                    <a:pt x="0" y="9500"/>
                  </a:moveTo>
                  <a:cubicBezTo>
                    <a:pt x="0" y="9500"/>
                    <a:pt x="833" y="2351"/>
                    <a:pt x="873" y="1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"/>
            <p:cNvSpPr/>
            <p:nvPr/>
          </p:nvSpPr>
          <p:spPr>
            <a:xfrm>
              <a:off x="2897253" y="3716566"/>
              <a:ext cx="103105" cy="92837"/>
            </a:xfrm>
            <a:custGeom>
              <a:avLst/>
              <a:gdLst/>
              <a:ahLst/>
              <a:cxnLst/>
              <a:rect l="l" t="t" r="r" b="b"/>
              <a:pathLst>
                <a:path w="2390" h="2152" fill="none" extrusionOk="0">
                  <a:moveTo>
                    <a:pt x="0" y="2023"/>
                  </a:moveTo>
                  <a:cubicBezTo>
                    <a:pt x="0" y="2023"/>
                    <a:pt x="1527" y="2152"/>
                    <a:pt x="2390" y="0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"/>
            <p:cNvSpPr/>
            <p:nvPr/>
          </p:nvSpPr>
          <p:spPr>
            <a:xfrm>
              <a:off x="3159027" y="3698577"/>
              <a:ext cx="30414" cy="105262"/>
            </a:xfrm>
            <a:custGeom>
              <a:avLst/>
              <a:gdLst/>
              <a:ahLst/>
              <a:cxnLst/>
              <a:rect l="l" t="t" r="r" b="b"/>
              <a:pathLst>
                <a:path w="705" h="2440" fill="none" extrusionOk="0">
                  <a:moveTo>
                    <a:pt x="0" y="2440"/>
                  </a:moveTo>
                  <a:cubicBezTo>
                    <a:pt x="0" y="2440"/>
                    <a:pt x="456" y="2321"/>
                    <a:pt x="536" y="2152"/>
                  </a:cubicBezTo>
                  <a:cubicBezTo>
                    <a:pt x="575" y="1984"/>
                    <a:pt x="704" y="1"/>
                    <a:pt x="704" y="1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"/>
            <p:cNvSpPr/>
            <p:nvPr/>
          </p:nvSpPr>
          <p:spPr>
            <a:xfrm>
              <a:off x="3273219" y="3716566"/>
              <a:ext cx="85590" cy="87272"/>
            </a:xfrm>
            <a:custGeom>
              <a:avLst/>
              <a:gdLst/>
              <a:ahLst/>
              <a:cxnLst/>
              <a:rect l="l" t="t" r="r" b="b"/>
              <a:pathLst>
                <a:path w="1984" h="2023" fill="none" extrusionOk="0">
                  <a:moveTo>
                    <a:pt x="40" y="0"/>
                  </a:moveTo>
                  <a:cubicBezTo>
                    <a:pt x="40" y="0"/>
                    <a:pt x="1" y="1735"/>
                    <a:pt x="1984" y="2023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"/>
            <p:cNvSpPr/>
            <p:nvPr/>
          </p:nvSpPr>
          <p:spPr>
            <a:xfrm>
              <a:off x="3066190" y="2980390"/>
              <a:ext cx="133950" cy="127349"/>
            </a:xfrm>
            <a:custGeom>
              <a:avLst/>
              <a:gdLst/>
              <a:ahLst/>
              <a:cxnLst/>
              <a:rect l="l" t="t" r="r" b="b"/>
              <a:pathLst>
                <a:path w="3105" h="2952" extrusionOk="0">
                  <a:moveTo>
                    <a:pt x="586" y="1"/>
                  </a:moveTo>
                  <a:lnTo>
                    <a:pt x="1" y="2311"/>
                  </a:lnTo>
                  <a:cubicBezTo>
                    <a:pt x="1" y="2311"/>
                    <a:pt x="980" y="2952"/>
                    <a:pt x="1909" y="2952"/>
                  </a:cubicBezTo>
                  <a:cubicBezTo>
                    <a:pt x="2358" y="2952"/>
                    <a:pt x="2794" y="2803"/>
                    <a:pt x="3104" y="2361"/>
                  </a:cubicBezTo>
                  <a:lnTo>
                    <a:pt x="2975" y="744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"/>
            <p:cNvSpPr/>
            <p:nvPr/>
          </p:nvSpPr>
          <p:spPr>
            <a:xfrm>
              <a:off x="3091427" y="2890013"/>
              <a:ext cx="160438" cy="146245"/>
            </a:xfrm>
            <a:custGeom>
              <a:avLst/>
              <a:gdLst/>
              <a:ahLst/>
              <a:cxnLst/>
              <a:rect l="l" t="t" r="r" b="b"/>
              <a:pathLst>
                <a:path w="3719" h="3390" extrusionOk="0">
                  <a:moveTo>
                    <a:pt x="2039" y="0"/>
                  </a:moveTo>
                  <a:cubicBezTo>
                    <a:pt x="1457" y="0"/>
                    <a:pt x="665" y="141"/>
                    <a:pt x="209" y="817"/>
                  </a:cubicBezTo>
                  <a:cubicBezTo>
                    <a:pt x="1" y="1144"/>
                    <a:pt x="536" y="2879"/>
                    <a:pt x="903" y="3127"/>
                  </a:cubicBezTo>
                  <a:cubicBezTo>
                    <a:pt x="1106" y="3312"/>
                    <a:pt x="1432" y="3390"/>
                    <a:pt x="1768" y="3390"/>
                  </a:cubicBezTo>
                  <a:cubicBezTo>
                    <a:pt x="2187" y="3390"/>
                    <a:pt x="2621" y="3269"/>
                    <a:pt x="2846" y="3087"/>
                  </a:cubicBezTo>
                  <a:cubicBezTo>
                    <a:pt x="3719" y="2344"/>
                    <a:pt x="2767" y="73"/>
                    <a:pt x="2767" y="73"/>
                  </a:cubicBezTo>
                  <a:cubicBezTo>
                    <a:pt x="2767" y="73"/>
                    <a:pt x="2457" y="0"/>
                    <a:pt x="203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"/>
            <p:cNvSpPr/>
            <p:nvPr/>
          </p:nvSpPr>
          <p:spPr>
            <a:xfrm>
              <a:off x="3191080" y="2939321"/>
              <a:ext cx="18033" cy="39430"/>
            </a:xfrm>
            <a:custGeom>
              <a:avLst/>
              <a:gdLst/>
              <a:ahLst/>
              <a:cxnLst/>
              <a:rect l="l" t="t" r="r" b="b"/>
              <a:pathLst>
                <a:path w="418" h="914" fill="none" extrusionOk="0">
                  <a:moveTo>
                    <a:pt x="1" y="1"/>
                  </a:moveTo>
                  <a:cubicBezTo>
                    <a:pt x="1" y="1"/>
                    <a:pt x="417" y="536"/>
                    <a:pt x="417" y="705"/>
                  </a:cubicBezTo>
                  <a:cubicBezTo>
                    <a:pt x="417" y="873"/>
                    <a:pt x="1" y="913"/>
                    <a:pt x="1" y="913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"/>
            <p:cNvSpPr/>
            <p:nvPr/>
          </p:nvSpPr>
          <p:spPr>
            <a:xfrm>
              <a:off x="3166275" y="2985955"/>
              <a:ext cx="51811" cy="26919"/>
            </a:xfrm>
            <a:custGeom>
              <a:avLst/>
              <a:gdLst/>
              <a:ahLst/>
              <a:cxnLst/>
              <a:rect l="l" t="t" r="r" b="b"/>
              <a:pathLst>
                <a:path w="1201" h="624" extrusionOk="0">
                  <a:moveTo>
                    <a:pt x="1032" y="1"/>
                  </a:moveTo>
                  <a:lnTo>
                    <a:pt x="1" y="249"/>
                  </a:lnTo>
                  <a:cubicBezTo>
                    <a:pt x="1" y="249"/>
                    <a:pt x="202" y="624"/>
                    <a:pt x="582" y="624"/>
                  </a:cubicBezTo>
                  <a:cubicBezTo>
                    <a:pt x="656" y="624"/>
                    <a:pt x="737" y="610"/>
                    <a:pt x="824" y="576"/>
                  </a:cubicBezTo>
                  <a:cubicBezTo>
                    <a:pt x="1201" y="447"/>
                    <a:pt x="1032" y="1"/>
                    <a:pt x="1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"/>
            <p:cNvSpPr/>
            <p:nvPr/>
          </p:nvSpPr>
          <p:spPr>
            <a:xfrm>
              <a:off x="3203505" y="2927975"/>
              <a:ext cx="8369" cy="11562"/>
            </a:xfrm>
            <a:custGeom>
              <a:avLst/>
              <a:gdLst/>
              <a:ahLst/>
              <a:cxnLst/>
              <a:rect l="l" t="t" r="r" b="b"/>
              <a:pathLst>
                <a:path w="194" h="268" extrusionOk="0">
                  <a:moveTo>
                    <a:pt x="74" y="1"/>
                  </a:moveTo>
                  <a:cubicBezTo>
                    <a:pt x="49" y="1"/>
                    <a:pt x="0" y="39"/>
                    <a:pt x="0" y="105"/>
                  </a:cubicBezTo>
                  <a:cubicBezTo>
                    <a:pt x="0" y="145"/>
                    <a:pt x="40" y="185"/>
                    <a:pt x="40" y="224"/>
                  </a:cubicBezTo>
                  <a:cubicBezTo>
                    <a:pt x="59" y="255"/>
                    <a:pt x="88" y="267"/>
                    <a:pt x="115" y="267"/>
                  </a:cubicBezTo>
                  <a:cubicBezTo>
                    <a:pt x="157" y="267"/>
                    <a:pt x="194" y="234"/>
                    <a:pt x="169" y="185"/>
                  </a:cubicBezTo>
                  <a:cubicBezTo>
                    <a:pt x="169" y="145"/>
                    <a:pt x="129" y="105"/>
                    <a:pt x="90" y="16"/>
                  </a:cubicBezTo>
                  <a:cubicBezTo>
                    <a:pt x="90" y="6"/>
                    <a:pt x="84" y="1"/>
                    <a:pt x="7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"/>
            <p:cNvSpPr/>
            <p:nvPr/>
          </p:nvSpPr>
          <p:spPr>
            <a:xfrm>
              <a:off x="3192806" y="2911108"/>
              <a:ext cx="16307" cy="10742"/>
            </a:xfrm>
            <a:custGeom>
              <a:avLst/>
              <a:gdLst/>
              <a:ahLst/>
              <a:cxnLst/>
              <a:rect l="l" t="t" r="r" b="b"/>
              <a:pathLst>
                <a:path w="378" h="249" fill="none" extrusionOk="0">
                  <a:moveTo>
                    <a:pt x="1" y="248"/>
                  </a:moveTo>
                  <a:cubicBezTo>
                    <a:pt x="1" y="248"/>
                    <a:pt x="129" y="0"/>
                    <a:pt x="377" y="119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"/>
            <p:cNvSpPr/>
            <p:nvPr/>
          </p:nvSpPr>
          <p:spPr>
            <a:xfrm>
              <a:off x="3153894" y="2945921"/>
              <a:ext cx="7938" cy="11562"/>
            </a:xfrm>
            <a:custGeom>
              <a:avLst/>
              <a:gdLst/>
              <a:ahLst/>
              <a:cxnLst/>
              <a:rect l="l" t="t" r="r" b="b"/>
              <a:pathLst>
                <a:path w="184" h="268" extrusionOk="0">
                  <a:moveTo>
                    <a:pt x="77" y="0"/>
                  </a:moveTo>
                  <a:cubicBezTo>
                    <a:pt x="40" y="0"/>
                    <a:pt x="0" y="28"/>
                    <a:pt x="0" y="56"/>
                  </a:cubicBezTo>
                  <a:cubicBezTo>
                    <a:pt x="0" y="96"/>
                    <a:pt x="40" y="185"/>
                    <a:pt x="40" y="225"/>
                  </a:cubicBezTo>
                  <a:cubicBezTo>
                    <a:pt x="55" y="255"/>
                    <a:pt x="82" y="268"/>
                    <a:pt x="107" y="268"/>
                  </a:cubicBezTo>
                  <a:cubicBezTo>
                    <a:pt x="147" y="268"/>
                    <a:pt x="183" y="234"/>
                    <a:pt x="159" y="185"/>
                  </a:cubicBezTo>
                  <a:cubicBezTo>
                    <a:pt x="159" y="135"/>
                    <a:pt x="119" y="56"/>
                    <a:pt x="119" y="16"/>
                  </a:cubicBezTo>
                  <a:cubicBezTo>
                    <a:pt x="108" y="5"/>
                    <a:pt x="93" y="0"/>
                    <a:pt x="77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"/>
            <p:cNvSpPr/>
            <p:nvPr/>
          </p:nvSpPr>
          <p:spPr>
            <a:xfrm>
              <a:off x="3137630" y="2926940"/>
              <a:ext cx="21441" cy="14150"/>
            </a:xfrm>
            <a:custGeom>
              <a:avLst/>
              <a:gdLst/>
              <a:ahLst/>
              <a:cxnLst/>
              <a:rect l="l" t="t" r="r" b="b"/>
              <a:pathLst>
                <a:path w="497" h="328" fill="none" extrusionOk="0">
                  <a:moveTo>
                    <a:pt x="496" y="80"/>
                  </a:moveTo>
                  <a:cubicBezTo>
                    <a:pt x="496" y="80"/>
                    <a:pt x="248" y="0"/>
                    <a:pt x="0" y="32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"/>
            <p:cNvSpPr/>
            <p:nvPr/>
          </p:nvSpPr>
          <p:spPr>
            <a:xfrm>
              <a:off x="3041384" y="2829704"/>
              <a:ext cx="199781" cy="186796"/>
            </a:xfrm>
            <a:custGeom>
              <a:avLst/>
              <a:gdLst/>
              <a:ahLst/>
              <a:cxnLst/>
              <a:rect l="l" t="t" r="r" b="b"/>
              <a:pathLst>
                <a:path w="4631" h="4330" extrusionOk="0">
                  <a:moveTo>
                    <a:pt x="2726" y="1"/>
                  </a:moveTo>
                  <a:cubicBezTo>
                    <a:pt x="2524" y="1"/>
                    <a:pt x="2328" y="54"/>
                    <a:pt x="2152" y="192"/>
                  </a:cubicBezTo>
                  <a:cubicBezTo>
                    <a:pt x="2112" y="232"/>
                    <a:pt x="2023" y="271"/>
                    <a:pt x="1984" y="311"/>
                  </a:cubicBezTo>
                  <a:cubicBezTo>
                    <a:pt x="1904" y="365"/>
                    <a:pt x="1812" y="380"/>
                    <a:pt x="1714" y="380"/>
                  </a:cubicBezTo>
                  <a:cubicBezTo>
                    <a:pt x="1588" y="380"/>
                    <a:pt x="1452" y="355"/>
                    <a:pt x="1320" y="355"/>
                  </a:cubicBezTo>
                  <a:cubicBezTo>
                    <a:pt x="1235" y="355"/>
                    <a:pt x="1151" y="366"/>
                    <a:pt x="1071" y="400"/>
                  </a:cubicBezTo>
                  <a:cubicBezTo>
                    <a:pt x="992" y="480"/>
                    <a:pt x="913" y="599"/>
                    <a:pt x="823" y="727"/>
                  </a:cubicBezTo>
                  <a:cubicBezTo>
                    <a:pt x="784" y="846"/>
                    <a:pt x="744" y="1015"/>
                    <a:pt x="625" y="1144"/>
                  </a:cubicBezTo>
                  <a:cubicBezTo>
                    <a:pt x="576" y="1184"/>
                    <a:pt x="496" y="1223"/>
                    <a:pt x="457" y="1263"/>
                  </a:cubicBezTo>
                  <a:cubicBezTo>
                    <a:pt x="129" y="1511"/>
                    <a:pt x="1" y="2006"/>
                    <a:pt x="169" y="2383"/>
                  </a:cubicBezTo>
                  <a:cubicBezTo>
                    <a:pt x="248" y="2542"/>
                    <a:pt x="328" y="2710"/>
                    <a:pt x="417" y="2919"/>
                  </a:cubicBezTo>
                  <a:cubicBezTo>
                    <a:pt x="457" y="2998"/>
                    <a:pt x="457" y="3077"/>
                    <a:pt x="496" y="3167"/>
                  </a:cubicBezTo>
                  <a:cubicBezTo>
                    <a:pt x="496" y="3246"/>
                    <a:pt x="536" y="3325"/>
                    <a:pt x="536" y="3454"/>
                  </a:cubicBezTo>
                  <a:cubicBezTo>
                    <a:pt x="625" y="3702"/>
                    <a:pt x="665" y="4029"/>
                    <a:pt x="913" y="4198"/>
                  </a:cubicBezTo>
                  <a:cubicBezTo>
                    <a:pt x="1024" y="4288"/>
                    <a:pt x="1157" y="4330"/>
                    <a:pt x="1270" y="4330"/>
                  </a:cubicBezTo>
                  <a:cubicBezTo>
                    <a:pt x="1368" y="4330"/>
                    <a:pt x="1451" y="4298"/>
                    <a:pt x="1488" y="4237"/>
                  </a:cubicBezTo>
                  <a:cubicBezTo>
                    <a:pt x="1567" y="4029"/>
                    <a:pt x="1369" y="3742"/>
                    <a:pt x="1280" y="3533"/>
                  </a:cubicBezTo>
                  <a:cubicBezTo>
                    <a:pt x="1200" y="3286"/>
                    <a:pt x="1448" y="3127"/>
                    <a:pt x="1567" y="2919"/>
                  </a:cubicBezTo>
                  <a:cubicBezTo>
                    <a:pt x="1656" y="2829"/>
                    <a:pt x="1736" y="2710"/>
                    <a:pt x="1815" y="2582"/>
                  </a:cubicBezTo>
                  <a:cubicBezTo>
                    <a:pt x="1865" y="2463"/>
                    <a:pt x="1815" y="2294"/>
                    <a:pt x="1904" y="2215"/>
                  </a:cubicBezTo>
                  <a:cubicBezTo>
                    <a:pt x="1949" y="2142"/>
                    <a:pt x="2010" y="2126"/>
                    <a:pt x="2076" y="2126"/>
                  </a:cubicBezTo>
                  <a:cubicBezTo>
                    <a:pt x="2126" y="2126"/>
                    <a:pt x="2180" y="2135"/>
                    <a:pt x="2231" y="2135"/>
                  </a:cubicBezTo>
                  <a:cubicBezTo>
                    <a:pt x="2519" y="2086"/>
                    <a:pt x="2608" y="1798"/>
                    <a:pt x="2807" y="1719"/>
                  </a:cubicBezTo>
                  <a:cubicBezTo>
                    <a:pt x="2855" y="1703"/>
                    <a:pt x="2905" y="1697"/>
                    <a:pt x="2957" y="1697"/>
                  </a:cubicBezTo>
                  <a:cubicBezTo>
                    <a:pt x="3169" y="1697"/>
                    <a:pt x="3400" y="1806"/>
                    <a:pt x="3600" y="1838"/>
                  </a:cubicBezTo>
                  <a:cubicBezTo>
                    <a:pt x="3708" y="1838"/>
                    <a:pt x="3823" y="1847"/>
                    <a:pt x="3939" y="1847"/>
                  </a:cubicBezTo>
                  <a:cubicBezTo>
                    <a:pt x="4090" y="1847"/>
                    <a:pt x="4243" y="1831"/>
                    <a:pt x="4383" y="1759"/>
                  </a:cubicBezTo>
                  <a:cubicBezTo>
                    <a:pt x="4462" y="1719"/>
                    <a:pt x="4542" y="1679"/>
                    <a:pt x="4591" y="1550"/>
                  </a:cubicBezTo>
                  <a:cubicBezTo>
                    <a:pt x="4631" y="1471"/>
                    <a:pt x="4631" y="1392"/>
                    <a:pt x="4631" y="1302"/>
                  </a:cubicBezTo>
                  <a:cubicBezTo>
                    <a:pt x="4631" y="1055"/>
                    <a:pt x="4591" y="807"/>
                    <a:pt x="4423" y="688"/>
                  </a:cubicBezTo>
                  <a:cubicBezTo>
                    <a:pt x="4215" y="519"/>
                    <a:pt x="3967" y="559"/>
                    <a:pt x="3798" y="400"/>
                  </a:cubicBezTo>
                  <a:cubicBezTo>
                    <a:pt x="3639" y="271"/>
                    <a:pt x="3600" y="192"/>
                    <a:pt x="3392" y="152"/>
                  </a:cubicBezTo>
                  <a:cubicBezTo>
                    <a:pt x="3174" y="64"/>
                    <a:pt x="2946" y="1"/>
                    <a:pt x="2726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"/>
            <p:cNvSpPr/>
            <p:nvPr/>
          </p:nvSpPr>
          <p:spPr>
            <a:xfrm>
              <a:off x="3075163" y="2956275"/>
              <a:ext cx="39430" cy="47670"/>
            </a:xfrm>
            <a:custGeom>
              <a:avLst/>
              <a:gdLst/>
              <a:ahLst/>
              <a:cxnLst/>
              <a:rect l="l" t="t" r="r" b="b"/>
              <a:pathLst>
                <a:path w="914" h="1105" extrusionOk="0">
                  <a:moveTo>
                    <a:pt x="399" y="0"/>
                  </a:moveTo>
                  <a:cubicBezTo>
                    <a:pt x="327" y="0"/>
                    <a:pt x="262" y="39"/>
                    <a:pt x="209" y="104"/>
                  </a:cubicBezTo>
                  <a:cubicBezTo>
                    <a:pt x="1" y="312"/>
                    <a:pt x="249" y="847"/>
                    <a:pt x="378" y="937"/>
                  </a:cubicBezTo>
                  <a:cubicBezTo>
                    <a:pt x="529" y="1041"/>
                    <a:pt x="659" y="1104"/>
                    <a:pt x="753" y="1104"/>
                  </a:cubicBezTo>
                  <a:cubicBezTo>
                    <a:pt x="838" y="1104"/>
                    <a:pt x="894" y="1054"/>
                    <a:pt x="913" y="937"/>
                  </a:cubicBezTo>
                  <a:lnTo>
                    <a:pt x="744" y="272"/>
                  </a:lnTo>
                  <a:cubicBezTo>
                    <a:pt x="622" y="79"/>
                    <a:pt x="502" y="0"/>
                    <a:pt x="39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"/>
            <p:cNvSpPr/>
            <p:nvPr/>
          </p:nvSpPr>
          <p:spPr>
            <a:xfrm>
              <a:off x="3130339" y="3021459"/>
              <a:ext cx="64235" cy="19715"/>
            </a:xfrm>
            <a:custGeom>
              <a:avLst/>
              <a:gdLst/>
              <a:ahLst/>
              <a:cxnLst/>
              <a:rect l="l" t="t" r="r" b="b"/>
              <a:pathLst>
                <a:path w="1489" h="457" fill="none" extrusionOk="0">
                  <a:moveTo>
                    <a:pt x="1488" y="328"/>
                  </a:moveTo>
                  <a:cubicBezTo>
                    <a:pt x="705" y="457"/>
                    <a:pt x="1" y="1"/>
                    <a:pt x="1" y="1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"/>
            <p:cNvSpPr/>
            <p:nvPr/>
          </p:nvSpPr>
          <p:spPr>
            <a:xfrm>
              <a:off x="3194532" y="2912833"/>
              <a:ext cx="35979" cy="37230"/>
            </a:xfrm>
            <a:custGeom>
              <a:avLst/>
              <a:gdLst/>
              <a:ahLst/>
              <a:cxnLst/>
              <a:rect l="l" t="t" r="r" b="b"/>
              <a:pathLst>
                <a:path w="834" h="863" fill="none" extrusionOk="0">
                  <a:moveTo>
                    <a:pt x="833" y="407"/>
                  </a:moveTo>
                  <a:cubicBezTo>
                    <a:pt x="833" y="655"/>
                    <a:pt x="665" y="863"/>
                    <a:pt x="417" y="863"/>
                  </a:cubicBezTo>
                  <a:cubicBezTo>
                    <a:pt x="169" y="863"/>
                    <a:pt x="0" y="655"/>
                    <a:pt x="0" y="407"/>
                  </a:cubicBezTo>
                  <a:cubicBezTo>
                    <a:pt x="0" y="159"/>
                    <a:pt x="169" y="0"/>
                    <a:pt x="417" y="0"/>
                  </a:cubicBezTo>
                  <a:cubicBezTo>
                    <a:pt x="665" y="0"/>
                    <a:pt x="833" y="159"/>
                    <a:pt x="833" y="40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"/>
            <p:cNvSpPr/>
            <p:nvPr/>
          </p:nvSpPr>
          <p:spPr>
            <a:xfrm>
              <a:off x="3141038" y="2935913"/>
              <a:ext cx="35979" cy="37273"/>
            </a:xfrm>
            <a:custGeom>
              <a:avLst/>
              <a:gdLst/>
              <a:ahLst/>
              <a:cxnLst/>
              <a:rect l="l" t="t" r="r" b="b"/>
              <a:pathLst>
                <a:path w="834" h="864" fill="none" extrusionOk="0">
                  <a:moveTo>
                    <a:pt x="834" y="417"/>
                  </a:moveTo>
                  <a:cubicBezTo>
                    <a:pt x="834" y="665"/>
                    <a:pt x="665" y="863"/>
                    <a:pt x="417" y="863"/>
                  </a:cubicBezTo>
                  <a:cubicBezTo>
                    <a:pt x="169" y="863"/>
                    <a:pt x="1" y="665"/>
                    <a:pt x="1" y="417"/>
                  </a:cubicBezTo>
                  <a:cubicBezTo>
                    <a:pt x="1" y="169"/>
                    <a:pt x="169" y="1"/>
                    <a:pt x="417" y="1"/>
                  </a:cubicBezTo>
                  <a:cubicBezTo>
                    <a:pt x="665" y="1"/>
                    <a:pt x="834" y="169"/>
                    <a:pt x="834" y="41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"/>
            <p:cNvSpPr/>
            <p:nvPr/>
          </p:nvSpPr>
          <p:spPr>
            <a:xfrm>
              <a:off x="3176974" y="2937639"/>
              <a:ext cx="17601" cy="10742"/>
            </a:xfrm>
            <a:custGeom>
              <a:avLst/>
              <a:gdLst/>
              <a:ahLst/>
              <a:cxnLst/>
              <a:rect l="l" t="t" r="r" b="b"/>
              <a:pathLst>
                <a:path w="408" h="249" fill="none" extrusionOk="0">
                  <a:moveTo>
                    <a:pt x="1" y="248"/>
                  </a:moveTo>
                  <a:lnTo>
                    <a:pt x="407" y="0"/>
                  </a:lnTo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"/>
            <p:cNvSpPr/>
            <p:nvPr/>
          </p:nvSpPr>
          <p:spPr>
            <a:xfrm>
              <a:off x="3102125" y="2957310"/>
              <a:ext cx="41112" cy="7291"/>
            </a:xfrm>
            <a:custGeom>
              <a:avLst/>
              <a:gdLst/>
              <a:ahLst/>
              <a:cxnLst/>
              <a:rect l="l" t="t" r="r" b="b"/>
              <a:pathLst>
                <a:path w="953" h="169" fill="none" extrusionOk="0">
                  <a:moveTo>
                    <a:pt x="952" y="16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"/>
            <p:cNvSpPr/>
            <p:nvPr/>
          </p:nvSpPr>
          <p:spPr>
            <a:xfrm>
              <a:off x="2839920" y="3065936"/>
              <a:ext cx="482952" cy="645116"/>
            </a:xfrm>
            <a:custGeom>
              <a:avLst/>
              <a:gdLst/>
              <a:ahLst/>
              <a:cxnLst/>
              <a:rect l="l" t="t" r="r" b="b"/>
              <a:pathLst>
                <a:path w="11195" h="14954" extrusionOk="0">
                  <a:moveTo>
                    <a:pt x="5335" y="1"/>
                  </a:moveTo>
                  <a:cubicBezTo>
                    <a:pt x="0" y="1121"/>
                    <a:pt x="536" y="14953"/>
                    <a:pt x="536" y="14953"/>
                  </a:cubicBezTo>
                  <a:lnTo>
                    <a:pt x="11076" y="14953"/>
                  </a:lnTo>
                  <a:cubicBezTo>
                    <a:pt x="11076" y="14953"/>
                    <a:pt x="11195" y="12147"/>
                    <a:pt x="10947" y="6485"/>
                  </a:cubicBezTo>
                  <a:cubicBezTo>
                    <a:pt x="10699" y="784"/>
                    <a:pt x="8349" y="328"/>
                    <a:pt x="8349" y="328"/>
                  </a:cubicBezTo>
                  <a:cubicBezTo>
                    <a:pt x="8349" y="328"/>
                    <a:pt x="8197" y="668"/>
                    <a:pt x="7264" y="668"/>
                  </a:cubicBezTo>
                  <a:cubicBezTo>
                    <a:pt x="7215" y="668"/>
                    <a:pt x="7163" y="667"/>
                    <a:pt x="7110" y="665"/>
                  </a:cubicBezTo>
                  <a:cubicBezTo>
                    <a:pt x="5702" y="576"/>
                    <a:pt x="5335" y="1"/>
                    <a:pt x="5335" y="1"/>
                  </a:cubicBezTo>
                  <a:close/>
                </a:path>
              </a:pathLst>
            </a:custGeom>
            <a:solidFill>
              <a:srgbClr val="454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"/>
            <p:cNvSpPr/>
            <p:nvPr/>
          </p:nvSpPr>
          <p:spPr>
            <a:xfrm>
              <a:off x="3043110" y="3074952"/>
              <a:ext cx="198056" cy="42795"/>
            </a:xfrm>
            <a:custGeom>
              <a:avLst/>
              <a:gdLst/>
              <a:ahLst/>
              <a:cxnLst/>
              <a:rect l="l" t="t" r="r" b="b"/>
              <a:pathLst>
                <a:path w="4591" h="992" fill="none" extrusionOk="0">
                  <a:moveTo>
                    <a:pt x="0" y="0"/>
                  </a:moveTo>
                  <a:cubicBezTo>
                    <a:pt x="0" y="0"/>
                    <a:pt x="417" y="952"/>
                    <a:pt x="2608" y="952"/>
                  </a:cubicBezTo>
                  <a:cubicBezTo>
                    <a:pt x="4056" y="992"/>
                    <a:pt x="4591" y="456"/>
                    <a:pt x="4591" y="45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"/>
            <p:cNvSpPr/>
            <p:nvPr/>
          </p:nvSpPr>
          <p:spPr>
            <a:xfrm>
              <a:off x="3437065" y="3613031"/>
              <a:ext cx="210480" cy="196675"/>
            </a:xfrm>
            <a:custGeom>
              <a:avLst/>
              <a:gdLst/>
              <a:ahLst/>
              <a:cxnLst/>
              <a:rect l="l" t="t" r="r" b="b"/>
              <a:pathLst>
                <a:path w="4879" h="4559" extrusionOk="0">
                  <a:moveTo>
                    <a:pt x="2152" y="1"/>
                  </a:moveTo>
                  <a:lnTo>
                    <a:pt x="0" y="1656"/>
                  </a:lnTo>
                  <a:cubicBezTo>
                    <a:pt x="1395" y="3089"/>
                    <a:pt x="2862" y="4558"/>
                    <a:pt x="3119" y="4558"/>
                  </a:cubicBezTo>
                  <a:cubicBezTo>
                    <a:pt x="3129" y="4558"/>
                    <a:pt x="3137" y="4556"/>
                    <a:pt x="3143" y="4552"/>
                  </a:cubicBezTo>
                  <a:cubicBezTo>
                    <a:pt x="3262" y="4462"/>
                    <a:pt x="2806" y="3808"/>
                    <a:pt x="2519" y="3471"/>
                  </a:cubicBezTo>
                  <a:lnTo>
                    <a:pt x="2519" y="3471"/>
                  </a:lnTo>
                  <a:cubicBezTo>
                    <a:pt x="2987" y="3939"/>
                    <a:pt x="3535" y="4558"/>
                    <a:pt x="3728" y="4558"/>
                  </a:cubicBezTo>
                  <a:cubicBezTo>
                    <a:pt x="3739" y="4558"/>
                    <a:pt x="3749" y="4556"/>
                    <a:pt x="3758" y="4552"/>
                  </a:cubicBezTo>
                  <a:cubicBezTo>
                    <a:pt x="3927" y="4423"/>
                    <a:pt x="3391" y="3679"/>
                    <a:pt x="3054" y="3263"/>
                  </a:cubicBezTo>
                  <a:lnTo>
                    <a:pt x="3054" y="3263"/>
                  </a:lnTo>
                  <a:cubicBezTo>
                    <a:pt x="3409" y="3580"/>
                    <a:pt x="4195" y="4513"/>
                    <a:pt x="4393" y="4513"/>
                  </a:cubicBezTo>
                  <a:cubicBezTo>
                    <a:pt x="4405" y="4513"/>
                    <a:pt x="4415" y="4510"/>
                    <a:pt x="4422" y="4502"/>
                  </a:cubicBezTo>
                  <a:cubicBezTo>
                    <a:pt x="4631" y="4383"/>
                    <a:pt x="3550" y="3015"/>
                    <a:pt x="3550" y="3015"/>
                  </a:cubicBezTo>
                  <a:lnTo>
                    <a:pt x="3550" y="3015"/>
                  </a:lnTo>
                  <a:cubicBezTo>
                    <a:pt x="3550" y="3015"/>
                    <a:pt x="4405" y="4000"/>
                    <a:pt x="4683" y="4000"/>
                  </a:cubicBezTo>
                  <a:cubicBezTo>
                    <a:pt x="4712" y="4000"/>
                    <a:pt x="4735" y="3990"/>
                    <a:pt x="4750" y="3967"/>
                  </a:cubicBezTo>
                  <a:cubicBezTo>
                    <a:pt x="4879" y="3808"/>
                    <a:pt x="3847" y="2727"/>
                    <a:pt x="3887" y="2569"/>
                  </a:cubicBezTo>
                  <a:cubicBezTo>
                    <a:pt x="3892" y="2549"/>
                    <a:pt x="3905" y="2541"/>
                    <a:pt x="3925" y="2541"/>
                  </a:cubicBezTo>
                  <a:cubicBezTo>
                    <a:pt x="4059" y="2541"/>
                    <a:pt x="4502" y="2923"/>
                    <a:pt x="4660" y="2923"/>
                  </a:cubicBezTo>
                  <a:cubicBezTo>
                    <a:pt x="4684" y="2923"/>
                    <a:pt x="4701" y="2915"/>
                    <a:pt x="4710" y="2896"/>
                  </a:cubicBezTo>
                  <a:cubicBezTo>
                    <a:pt x="4789" y="2688"/>
                    <a:pt x="2727" y="784"/>
                    <a:pt x="215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"/>
            <p:cNvSpPr/>
            <p:nvPr/>
          </p:nvSpPr>
          <p:spPr>
            <a:xfrm>
              <a:off x="3556391" y="3695168"/>
              <a:ext cx="30414" cy="15876"/>
            </a:xfrm>
            <a:custGeom>
              <a:avLst/>
              <a:gdLst/>
              <a:ahLst/>
              <a:cxnLst/>
              <a:rect l="l" t="t" r="r" b="b"/>
              <a:pathLst>
                <a:path w="705" h="368" fill="none" extrusionOk="0">
                  <a:moveTo>
                    <a:pt x="1" y="119"/>
                  </a:moveTo>
                  <a:lnTo>
                    <a:pt x="1" y="0"/>
                  </a:lnTo>
                  <a:cubicBezTo>
                    <a:pt x="209" y="209"/>
                    <a:pt x="417" y="327"/>
                    <a:pt x="705" y="367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"/>
            <p:cNvSpPr/>
            <p:nvPr/>
          </p:nvSpPr>
          <p:spPr>
            <a:xfrm>
              <a:off x="3515322" y="3700302"/>
              <a:ext cx="23598" cy="51811"/>
            </a:xfrm>
            <a:custGeom>
              <a:avLst/>
              <a:gdLst/>
              <a:ahLst/>
              <a:cxnLst/>
              <a:rect l="l" t="t" r="r" b="b"/>
              <a:pathLst>
                <a:path w="547" h="1201" fill="none" extrusionOk="0">
                  <a:moveTo>
                    <a:pt x="1" y="0"/>
                  </a:moveTo>
                  <a:cubicBezTo>
                    <a:pt x="298" y="377"/>
                    <a:pt x="457" y="793"/>
                    <a:pt x="546" y="1200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"/>
            <p:cNvSpPr/>
            <p:nvPr/>
          </p:nvSpPr>
          <p:spPr>
            <a:xfrm>
              <a:off x="3200097" y="3080085"/>
              <a:ext cx="388433" cy="665176"/>
            </a:xfrm>
            <a:custGeom>
              <a:avLst/>
              <a:gdLst/>
              <a:ahLst/>
              <a:cxnLst/>
              <a:rect l="l" t="t" r="r" b="b"/>
              <a:pathLst>
                <a:path w="9004" h="15419" extrusionOk="0">
                  <a:moveTo>
                    <a:pt x="0" y="0"/>
                  </a:moveTo>
                  <a:lnTo>
                    <a:pt x="1527" y="9261"/>
                  </a:lnTo>
                  <a:cubicBezTo>
                    <a:pt x="2895" y="11948"/>
                    <a:pt x="6614" y="15418"/>
                    <a:pt x="6614" y="15418"/>
                  </a:cubicBezTo>
                  <a:lnTo>
                    <a:pt x="9003" y="13435"/>
                  </a:lnTo>
                  <a:cubicBezTo>
                    <a:pt x="9003" y="13435"/>
                    <a:pt x="6237" y="10124"/>
                    <a:pt x="5493" y="8309"/>
                  </a:cubicBezTo>
                  <a:cubicBezTo>
                    <a:pt x="4710" y="6495"/>
                    <a:pt x="4829" y="4591"/>
                    <a:pt x="3798" y="2360"/>
                  </a:cubicBezTo>
                  <a:cubicBezTo>
                    <a:pt x="2767" y="8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"/>
            <p:cNvSpPr/>
            <p:nvPr/>
          </p:nvSpPr>
          <p:spPr>
            <a:xfrm>
              <a:off x="3200097" y="3080085"/>
              <a:ext cx="165571" cy="668584"/>
            </a:xfrm>
            <a:custGeom>
              <a:avLst/>
              <a:gdLst/>
              <a:ahLst/>
              <a:cxnLst/>
              <a:rect l="l" t="t" r="r" b="b"/>
              <a:pathLst>
                <a:path w="3838" h="15498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456" y="1904"/>
                    <a:pt x="704" y="4918"/>
                  </a:cubicBezTo>
                  <a:cubicBezTo>
                    <a:pt x="952" y="7893"/>
                    <a:pt x="704" y="15498"/>
                    <a:pt x="704" y="15498"/>
                  </a:cubicBezTo>
                  <a:lnTo>
                    <a:pt x="3837" y="15418"/>
                  </a:lnTo>
                  <a:cubicBezTo>
                    <a:pt x="3837" y="10709"/>
                    <a:pt x="2935" y="2439"/>
                    <a:pt x="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"/>
            <p:cNvSpPr/>
            <p:nvPr/>
          </p:nvSpPr>
          <p:spPr>
            <a:xfrm>
              <a:off x="2845485" y="3065936"/>
              <a:ext cx="261817" cy="681051"/>
            </a:xfrm>
            <a:custGeom>
              <a:avLst/>
              <a:gdLst/>
              <a:ahLst/>
              <a:cxnLst/>
              <a:rect l="l" t="t" r="r" b="b"/>
              <a:pathLst>
                <a:path w="6069" h="15787" extrusionOk="0">
                  <a:moveTo>
                    <a:pt x="5206" y="1"/>
                  </a:moveTo>
                  <a:cubicBezTo>
                    <a:pt x="5206" y="1"/>
                    <a:pt x="1983" y="1488"/>
                    <a:pt x="1111" y="4294"/>
                  </a:cubicBezTo>
                  <a:cubicBezTo>
                    <a:pt x="209" y="7070"/>
                    <a:pt x="0" y="15786"/>
                    <a:pt x="0" y="15786"/>
                  </a:cubicBezTo>
                  <a:lnTo>
                    <a:pt x="5117" y="15786"/>
                  </a:lnTo>
                  <a:cubicBezTo>
                    <a:pt x="5117" y="15786"/>
                    <a:pt x="6068" y="3511"/>
                    <a:pt x="5206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"/>
            <p:cNvSpPr/>
            <p:nvPr/>
          </p:nvSpPr>
          <p:spPr>
            <a:xfrm>
              <a:off x="2986208" y="3349535"/>
              <a:ext cx="313585" cy="365353"/>
            </a:xfrm>
            <a:custGeom>
              <a:avLst/>
              <a:gdLst/>
              <a:ahLst/>
              <a:cxnLst/>
              <a:rect l="l" t="t" r="r" b="b"/>
              <a:pathLst>
                <a:path w="7269" h="8469" extrusionOk="0">
                  <a:moveTo>
                    <a:pt x="2231" y="1"/>
                  </a:moveTo>
                  <a:lnTo>
                    <a:pt x="0" y="6773"/>
                  </a:lnTo>
                  <a:lnTo>
                    <a:pt x="5037" y="8468"/>
                  </a:lnTo>
                  <a:lnTo>
                    <a:pt x="7268" y="1647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rgbClr val="E8EC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"/>
            <p:cNvSpPr/>
            <p:nvPr/>
          </p:nvSpPr>
          <p:spPr>
            <a:xfrm>
              <a:off x="3130339" y="3354021"/>
              <a:ext cx="128385" cy="59706"/>
            </a:xfrm>
            <a:custGeom>
              <a:avLst/>
              <a:gdLst/>
              <a:ahLst/>
              <a:cxnLst/>
              <a:rect l="l" t="t" r="r" b="b"/>
              <a:pathLst>
                <a:path w="2976" h="1384" extrusionOk="0">
                  <a:moveTo>
                    <a:pt x="253" y="0"/>
                  </a:moveTo>
                  <a:cubicBezTo>
                    <a:pt x="209" y="0"/>
                    <a:pt x="159" y="37"/>
                    <a:pt x="130" y="95"/>
                  </a:cubicBezTo>
                  <a:lnTo>
                    <a:pt x="1" y="432"/>
                  </a:lnTo>
                  <a:lnTo>
                    <a:pt x="2857" y="1384"/>
                  </a:lnTo>
                  <a:lnTo>
                    <a:pt x="2976" y="1007"/>
                  </a:lnTo>
                  <a:cubicBezTo>
                    <a:pt x="2976" y="968"/>
                    <a:pt x="2936" y="888"/>
                    <a:pt x="2896" y="839"/>
                  </a:cubicBezTo>
                  <a:lnTo>
                    <a:pt x="298" y="16"/>
                  </a:lnTo>
                  <a:cubicBezTo>
                    <a:pt x="285" y="5"/>
                    <a:pt x="270" y="0"/>
                    <a:pt x="253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"/>
            <p:cNvSpPr/>
            <p:nvPr/>
          </p:nvSpPr>
          <p:spPr>
            <a:xfrm>
              <a:off x="3180425" y="3344401"/>
              <a:ext cx="44520" cy="36367"/>
            </a:xfrm>
            <a:custGeom>
              <a:avLst/>
              <a:gdLst/>
              <a:ahLst/>
              <a:cxnLst/>
              <a:rect l="l" t="t" r="r" b="b"/>
              <a:pathLst>
                <a:path w="1032" h="843" extrusionOk="0">
                  <a:moveTo>
                    <a:pt x="487" y="224"/>
                  </a:moveTo>
                  <a:cubicBezTo>
                    <a:pt x="516" y="224"/>
                    <a:pt x="546" y="229"/>
                    <a:pt x="575" y="239"/>
                  </a:cubicBezTo>
                  <a:cubicBezTo>
                    <a:pt x="704" y="278"/>
                    <a:pt x="744" y="368"/>
                    <a:pt x="704" y="487"/>
                  </a:cubicBezTo>
                  <a:cubicBezTo>
                    <a:pt x="704" y="552"/>
                    <a:pt x="615" y="625"/>
                    <a:pt x="517" y="625"/>
                  </a:cubicBezTo>
                  <a:cubicBezTo>
                    <a:pt x="497" y="625"/>
                    <a:pt x="476" y="622"/>
                    <a:pt x="456" y="615"/>
                  </a:cubicBezTo>
                  <a:cubicBezTo>
                    <a:pt x="327" y="566"/>
                    <a:pt x="288" y="447"/>
                    <a:pt x="327" y="368"/>
                  </a:cubicBezTo>
                  <a:cubicBezTo>
                    <a:pt x="327" y="270"/>
                    <a:pt x="400" y="224"/>
                    <a:pt x="487" y="224"/>
                  </a:cubicBezTo>
                  <a:close/>
                  <a:moveTo>
                    <a:pt x="482" y="1"/>
                  </a:moveTo>
                  <a:cubicBezTo>
                    <a:pt x="303" y="1"/>
                    <a:pt x="146" y="92"/>
                    <a:pt x="79" y="278"/>
                  </a:cubicBezTo>
                  <a:cubicBezTo>
                    <a:pt x="0" y="487"/>
                    <a:pt x="169" y="734"/>
                    <a:pt x="377" y="814"/>
                  </a:cubicBezTo>
                  <a:cubicBezTo>
                    <a:pt x="431" y="833"/>
                    <a:pt x="486" y="842"/>
                    <a:pt x="539" y="842"/>
                  </a:cubicBezTo>
                  <a:cubicBezTo>
                    <a:pt x="726" y="842"/>
                    <a:pt x="890" y="728"/>
                    <a:pt x="952" y="566"/>
                  </a:cubicBezTo>
                  <a:cubicBezTo>
                    <a:pt x="1031" y="318"/>
                    <a:pt x="873" y="70"/>
                    <a:pt x="664" y="30"/>
                  </a:cubicBezTo>
                  <a:cubicBezTo>
                    <a:pt x="603" y="11"/>
                    <a:pt x="541" y="1"/>
                    <a:pt x="482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"/>
            <p:cNvSpPr/>
            <p:nvPr/>
          </p:nvSpPr>
          <p:spPr>
            <a:xfrm>
              <a:off x="3091427" y="3486416"/>
              <a:ext cx="220747" cy="115960"/>
            </a:xfrm>
            <a:custGeom>
              <a:avLst/>
              <a:gdLst/>
              <a:ahLst/>
              <a:cxnLst/>
              <a:rect l="l" t="t" r="r" b="b"/>
              <a:pathLst>
                <a:path w="5117" h="2688" extrusionOk="0">
                  <a:moveTo>
                    <a:pt x="249" y="1"/>
                  </a:moveTo>
                  <a:lnTo>
                    <a:pt x="1" y="2688"/>
                  </a:lnTo>
                  <a:cubicBezTo>
                    <a:pt x="2023" y="2648"/>
                    <a:pt x="4215" y="2569"/>
                    <a:pt x="4254" y="2400"/>
                  </a:cubicBezTo>
                  <a:cubicBezTo>
                    <a:pt x="4254" y="2232"/>
                    <a:pt x="3471" y="2152"/>
                    <a:pt x="3055" y="2113"/>
                  </a:cubicBezTo>
                  <a:cubicBezTo>
                    <a:pt x="3719" y="2113"/>
                    <a:pt x="4621" y="2113"/>
                    <a:pt x="4671" y="1944"/>
                  </a:cubicBezTo>
                  <a:cubicBezTo>
                    <a:pt x="4710" y="1736"/>
                    <a:pt x="3798" y="1617"/>
                    <a:pt x="3263" y="1577"/>
                  </a:cubicBezTo>
                  <a:cubicBezTo>
                    <a:pt x="3759" y="1537"/>
                    <a:pt x="5077" y="1617"/>
                    <a:pt x="5077" y="1448"/>
                  </a:cubicBezTo>
                  <a:cubicBezTo>
                    <a:pt x="5117" y="1200"/>
                    <a:pt x="3431" y="1042"/>
                    <a:pt x="3431" y="1042"/>
                  </a:cubicBezTo>
                  <a:lnTo>
                    <a:pt x="3431" y="1042"/>
                  </a:lnTo>
                  <a:cubicBezTo>
                    <a:pt x="3431" y="1042"/>
                    <a:pt x="3523" y="1044"/>
                    <a:pt x="3662" y="1044"/>
                  </a:cubicBezTo>
                  <a:cubicBezTo>
                    <a:pt x="4096" y="1044"/>
                    <a:pt x="4988" y="1021"/>
                    <a:pt x="4958" y="833"/>
                  </a:cubicBezTo>
                  <a:cubicBezTo>
                    <a:pt x="4919" y="625"/>
                    <a:pt x="3382" y="625"/>
                    <a:pt x="3302" y="496"/>
                  </a:cubicBezTo>
                  <a:cubicBezTo>
                    <a:pt x="3183" y="377"/>
                    <a:pt x="4175" y="298"/>
                    <a:pt x="4125" y="90"/>
                  </a:cubicBezTo>
                  <a:cubicBezTo>
                    <a:pt x="4096" y="27"/>
                    <a:pt x="3683" y="11"/>
                    <a:pt x="3127" y="11"/>
                  </a:cubicBezTo>
                  <a:cubicBezTo>
                    <a:pt x="2546" y="11"/>
                    <a:pt x="1810" y="29"/>
                    <a:pt x="1192" y="29"/>
                  </a:cubicBezTo>
                  <a:cubicBezTo>
                    <a:pt x="812" y="29"/>
                    <a:pt x="476" y="22"/>
                    <a:pt x="249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"/>
            <p:cNvSpPr/>
            <p:nvPr/>
          </p:nvSpPr>
          <p:spPr>
            <a:xfrm>
              <a:off x="2709895" y="3065936"/>
              <a:ext cx="433341" cy="546023"/>
            </a:xfrm>
            <a:custGeom>
              <a:avLst/>
              <a:gdLst/>
              <a:ahLst/>
              <a:cxnLst/>
              <a:rect l="l" t="t" r="r" b="b"/>
              <a:pathLst>
                <a:path w="10045" h="12657" extrusionOk="0">
                  <a:moveTo>
                    <a:pt x="8333" y="1"/>
                  </a:moveTo>
                  <a:cubicBezTo>
                    <a:pt x="8065" y="1"/>
                    <a:pt x="4499" y="38"/>
                    <a:pt x="3431" y="1984"/>
                  </a:cubicBezTo>
                  <a:cubicBezTo>
                    <a:pt x="1656" y="5038"/>
                    <a:pt x="0" y="11612"/>
                    <a:pt x="1775" y="12276"/>
                  </a:cubicBezTo>
                  <a:cubicBezTo>
                    <a:pt x="2664" y="12585"/>
                    <a:pt x="4969" y="12656"/>
                    <a:pt x="6913" y="12656"/>
                  </a:cubicBezTo>
                  <a:cubicBezTo>
                    <a:pt x="8588" y="12656"/>
                    <a:pt x="9995" y="12603"/>
                    <a:pt x="9995" y="12603"/>
                  </a:cubicBezTo>
                  <a:lnTo>
                    <a:pt x="10044" y="9420"/>
                  </a:lnTo>
                  <a:cubicBezTo>
                    <a:pt x="10044" y="9420"/>
                    <a:pt x="5582" y="9252"/>
                    <a:pt x="5285" y="8756"/>
                  </a:cubicBezTo>
                  <a:cubicBezTo>
                    <a:pt x="4997" y="8221"/>
                    <a:pt x="6277" y="5583"/>
                    <a:pt x="6277" y="5583"/>
                  </a:cubicBezTo>
                  <a:lnTo>
                    <a:pt x="8349" y="1"/>
                  </a:lnTo>
                  <a:cubicBezTo>
                    <a:pt x="8349" y="1"/>
                    <a:pt x="8343" y="1"/>
                    <a:pt x="833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"/>
            <p:cNvSpPr/>
            <p:nvPr/>
          </p:nvSpPr>
          <p:spPr>
            <a:xfrm>
              <a:off x="2925467" y="3293928"/>
              <a:ext cx="121525" cy="167728"/>
            </a:xfrm>
            <a:custGeom>
              <a:avLst/>
              <a:gdLst/>
              <a:ahLst/>
              <a:cxnLst/>
              <a:rect l="l" t="t" r="r" b="b"/>
              <a:pathLst>
                <a:path w="2817" h="3888" fill="none" extrusionOk="0">
                  <a:moveTo>
                    <a:pt x="2816" y="3888"/>
                  </a:moveTo>
                  <a:cubicBezTo>
                    <a:pt x="2816" y="3888"/>
                    <a:pt x="338" y="3640"/>
                    <a:pt x="209" y="3352"/>
                  </a:cubicBezTo>
                  <a:cubicBezTo>
                    <a:pt x="0" y="2817"/>
                    <a:pt x="1448" y="1"/>
                    <a:pt x="1448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"/>
            <p:cNvSpPr/>
            <p:nvPr/>
          </p:nvSpPr>
          <p:spPr>
            <a:xfrm>
              <a:off x="3333529" y="3238752"/>
              <a:ext cx="27006" cy="372600"/>
            </a:xfrm>
            <a:custGeom>
              <a:avLst/>
              <a:gdLst/>
              <a:ahLst/>
              <a:cxnLst/>
              <a:rect l="l" t="t" r="r" b="b"/>
              <a:pathLst>
                <a:path w="626" h="8637" fill="none" extrusionOk="0">
                  <a:moveTo>
                    <a:pt x="625" y="8637"/>
                  </a:moveTo>
                  <a:cubicBezTo>
                    <a:pt x="377" y="4215"/>
                    <a:pt x="298" y="913"/>
                    <a:pt x="1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"/>
            <p:cNvSpPr/>
            <p:nvPr/>
          </p:nvSpPr>
          <p:spPr>
            <a:xfrm>
              <a:off x="2850618" y="3609623"/>
              <a:ext cx="144605" cy="3451"/>
            </a:xfrm>
            <a:custGeom>
              <a:avLst/>
              <a:gdLst/>
              <a:ahLst/>
              <a:cxnLst/>
              <a:rect l="l" t="t" r="r" b="b"/>
              <a:pathLst>
                <a:path w="3352" h="80" fill="none" extrusionOk="0">
                  <a:moveTo>
                    <a:pt x="3352" y="8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"/>
            <p:cNvSpPr/>
            <p:nvPr/>
          </p:nvSpPr>
          <p:spPr>
            <a:xfrm>
              <a:off x="3848967" y="4587854"/>
              <a:ext cx="284940" cy="303317"/>
            </a:xfrm>
            <a:custGeom>
              <a:avLst/>
              <a:gdLst/>
              <a:ahLst/>
              <a:cxnLst/>
              <a:rect l="l" t="t" r="r" b="b"/>
              <a:pathLst>
                <a:path w="6605" h="7031" extrusionOk="0">
                  <a:moveTo>
                    <a:pt x="2767" y="1"/>
                  </a:moveTo>
                  <a:lnTo>
                    <a:pt x="2846" y="5256"/>
                  </a:lnTo>
                  <a:lnTo>
                    <a:pt x="159" y="6446"/>
                  </a:lnTo>
                  <a:cubicBezTo>
                    <a:pt x="80" y="6495"/>
                    <a:pt x="1" y="6614"/>
                    <a:pt x="1" y="6693"/>
                  </a:cubicBezTo>
                  <a:cubicBezTo>
                    <a:pt x="1" y="6862"/>
                    <a:pt x="120" y="6991"/>
                    <a:pt x="288" y="6991"/>
                  </a:cubicBezTo>
                  <a:lnTo>
                    <a:pt x="6485" y="7031"/>
                  </a:lnTo>
                  <a:lnTo>
                    <a:pt x="6396" y="5454"/>
                  </a:lnTo>
                  <a:lnTo>
                    <a:pt x="6604" y="417"/>
                  </a:lnTo>
                  <a:lnTo>
                    <a:pt x="2767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"/>
            <p:cNvSpPr/>
            <p:nvPr/>
          </p:nvSpPr>
          <p:spPr>
            <a:xfrm>
              <a:off x="3832703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17" y="1191"/>
                  </a:lnTo>
                  <a:cubicBezTo>
                    <a:pt x="288" y="1240"/>
                    <a:pt x="169" y="1488"/>
                    <a:pt x="80" y="1647"/>
                  </a:cubicBezTo>
                  <a:cubicBezTo>
                    <a:pt x="80" y="1686"/>
                    <a:pt x="1" y="2390"/>
                    <a:pt x="169" y="2390"/>
                  </a:cubicBezTo>
                  <a:lnTo>
                    <a:pt x="7021" y="2390"/>
                  </a:lnTo>
                  <a:cubicBezTo>
                    <a:pt x="7110" y="2390"/>
                    <a:pt x="7190" y="2311"/>
                    <a:pt x="7190" y="2271"/>
                  </a:cubicBezTo>
                  <a:lnTo>
                    <a:pt x="6823" y="120"/>
                  </a:lnTo>
                  <a:cubicBezTo>
                    <a:pt x="6823" y="120"/>
                    <a:pt x="6048" y="309"/>
                    <a:pt x="5087" y="309"/>
                  </a:cubicBezTo>
                  <a:cubicBezTo>
                    <a:pt x="4491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"/>
            <p:cNvSpPr/>
            <p:nvPr/>
          </p:nvSpPr>
          <p:spPr>
            <a:xfrm>
              <a:off x="3945213" y="4818004"/>
              <a:ext cx="17601" cy="30371"/>
            </a:xfrm>
            <a:custGeom>
              <a:avLst/>
              <a:gdLst/>
              <a:ahLst/>
              <a:cxnLst/>
              <a:rect l="l" t="t" r="r" b="b"/>
              <a:pathLst>
                <a:path w="408" h="704" fill="none" extrusionOk="0">
                  <a:moveTo>
                    <a:pt x="1" y="0"/>
                  </a:moveTo>
                  <a:cubicBezTo>
                    <a:pt x="159" y="208"/>
                    <a:pt x="288" y="456"/>
                    <a:pt x="407" y="704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"/>
            <p:cNvSpPr/>
            <p:nvPr/>
          </p:nvSpPr>
          <p:spPr>
            <a:xfrm>
              <a:off x="3930675" y="4828659"/>
              <a:ext cx="14581" cy="23166"/>
            </a:xfrm>
            <a:custGeom>
              <a:avLst/>
              <a:gdLst/>
              <a:ahLst/>
              <a:cxnLst/>
              <a:rect l="l" t="t" r="r" b="b"/>
              <a:pathLst>
                <a:path w="338" h="537" fill="none" extrusionOk="0">
                  <a:moveTo>
                    <a:pt x="1" y="1"/>
                  </a:moveTo>
                  <a:cubicBezTo>
                    <a:pt x="169" y="209"/>
                    <a:pt x="209" y="328"/>
                    <a:pt x="338" y="53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"/>
            <p:cNvSpPr/>
            <p:nvPr/>
          </p:nvSpPr>
          <p:spPr>
            <a:xfrm>
              <a:off x="3916568" y="4833793"/>
              <a:ext cx="14150" cy="23598"/>
            </a:xfrm>
            <a:custGeom>
              <a:avLst/>
              <a:gdLst/>
              <a:ahLst/>
              <a:cxnLst/>
              <a:rect l="l" t="t" r="r" b="b"/>
              <a:pathLst>
                <a:path w="328" h="547" fill="none" extrusionOk="0">
                  <a:moveTo>
                    <a:pt x="0" y="1"/>
                  </a:moveTo>
                  <a:cubicBezTo>
                    <a:pt x="119" y="169"/>
                    <a:pt x="248" y="378"/>
                    <a:pt x="328" y="54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"/>
            <p:cNvSpPr/>
            <p:nvPr/>
          </p:nvSpPr>
          <p:spPr>
            <a:xfrm>
              <a:off x="3836155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7070" y="40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"/>
            <p:cNvSpPr/>
            <p:nvPr/>
          </p:nvSpPr>
          <p:spPr>
            <a:xfrm>
              <a:off x="4053883" y="4851782"/>
              <a:ext cx="78299" cy="44520"/>
            </a:xfrm>
            <a:custGeom>
              <a:avLst/>
              <a:gdLst/>
              <a:ahLst/>
              <a:cxnLst/>
              <a:rect l="l" t="t" r="r" b="b"/>
              <a:pathLst>
                <a:path w="1815" h="1032" fill="none" extrusionOk="0">
                  <a:moveTo>
                    <a:pt x="1815" y="0"/>
                  </a:moveTo>
                  <a:cubicBezTo>
                    <a:pt x="1815" y="0"/>
                    <a:pt x="159" y="40"/>
                    <a:pt x="0" y="1032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"/>
            <p:cNvSpPr/>
            <p:nvPr/>
          </p:nvSpPr>
          <p:spPr>
            <a:xfrm>
              <a:off x="3875499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7" y="665"/>
                    <a:pt x="536" y="953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"/>
            <p:cNvSpPr/>
            <p:nvPr/>
          </p:nvSpPr>
          <p:spPr>
            <a:xfrm>
              <a:off x="4219412" y="4587854"/>
              <a:ext cx="279763" cy="303317"/>
            </a:xfrm>
            <a:custGeom>
              <a:avLst/>
              <a:gdLst/>
              <a:ahLst/>
              <a:cxnLst/>
              <a:rect l="l" t="t" r="r" b="b"/>
              <a:pathLst>
                <a:path w="6485" h="7031" extrusionOk="0">
                  <a:moveTo>
                    <a:pt x="2112" y="1"/>
                  </a:moveTo>
                  <a:lnTo>
                    <a:pt x="2856" y="5256"/>
                  </a:lnTo>
                  <a:lnTo>
                    <a:pt x="169" y="6446"/>
                  </a:lnTo>
                  <a:cubicBezTo>
                    <a:pt x="9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88" y="6991"/>
                  </a:cubicBezTo>
                  <a:lnTo>
                    <a:pt x="6485" y="7031"/>
                  </a:lnTo>
                  <a:lnTo>
                    <a:pt x="6445" y="5454"/>
                  </a:lnTo>
                  <a:lnTo>
                    <a:pt x="5950" y="41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"/>
            <p:cNvSpPr/>
            <p:nvPr/>
          </p:nvSpPr>
          <p:spPr>
            <a:xfrm>
              <a:off x="4203579" y="4814553"/>
              <a:ext cx="310177" cy="103148"/>
            </a:xfrm>
            <a:custGeom>
              <a:avLst/>
              <a:gdLst/>
              <a:ahLst/>
              <a:cxnLst/>
              <a:rect l="l" t="t" r="r" b="b"/>
              <a:pathLst>
                <a:path w="7190" h="2391" extrusionOk="0">
                  <a:moveTo>
                    <a:pt x="3223" y="1"/>
                  </a:moveTo>
                  <a:lnTo>
                    <a:pt x="407" y="1191"/>
                  </a:lnTo>
                  <a:cubicBezTo>
                    <a:pt x="288" y="1240"/>
                    <a:pt x="159" y="1488"/>
                    <a:pt x="80" y="1647"/>
                  </a:cubicBezTo>
                  <a:cubicBezTo>
                    <a:pt x="80" y="1686"/>
                    <a:pt x="0" y="2390"/>
                    <a:pt x="159" y="2390"/>
                  </a:cubicBezTo>
                  <a:lnTo>
                    <a:pt x="7060" y="2390"/>
                  </a:lnTo>
                  <a:cubicBezTo>
                    <a:pt x="7100" y="2390"/>
                    <a:pt x="7189" y="2311"/>
                    <a:pt x="718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"/>
            <p:cNvSpPr/>
            <p:nvPr/>
          </p:nvSpPr>
          <p:spPr>
            <a:xfrm>
              <a:off x="4315657" y="4818004"/>
              <a:ext cx="17989" cy="30371"/>
            </a:xfrm>
            <a:custGeom>
              <a:avLst/>
              <a:gdLst/>
              <a:ahLst/>
              <a:cxnLst/>
              <a:rect l="l" t="t" r="r" b="b"/>
              <a:pathLst>
                <a:path w="417" h="704" fill="none" extrusionOk="0">
                  <a:moveTo>
                    <a:pt x="0" y="0"/>
                  </a:moveTo>
                  <a:cubicBezTo>
                    <a:pt x="169" y="208"/>
                    <a:pt x="288" y="456"/>
                    <a:pt x="417" y="704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"/>
            <p:cNvSpPr/>
            <p:nvPr/>
          </p:nvSpPr>
          <p:spPr>
            <a:xfrm>
              <a:off x="4301550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08" y="328"/>
                    <a:pt x="327" y="53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"/>
            <p:cNvSpPr/>
            <p:nvPr/>
          </p:nvSpPr>
          <p:spPr>
            <a:xfrm>
              <a:off x="4287400" y="4833793"/>
              <a:ext cx="14193" cy="23598"/>
            </a:xfrm>
            <a:custGeom>
              <a:avLst/>
              <a:gdLst/>
              <a:ahLst/>
              <a:cxnLst/>
              <a:rect l="l" t="t" r="r" b="b"/>
              <a:pathLst>
                <a:path w="329" h="547" fill="none" extrusionOk="0">
                  <a:moveTo>
                    <a:pt x="1" y="1"/>
                  </a:moveTo>
                  <a:cubicBezTo>
                    <a:pt x="120" y="169"/>
                    <a:pt x="249" y="378"/>
                    <a:pt x="328" y="546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"/>
            <p:cNvSpPr/>
            <p:nvPr/>
          </p:nvSpPr>
          <p:spPr>
            <a:xfrm>
              <a:off x="4206987" y="4896259"/>
              <a:ext cx="305043" cy="1769"/>
            </a:xfrm>
            <a:custGeom>
              <a:avLst/>
              <a:gdLst/>
              <a:ahLst/>
              <a:cxnLst/>
              <a:rect l="l" t="t" r="r" b="b"/>
              <a:pathLst>
                <a:path w="7071" h="41" fill="none" extrusionOk="0">
                  <a:moveTo>
                    <a:pt x="7070" y="40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1"/>
            <p:cNvSpPr/>
            <p:nvPr/>
          </p:nvSpPr>
          <p:spPr>
            <a:xfrm>
              <a:off x="4424284" y="4851782"/>
              <a:ext cx="78774" cy="44520"/>
            </a:xfrm>
            <a:custGeom>
              <a:avLst/>
              <a:gdLst/>
              <a:ahLst/>
              <a:cxnLst/>
              <a:rect l="l" t="t" r="r" b="b"/>
              <a:pathLst>
                <a:path w="1826" h="1032" fill="none" extrusionOk="0">
                  <a:moveTo>
                    <a:pt x="1825" y="0"/>
                  </a:moveTo>
                  <a:cubicBezTo>
                    <a:pt x="1825" y="0"/>
                    <a:pt x="169" y="40"/>
                    <a:pt x="1" y="1032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"/>
            <p:cNvSpPr/>
            <p:nvPr/>
          </p:nvSpPr>
          <p:spPr>
            <a:xfrm>
              <a:off x="4246374" y="4855190"/>
              <a:ext cx="23123" cy="41112"/>
            </a:xfrm>
            <a:custGeom>
              <a:avLst/>
              <a:gdLst/>
              <a:ahLst/>
              <a:cxnLst/>
              <a:rect l="l" t="t" r="r" b="b"/>
              <a:pathLst>
                <a:path w="53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35" y="953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"/>
            <p:cNvSpPr/>
            <p:nvPr/>
          </p:nvSpPr>
          <p:spPr>
            <a:xfrm>
              <a:off x="4130414" y="3602332"/>
              <a:ext cx="392315" cy="1185358"/>
            </a:xfrm>
            <a:custGeom>
              <a:avLst/>
              <a:gdLst/>
              <a:ahLst/>
              <a:cxnLst/>
              <a:rect l="l" t="t" r="r" b="b"/>
              <a:pathLst>
                <a:path w="9094" h="27477" extrusionOk="0">
                  <a:moveTo>
                    <a:pt x="5702" y="209"/>
                  </a:moveTo>
                  <a:lnTo>
                    <a:pt x="5871" y="1240"/>
                  </a:lnTo>
                  <a:cubicBezTo>
                    <a:pt x="5871" y="1240"/>
                    <a:pt x="6694" y="2361"/>
                    <a:pt x="7021" y="4383"/>
                  </a:cubicBezTo>
                  <a:cubicBezTo>
                    <a:pt x="7646" y="7854"/>
                    <a:pt x="9093" y="27476"/>
                    <a:pt x="9093" y="27476"/>
                  </a:cubicBezTo>
                  <a:lnTo>
                    <a:pt x="3888" y="27476"/>
                  </a:lnTo>
                  <a:cubicBezTo>
                    <a:pt x="3888" y="27476"/>
                    <a:pt x="536" y="3927"/>
                    <a:pt x="1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1"/>
            <p:cNvSpPr/>
            <p:nvPr/>
          </p:nvSpPr>
          <p:spPr>
            <a:xfrm>
              <a:off x="3928949" y="3577527"/>
              <a:ext cx="340547" cy="1210163"/>
            </a:xfrm>
            <a:custGeom>
              <a:avLst/>
              <a:gdLst/>
              <a:ahLst/>
              <a:cxnLst/>
              <a:rect l="l" t="t" r="r" b="b"/>
              <a:pathLst>
                <a:path w="7894" h="28052" extrusionOk="0">
                  <a:moveTo>
                    <a:pt x="1369" y="1"/>
                  </a:moveTo>
                  <a:cubicBezTo>
                    <a:pt x="1" y="6981"/>
                    <a:pt x="80" y="28051"/>
                    <a:pt x="80" y="28051"/>
                  </a:cubicBezTo>
                  <a:lnTo>
                    <a:pt x="5375" y="28051"/>
                  </a:lnTo>
                  <a:cubicBezTo>
                    <a:pt x="5375" y="28051"/>
                    <a:pt x="6575" y="1984"/>
                    <a:pt x="789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"/>
            <p:cNvSpPr/>
            <p:nvPr/>
          </p:nvSpPr>
          <p:spPr>
            <a:xfrm>
              <a:off x="4292534" y="4750404"/>
              <a:ext cx="226356" cy="43"/>
            </a:xfrm>
            <a:custGeom>
              <a:avLst/>
              <a:gdLst/>
              <a:ahLst/>
              <a:cxnLst/>
              <a:rect l="l" t="t" r="r" b="b"/>
              <a:pathLst>
                <a:path w="5247" h="1" fill="none" extrusionOk="0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"/>
            <p:cNvSpPr/>
            <p:nvPr/>
          </p:nvSpPr>
          <p:spPr>
            <a:xfrm>
              <a:off x="3936240" y="4750404"/>
              <a:ext cx="226312" cy="43"/>
            </a:xfrm>
            <a:custGeom>
              <a:avLst/>
              <a:gdLst/>
              <a:ahLst/>
              <a:cxnLst/>
              <a:rect l="l" t="t" r="r" b="b"/>
              <a:pathLst>
                <a:path w="5246" h="1" fill="none" extrusionOk="0">
                  <a:moveTo>
                    <a:pt x="0" y="0"/>
                  </a:moveTo>
                  <a:lnTo>
                    <a:pt x="5246" y="0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"/>
            <p:cNvSpPr/>
            <p:nvPr/>
          </p:nvSpPr>
          <p:spPr>
            <a:xfrm>
              <a:off x="4118032" y="3942832"/>
              <a:ext cx="60353" cy="844854"/>
            </a:xfrm>
            <a:custGeom>
              <a:avLst/>
              <a:gdLst/>
              <a:ahLst/>
              <a:cxnLst/>
              <a:rect l="l" t="t" r="r" b="b"/>
              <a:pathLst>
                <a:path w="1399" h="19584" fill="none" extrusionOk="0">
                  <a:moveTo>
                    <a:pt x="1398" y="0"/>
                  </a:moveTo>
                  <a:cubicBezTo>
                    <a:pt x="288" y="8924"/>
                    <a:pt x="0" y="19583"/>
                    <a:pt x="0" y="19583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"/>
            <p:cNvSpPr/>
            <p:nvPr/>
          </p:nvSpPr>
          <p:spPr>
            <a:xfrm>
              <a:off x="3975152" y="3657508"/>
              <a:ext cx="410261" cy="28731"/>
            </a:xfrm>
            <a:custGeom>
              <a:avLst/>
              <a:gdLst/>
              <a:ahLst/>
              <a:cxnLst/>
              <a:rect l="l" t="t" r="r" b="b"/>
              <a:pathLst>
                <a:path w="9510" h="666" fill="none" extrusionOk="0">
                  <a:moveTo>
                    <a:pt x="9510" y="1"/>
                  </a:moveTo>
                  <a:cubicBezTo>
                    <a:pt x="9510" y="1"/>
                    <a:pt x="5048" y="665"/>
                    <a:pt x="1" y="90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"/>
            <p:cNvSpPr/>
            <p:nvPr/>
          </p:nvSpPr>
          <p:spPr>
            <a:xfrm>
              <a:off x="4151811" y="3673771"/>
              <a:ext cx="50086" cy="432910"/>
            </a:xfrm>
            <a:custGeom>
              <a:avLst/>
              <a:gdLst/>
              <a:ahLst/>
              <a:cxnLst/>
              <a:rect l="l" t="t" r="r" b="b"/>
              <a:pathLst>
                <a:path w="1161" h="10035" fill="none" extrusionOk="0">
                  <a:moveTo>
                    <a:pt x="1161" y="10035"/>
                  </a:moveTo>
                  <a:cubicBezTo>
                    <a:pt x="1161" y="10035"/>
                    <a:pt x="1" y="2688"/>
                    <a:pt x="120" y="1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"/>
            <p:cNvSpPr/>
            <p:nvPr/>
          </p:nvSpPr>
          <p:spPr>
            <a:xfrm>
              <a:off x="4130414" y="3673771"/>
              <a:ext cx="30414" cy="103579"/>
            </a:xfrm>
            <a:custGeom>
              <a:avLst/>
              <a:gdLst/>
              <a:ahLst/>
              <a:cxnLst/>
              <a:rect l="l" t="t" r="r" b="b"/>
              <a:pathLst>
                <a:path w="705" h="2401" fill="none" extrusionOk="0">
                  <a:moveTo>
                    <a:pt x="1" y="1"/>
                  </a:moveTo>
                  <a:cubicBezTo>
                    <a:pt x="1" y="1"/>
                    <a:pt x="41" y="2152"/>
                    <a:pt x="120" y="2231"/>
                  </a:cubicBezTo>
                  <a:cubicBezTo>
                    <a:pt x="209" y="2311"/>
                    <a:pt x="705" y="2400"/>
                    <a:pt x="705" y="2400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"/>
            <p:cNvSpPr/>
            <p:nvPr/>
          </p:nvSpPr>
          <p:spPr>
            <a:xfrm>
              <a:off x="4347710" y="3664798"/>
              <a:ext cx="144648" cy="1119440"/>
            </a:xfrm>
            <a:custGeom>
              <a:avLst/>
              <a:gdLst/>
              <a:ahLst/>
              <a:cxnLst/>
              <a:rect l="l" t="t" r="r" b="b"/>
              <a:pathLst>
                <a:path w="3353" h="25949" fill="none" extrusionOk="0">
                  <a:moveTo>
                    <a:pt x="1" y="0"/>
                  </a:moveTo>
                  <a:cubicBezTo>
                    <a:pt x="1" y="0"/>
                    <a:pt x="665" y="1071"/>
                    <a:pt x="992" y="3352"/>
                  </a:cubicBezTo>
                  <a:cubicBezTo>
                    <a:pt x="1369" y="5622"/>
                    <a:pt x="3352" y="25949"/>
                    <a:pt x="3352" y="25949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"/>
            <p:cNvSpPr/>
            <p:nvPr/>
          </p:nvSpPr>
          <p:spPr>
            <a:xfrm>
              <a:off x="4276745" y="3668206"/>
              <a:ext cx="97971" cy="66349"/>
            </a:xfrm>
            <a:custGeom>
              <a:avLst/>
              <a:gdLst/>
              <a:ahLst/>
              <a:cxnLst/>
              <a:rect l="l" t="t" r="r" b="b"/>
              <a:pathLst>
                <a:path w="2271" h="1538" fill="none" extrusionOk="0">
                  <a:moveTo>
                    <a:pt x="0" y="1"/>
                  </a:moveTo>
                  <a:cubicBezTo>
                    <a:pt x="0" y="1"/>
                    <a:pt x="783" y="1081"/>
                    <a:pt x="2271" y="1537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"/>
            <p:cNvSpPr/>
            <p:nvPr/>
          </p:nvSpPr>
          <p:spPr>
            <a:xfrm>
              <a:off x="4246374" y="3629294"/>
              <a:ext cx="43" cy="41112"/>
            </a:xfrm>
            <a:custGeom>
              <a:avLst/>
              <a:gdLst/>
              <a:ahLst/>
              <a:cxnLst/>
              <a:rect l="l" t="t" r="r" b="b"/>
              <a:pathLst>
                <a:path w="1" h="953" fill="none" extrusionOk="0">
                  <a:moveTo>
                    <a:pt x="0" y="95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"/>
            <p:cNvSpPr/>
            <p:nvPr/>
          </p:nvSpPr>
          <p:spPr>
            <a:xfrm>
              <a:off x="4057291" y="3622004"/>
              <a:ext cx="43" cy="44520"/>
            </a:xfrm>
            <a:custGeom>
              <a:avLst/>
              <a:gdLst/>
              <a:ahLst/>
              <a:cxnLst/>
              <a:rect l="l" t="t" r="r" b="b"/>
              <a:pathLst>
                <a:path w="1" h="1032" fill="none" extrusionOk="0">
                  <a:moveTo>
                    <a:pt x="0" y="1032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"/>
            <p:cNvSpPr/>
            <p:nvPr/>
          </p:nvSpPr>
          <p:spPr>
            <a:xfrm>
              <a:off x="3968336" y="3666481"/>
              <a:ext cx="64192" cy="50129"/>
            </a:xfrm>
            <a:custGeom>
              <a:avLst/>
              <a:gdLst/>
              <a:ahLst/>
              <a:cxnLst/>
              <a:rect l="l" t="t" r="r" b="b"/>
              <a:pathLst>
                <a:path w="1488" h="1162" fill="none" extrusionOk="0">
                  <a:moveTo>
                    <a:pt x="1487" y="1"/>
                  </a:moveTo>
                  <a:cubicBezTo>
                    <a:pt x="1487" y="1"/>
                    <a:pt x="783" y="1121"/>
                    <a:pt x="0" y="1161"/>
                  </a:cubicBezTo>
                </a:path>
              </a:pathLst>
            </a:custGeom>
            <a:noFill/>
            <a:ln w="9525" cap="flat" cmpd="sng">
              <a:solidFill>
                <a:srgbClr val="3F4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"/>
            <p:cNvSpPr/>
            <p:nvPr/>
          </p:nvSpPr>
          <p:spPr>
            <a:xfrm>
              <a:off x="4092795" y="3014211"/>
              <a:ext cx="112552" cy="119670"/>
            </a:xfrm>
            <a:custGeom>
              <a:avLst/>
              <a:gdLst/>
              <a:ahLst/>
              <a:cxnLst/>
              <a:rect l="l" t="t" r="r" b="b"/>
              <a:pathLst>
                <a:path w="2609" h="2774" extrusionOk="0">
                  <a:moveTo>
                    <a:pt x="2529" y="0"/>
                  </a:moveTo>
                  <a:lnTo>
                    <a:pt x="50" y="744"/>
                  </a:lnTo>
                  <a:lnTo>
                    <a:pt x="0" y="2072"/>
                  </a:lnTo>
                  <a:cubicBezTo>
                    <a:pt x="0" y="2072"/>
                    <a:pt x="373" y="2774"/>
                    <a:pt x="1186" y="2774"/>
                  </a:cubicBezTo>
                  <a:cubicBezTo>
                    <a:pt x="1232" y="2774"/>
                    <a:pt x="1280" y="2771"/>
                    <a:pt x="1329" y="2766"/>
                  </a:cubicBezTo>
                  <a:cubicBezTo>
                    <a:pt x="2321" y="2647"/>
                    <a:pt x="2608" y="2023"/>
                    <a:pt x="2608" y="2023"/>
                  </a:cubicBezTo>
                  <a:lnTo>
                    <a:pt x="2529" y="0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"/>
            <p:cNvSpPr/>
            <p:nvPr/>
          </p:nvSpPr>
          <p:spPr>
            <a:xfrm>
              <a:off x="4039345" y="2869694"/>
              <a:ext cx="181188" cy="190808"/>
            </a:xfrm>
            <a:custGeom>
              <a:avLst/>
              <a:gdLst/>
              <a:ahLst/>
              <a:cxnLst/>
              <a:rect l="l" t="t" r="r" b="b"/>
              <a:pathLst>
                <a:path w="4200" h="4423" extrusionOk="0">
                  <a:moveTo>
                    <a:pt x="2460" y="0"/>
                  </a:moveTo>
                  <a:cubicBezTo>
                    <a:pt x="2121" y="0"/>
                    <a:pt x="1748" y="172"/>
                    <a:pt x="1368" y="584"/>
                  </a:cubicBezTo>
                  <a:cubicBezTo>
                    <a:pt x="793" y="1248"/>
                    <a:pt x="0" y="3598"/>
                    <a:pt x="1041" y="4183"/>
                  </a:cubicBezTo>
                  <a:cubicBezTo>
                    <a:pt x="1349" y="4342"/>
                    <a:pt x="1677" y="4423"/>
                    <a:pt x="1998" y="4423"/>
                  </a:cubicBezTo>
                  <a:cubicBezTo>
                    <a:pt x="2834" y="4423"/>
                    <a:pt x="3622" y="3878"/>
                    <a:pt x="3887" y="2775"/>
                  </a:cubicBezTo>
                  <a:cubicBezTo>
                    <a:pt x="4200" y="1561"/>
                    <a:pt x="3483" y="0"/>
                    <a:pt x="2460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"/>
            <p:cNvSpPr/>
            <p:nvPr/>
          </p:nvSpPr>
          <p:spPr>
            <a:xfrm>
              <a:off x="4094909" y="3032157"/>
              <a:ext cx="81750" cy="37273"/>
            </a:xfrm>
            <a:custGeom>
              <a:avLst/>
              <a:gdLst/>
              <a:ahLst/>
              <a:cxnLst/>
              <a:rect l="l" t="t" r="r" b="b"/>
              <a:pathLst>
                <a:path w="1895" h="864" fill="none" extrusionOk="0">
                  <a:moveTo>
                    <a:pt x="1" y="576"/>
                  </a:moveTo>
                  <a:cubicBezTo>
                    <a:pt x="1" y="576"/>
                    <a:pt x="784" y="863"/>
                    <a:pt x="1895" y="1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"/>
            <p:cNvSpPr/>
            <p:nvPr/>
          </p:nvSpPr>
          <p:spPr>
            <a:xfrm>
              <a:off x="4201854" y="2982115"/>
              <a:ext cx="43" cy="4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08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"/>
            <p:cNvSpPr/>
            <p:nvPr/>
          </p:nvSpPr>
          <p:spPr>
            <a:xfrm>
              <a:off x="4200430" y="2982115"/>
              <a:ext cx="1467" cy="820"/>
            </a:xfrm>
            <a:custGeom>
              <a:avLst/>
              <a:gdLst/>
              <a:ahLst/>
              <a:cxnLst/>
              <a:rect l="l" t="t" r="r" b="b"/>
              <a:pathLst>
                <a:path w="34" h="19" extrusionOk="0">
                  <a:moveTo>
                    <a:pt x="34" y="0"/>
                  </a:moveTo>
                  <a:cubicBezTo>
                    <a:pt x="1" y="0"/>
                    <a:pt x="12" y="18"/>
                    <a:pt x="23" y="18"/>
                  </a:cubicBezTo>
                  <a:cubicBezTo>
                    <a:pt x="28" y="18"/>
                    <a:pt x="34" y="14"/>
                    <a:pt x="34" y="0"/>
                  </a:cubicBezTo>
                  <a:close/>
                </a:path>
              </a:pathLst>
            </a:custGeom>
            <a:solidFill>
              <a:srgbClr val="F08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"/>
            <p:cNvSpPr/>
            <p:nvPr/>
          </p:nvSpPr>
          <p:spPr>
            <a:xfrm>
              <a:off x="4062856" y="2863137"/>
              <a:ext cx="195942" cy="174199"/>
            </a:xfrm>
            <a:custGeom>
              <a:avLst/>
              <a:gdLst/>
              <a:ahLst/>
              <a:cxnLst/>
              <a:rect l="l" t="t" r="r" b="b"/>
              <a:pathLst>
                <a:path w="4542" h="4038" extrusionOk="0">
                  <a:moveTo>
                    <a:pt x="1380" y="1"/>
                  </a:moveTo>
                  <a:cubicBezTo>
                    <a:pt x="682" y="1"/>
                    <a:pt x="31" y="584"/>
                    <a:pt x="0" y="1192"/>
                  </a:cubicBezTo>
                  <a:cubicBezTo>
                    <a:pt x="367" y="1519"/>
                    <a:pt x="2390" y="1688"/>
                    <a:pt x="2390" y="1688"/>
                  </a:cubicBezTo>
                  <a:cubicBezTo>
                    <a:pt x="2390" y="1688"/>
                    <a:pt x="2271" y="2600"/>
                    <a:pt x="3134" y="4038"/>
                  </a:cubicBezTo>
                  <a:cubicBezTo>
                    <a:pt x="3917" y="3750"/>
                    <a:pt x="4542" y="2600"/>
                    <a:pt x="4373" y="1688"/>
                  </a:cubicBezTo>
                  <a:cubicBezTo>
                    <a:pt x="4240" y="1064"/>
                    <a:pt x="3661" y="36"/>
                    <a:pt x="2629" y="36"/>
                  </a:cubicBezTo>
                  <a:cubicBezTo>
                    <a:pt x="2431" y="36"/>
                    <a:pt x="2216" y="74"/>
                    <a:pt x="1983" y="161"/>
                  </a:cubicBezTo>
                  <a:cubicBezTo>
                    <a:pt x="1788" y="49"/>
                    <a:pt x="1582" y="1"/>
                    <a:pt x="138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"/>
            <p:cNvSpPr/>
            <p:nvPr/>
          </p:nvSpPr>
          <p:spPr>
            <a:xfrm>
              <a:off x="4205305" y="2843163"/>
              <a:ext cx="71440" cy="64149"/>
            </a:xfrm>
            <a:custGeom>
              <a:avLst/>
              <a:gdLst/>
              <a:ahLst/>
              <a:cxnLst/>
              <a:rect l="l" t="t" r="r" b="b"/>
              <a:pathLst>
                <a:path w="1656" h="1487" extrusionOk="0">
                  <a:moveTo>
                    <a:pt x="792" y="1"/>
                  </a:moveTo>
                  <a:cubicBezTo>
                    <a:pt x="563" y="1"/>
                    <a:pt x="344" y="100"/>
                    <a:pt x="208" y="287"/>
                  </a:cubicBezTo>
                  <a:cubicBezTo>
                    <a:pt x="79" y="455"/>
                    <a:pt x="0" y="703"/>
                    <a:pt x="119" y="872"/>
                  </a:cubicBezTo>
                  <a:lnTo>
                    <a:pt x="456" y="1328"/>
                  </a:lnTo>
                  <a:cubicBezTo>
                    <a:pt x="536" y="1447"/>
                    <a:pt x="704" y="1486"/>
                    <a:pt x="823" y="1486"/>
                  </a:cubicBezTo>
                  <a:cubicBezTo>
                    <a:pt x="1200" y="1447"/>
                    <a:pt x="1487" y="1328"/>
                    <a:pt x="1567" y="951"/>
                  </a:cubicBezTo>
                  <a:cubicBezTo>
                    <a:pt x="1656" y="624"/>
                    <a:pt x="1487" y="207"/>
                    <a:pt x="1160" y="88"/>
                  </a:cubicBezTo>
                  <a:cubicBezTo>
                    <a:pt x="1042" y="29"/>
                    <a:pt x="916" y="1"/>
                    <a:pt x="792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"/>
            <p:cNvSpPr/>
            <p:nvPr/>
          </p:nvSpPr>
          <p:spPr>
            <a:xfrm>
              <a:off x="4267729" y="2849677"/>
              <a:ext cx="49654" cy="54098"/>
            </a:xfrm>
            <a:custGeom>
              <a:avLst/>
              <a:gdLst/>
              <a:ahLst/>
              <a:cxnLst/>
              <a:rect l="l" t="t" r="r" b="b"/>
              <a:pathLst>
                <a:path w="1151" h="1254" extrusionOk="0">
                  <a:moveTo>
                    <a:pt x="501" y="1"/>
                  </a:moveTo>
                  <a:cubicBezTo>
                    <a:pt x="414" y="1"/>
                    <a:pt x="327" y="18"/>
                    <a:pt x="249" y="56"/>
                  </a:cubicBezTo>
                  <a:cubicBezTo>
                    <a:pt x="80" y="136"/>
                    <a:pt x="1" y="264"/>
                    <a:pt x="1" y="433"/>
                  </a:cubicBezTo>
                  <a:lnTo>
                    <a:pt x="1" y="968"/>
                  </a:lnTo>
                  <a:cubicBezTo>
                    <a:pt x="1" y="1048"/>
                    <a:pt x="80" y="1177"/>
                    <a:pt x="209" y="1216"/>
                  </a:cubicBezTo>
                  <a:cubicBezTo>
                    <a:pt x="283" y="1240"/>
                    <a:pt x="365" y="1253"/>
                    <a:pt x="447" y="1253"/>
                  </a:cubicBezTo>
                  <a:cubicBezTo>
                    <a:pt x="639" y="1253"/>
                    <a:pt x="835" y="1182"/>
                    <a:pt x="953" y="1008"/>
                  </a:cubicBezTo>
                  <a:cubicBezTo>
                    <a:pt x="1151" y="800"/>
                    <a:pt x="1151" y="473"/>
                    <a:pt x="992" y="225"/>
                  </a:cubicBezTo>
                  <a:cubicBezTo>
                    <a:pt x="877" y="83"/>
                    <a:pt x="688" y="1"/>
                    <a:pt x="501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"/>
            <p:cNvSpPr/>
            <p:nvPr/>
          </p:nvSpPr>
          <p:spPr>
            <a:xfrm>
              <a:off x="4306684" y="2868788"/>
              <a:ext cx="39387" cy="38955"/>
            </a:xfrm>
            <a:custGeom>
              <a:avLst/>
              <a:gdLst/>
              <a:ahLst/>
              <a:cxnLst/>
              <a:rect l="l" t="t" r="r" b="b"/>
              <a:pathLst>
                <a:path w="913" h="903" extrusionOk="0">
                  <a:moveTo>
                    <a:pt x="432" y="0"/>
                  </a:moveTo>
                  <a:cubicBezTo>
                    <a:pt x="387" y="0"/>
                    <a:pt x="342" y="10"/>
                    <a:pt x="298" y="30"/>
                  </a:cubicBezTo>
                  <a:cubicBezTo>
                    <a:pt x="169" y="30"/>
                    <a:pt x="89" y="149"/>
                    <a:pt x="89" y="238"/>
                  </a:cubicBezTo>
                  <a:lnTo>
                    <a:pt x="0" y="605"/>
                  </a:lnTo>
                  <a:cubicBezTo>
                    <a:pt x="0" y="684"/>
                    <a:pt x="50" y="773"/>
                    <a:pt x="129" y="813"/>
                  </a:cubicBezTo>
                  <a:cubicBezTo>
                    <a:pt x="213" y="872"/>
                    <a:pt x="317" y="902"/>
                    <a:pt x="420" y="902"/>
                  </a:cubicBezTo>
                  <a:cubicBezTo>
                    <a:pt x="523" y="902"/>
                    <a:pt x="625" y="872"/>
                    <a:pt x="704" y="813"/>
                  </a:cubicBezTo>
                  <a:cubicBezTo>
                    <a:pt x="833" y="684"/>
                    <a:pt x="912" y="436"/>
                    <a:pt x="833" y="238"/>
                  </a:cubicBezTo>
                  <a:cubicBezTo>
                    <a:pt x="733" y="107"/>
                    <a:pt x="586" y="0"/>
                    <a:pt x="432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"/>
            <p:cNvSpPr/>
            <p:nvPr/>
          </p:nvSpPr>
          <p:spPr>
            <a:xfrm>
              <a:off x="4326356" y="2891436"/>
              <a:ext cx="33822" cy="28257"/>
            </a:xfrm>
            <a:custGeom>
              <a:avLst/>
              <a:gdLst/>
              <a:ahLst/>
              <a:cxnLst/>
              <a:rect l="l" t="t" r="r" b="b"/>
              <a:pathLst>
                <a:path w="784" h="655" extrusionOk="0">
                  <a:moveTo>
                    <a:pt x="536" y="0"/>
                  </a:moveTo>
                  <a:cubicBezTo>
                    <a:pt x="456" y="0"/>
                    <a:pt x="377" y="0"/>
                    <a:pt x="337" y="80"/>
                  </a:cubicBezTo>
                  <a:lnTo>
                    <a:pt x="208" y="119"/>
                  </a:lnTo>
                  <a:cubicBezTo>
                    <a:pt x="0" y="367"/>
                    <a:pt x="208" y="655"/>
                    <a:pt x="496" y="655"/>
                  </a:cubicBezTo>
                  <a:cubicBezTo>
                    <a:pt x="625" y="615"/>
                    <a:pt x="744" y="496"/>
                    <a:pt x="784" y="328"/>
                  </a:cubicBezTo>
                  <a:cubicBezTo>
                    <a:pt x="784" y="209"/>
                    <a:pt x="704" y="40"/>
                    <a:pt x="536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"/>
            <p:cNvSpPr/>
            <p:nvPr/>
          </p:nvSpPr>
          <p:spPr>
            <a:xfrm>
              <a:off x="4349436" y="2905543"/>
              <a:ext cx="28688" cy="41112"/>
            </a:xfrm>
            <a:custGeom>
              <a:avLst/>
              <a:gdLst/>
              <a:ahLst/>
              <a:cxnLst/>
              <a:rect l="l" t="t" r="r" b="b"/>
              <a:pathLst>
                <a:path w="665" h="953" extrusionOk="0">
                  <a:moveTo>
                    <a:pt x="50" y="1"/>
                  </a:moveTo>
                  <a:lnTo>
                    <a:pt x="1" y="248"/>
                  </a:lnTo>
                  <a:cubicBezTo>
                    <a:pt x="1" y="457"/>
                    <a:pt x="1" y="705"/>
                    <a:pt x="50" y="913"/>
                  </a:cubicBezTo>
                  <a:lnTo>
                    <a:pt x="50" y="952"/>
                  </a:lnTo>
                  <a:cubicBezTo>
                    <a:pt x="209" y="913"/>
                    <a:pt x="377" y="873"/>
                    <a:pt x="546" y="873"/>
                  </a:cubicBezTo>
                  <a:cubicBezTo>
                    <a:pt x="586" y="824"/>
                    <a:pt x="625" y="824"/>
                    <a:pt x="665" y="784"/>
                  </a:cubicBezTo>
                  <a:lnTo>
                    <a:pt x="665" y="744"/>
                  </a:lnTo>
                  <a:cubicBezTo>
                    <a:pt x="665" y="576"/>
                    <a:pt x="586" y="417"/>
                    <a:pt x="457" y="288"/>
                  </a:cubicBezTo>
                  <a:cubicBezTo>
                    <a:pt x="338" y="169"/>
                    <a:pt x="209" y="40"/>
                    <a:pt x="5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"/>
            <p:cNvSpPr/>
            <p:nvPr/>
          </p:nvSpPr>
          <p:spPr>
            <a:xfrm>
              <a:off x="4160784" y="2980260"/>
              <a:ext cx="35375" cy="49740"/>
            </a:xfrm>
            <a:custGeom>
              <a:avLst/>
              <a:gdLst/>
              <a:ahLst/>
              <a:cxnLst/>
              <a:rect l="l" t="t" r="r" b="b"/>
              <a:pathLst>
                <a:path w="820" h="1153" extrusionOk="0">
                  <a:moveTo>
                    <a:pt x="499" y="1"/>
                  </a:moveTo>
                  <a:cubicBezTo>
                    <a:pt x="485" y="1"/>
                    <a:pt x="472" y="2"/>
                    <a:pt x="457" y="4"/>
                  </a:cubicBezTo>
                  <a:cubicBezTo>
                    <a:pt x="289" y="43"/>
                    <a:pt x="160" y="172"/>
                    <a:pt x="160" y="212"/>
                  </a:cubicBezTo>
                  <a:lnTo>
                    <a:pt x="1" y="956"/>
                  </a:lnTo>
                  <a:cubicBezTo>
                    <a:pt x="44" y="1092"/>
                    <a:pt x="127" y="1153"/>
                    <a:pt x="220" y="1153"/>
                  </a:cubicBezTo>
                  <a:cubicBezTo>
                    <a:pt x="297" y="1153"/>
                    <a:pt x="381" y="1111"/>
                    <a:pt x="457" y="1035"/>
                  </a:cubicBezTo>
                  <a:cubicBezTo>
                    <a:pt x="616" y="916"/>
                    <a:pt x="705" y="787"/>
                    <a:pt x="745" y="628"/>
                  </a:cubicBezTo>
                  <a:cubicBezTo>
                    <a:pt x="820" y="346"/>
                    <a:pt x="752" y="1"/>
                    <a:pt x="499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"/>
            <p:cNvSpPr/>
            <p:nvPr/>
          </p:nvSpPr>
          <p:spPr>
            <a:xfrm>
              <a:off x="4080371" y="2959036"/>
              <a:ext cx="19715" cy="41069"/>
            </a:xfrm>
            <a:custGeom>
              <a:avLst/>
              <a:gdLst/>
              <a:ahLst/>
              <a:cxnLst/>
              <a:rect l="l" t="t" r="r" b="b"/>
              <a:pathLst>
                <a:path w="457" h="952" fill="none" extrusionOk="0">
                  <a:moveTo>
                    <a:pt x="457" y="0"/>
                  </a:moveTo>
                  <a:cubicBezTo>
                    <a:pt x="457" y="0"/>
                    <a:pt x="1" y="535"/>
                    <a:pt x="41" y="704"/>
                  </a:cubicBezTo>
                  <a:cubicBezTo>
                    <a:pt x="41" y="873"/>
                    <a:pt x="417" y="952"/>
                    <a:pt x="417" y="952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"/>
            <p:cNvSpPr/>
            <p:nvPr/>
          </p:nvSpPr>
          <p:spPr>
            <a:xfrm>
              <a:off x="4073555" y="3005195"/>
              <a:ext cx="51380" cy="28516"/>
            </a:xfrm>
            <a:custGeom>
              <a:avLst/>
              <a:gdLst/>
              <a:ahLst/>
              <a:cxnLst/>
              <a:rect l="l" t="t" r="r" b="b"/>
              <a:pathLst>
                <a:path w="1191" h="661" extrusionOk="0">
                  <a:moveTo>
                    <a:pt x="159" y="1"/>
                  </a:moveTo>
                  <a:cubicBezTo>
                    <a:pt x="159" y="1"/>
                    <a:pt x="0" y="497"/>
                    <a:pt x="367" y="626"/>
                  </a:cubicBezTo>
                  <a:cubicBezTo>
                    <a:pt x="445" y="650"/>
                    <a:pt x="517" y="660"/>
                    <a:pt x="585" y="660"/>
                  </a:cubicBezTo>
                  <a:cubicBezTo>
                    <a:pt x="980" y="660"/>
                    <a:pt x="1190" y="298"/>
                    <a:pt x="1190" y="298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"/>
            <p:cNvSpPr/>
            <p:nvPr/>
          </p:nvSpPr>
          <p:spPr>
            <a:xfrm>
              <a:off x="4079336" y="2948165"/>
              <a:ext cx="8369" cy="11044"/>
            </a:xfrm>
            <a:custGeom>
              <a:avLst/>
              <a:gdLst/>
              <a:ahLst/>
              <a:cxnLst/>
              <a:rect l="l" t="t" r="r" b="b"/>
              <a:pathLst>
                <a:path w="194" h="256" extrusionOk="0">
                  <a:moveTo>
                    <a:pt x="140" y="1"/>
                  </a:moveTo>
                  <a:cubicBezTo>
                    <a:pt x="126" y="1"/>
                    <a:pt x="114" y="13"/>
                    <a:pt x="114" y="44"/>
                  </a:cubicBezTo>
                  <a:cubicBezTo>
                    <a:pt x="65" y="83"/>
                    <a:pt x="25" y="133"/>
                    <a:pt x="25" y="173"/>
                  </a:cubicBezTo>
                  <a:cubicBezTo>
                    <a:pt x="0" y="222"/>
                    <a:pt x="40" y="256"/>
                    <a:pt x="84" y="256"/>
                  </a:cubicBezTo>
                  <a:cubicBezTo>
                    <a:pt x="110" y="256"/>
                    <a:pt x="139" y="243"/>
                    <a:pt x="154" y="212"/>
                  </a:cubicBezTo>
                  <a:cubicBezTo>
                    <a:pt x="154" y="173"/>
                    <a:pt x="193" y="133"/>
                    <a:pt x="193" y="83"/>
                  </a:cubicBezTo>
                  <a:cubicBezTo>
                    <a:pt x="193" y="34"/>
                    <a:pt x="163" y="1"/>
                    <a:pt x="140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"/>
            <p:cNvSpPr/>
            <p:nvPr/>
          </p:nvSpPr>
          <p:spPr>
            <a:xfrm>
              <a:off x="4082097" y="2930348"/>
              <a:ext cx="16307" cy="10742"/>
            </a:xfrm>
            <a:custGeom>
              <a:avLst/>
              <a:gdLst/>
              <a:ahLst/>
              <a:cxnLst/>
              <a:rect l="l" t="t" r="r" b="b"/>
              <a:pathLst>
                <a:path w="378" h="249" fill="none" extrusionOk="0">
                  <a:moveTo>
                    <a:pt x="377" y="249"/>
                  </a:moveTo>
                  <a:cubicBezTo>
                    <a:pt x="377" y="249"/>
                    <a:pt x="248" y="1"/>
                    <a:pt x="1" y="169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"/>
            <p:cNvSpPr/>
            <p:nvPr/>
          </p:nvSpPr>
          <p:spPr>
            <a:xfrm>
              <a:off x="4129378" y="2966111"/>
              <a:ext cx="8369" cy="11044"/>
            </a:xfrm>
            <a:custGeom>
              <a:avLst/>
              <a:gdLst/>
              <a:ahLst/>
              <a:cxnLst/>
              <a:rect l="l" t="t" r="r" b="b"/>
              <a:pathLst>
                <a:path w="194" h="256" extrusionOk="0">
                  <a:moveTo>
                    <a:pt x="124" y="1"/>
                  </a:moveTo>
                  <a:cubicBezTo>
                    <a:pt x="102" y="1"/>
                    <a:pt x="80" y="14"/>
                    <a:pt x="65" y="44"/>
                  </a:cubicBezTo>
                  <a:cubicBezTo>
                    <a:pt x="65" y="84"/>
                    <a:pt x="25" y="124"/>
                    <a:pt x="25" y="163"/>
                  </a:cubicBezTo>
                  <a:cubicBezTo>
                    <a:pt x="0" y="219"/>
                    <a:pt x="37" y="255"/>
                    <a:pt x="79" y="255"/>
                  </a:cubicBezTo>
                  <a:cubicBezTo>
                    <a:pt x="103" y="255"/>
                    <a:pt x="129" y="242"/>
                    <a:pt x="144" y="213"/>
                  </a:cubicBezTo>
                  <a:cubicBezTo>
                    <a:pt x="144" y="163"/>
                    <a:pt x="194" y="124"/>
                    <a:pt x="194" y="84"/>
                  </a:cubicBezTo>
                  <a:cubicBezTo>
                    <a:pt x="194" y="35"/>
                    <a:pt x="159" y="1"/>
                    <a:pt x="12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"/>
            <p:cNvSpPr/>
            <p:nvPr/>
          </p:nvSpPr>
          <p:spPr>
            <a:xfrm>
              <a:off x="4132139" y="2946612"/>
              <a:ext cx="21441" cy="14150"/>
            </a:xfrm>
            <a:custGeom>
              <a:avLst/>
              <a:gdLst/>
              <a:ahLst/>
              <a:cxnLst/>
              <a:rect l="l" t="t" r="r" b="b"/>
              <a:pathLst>
                <a:path w="497" h="328" fill="none" extrusionOk="0">
                  <a:moveTo>
                    <a:pt x="1" y="80"/>
                  </a:moveTo>
                  <a:cubicBezTo>
                    <a:pt x="1" y="80"/>
                    <a:pt x="249" y="0"/>
                    <a:pt x="496" y="32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"/>
            <p:cNvSpPr/>
            <p:nvPr/>
          </p:nvSpPr>
          <p:spPr>
            <a:xfrm>
              <a:off x="3659927" y="3174604"/>
              <a:ext cx="409787" cy="354179"/>
            </a:xfrm>
            <a:custGeom>
              <a:avLst/>
              <a:gdLst/>
              <a:ahLst/>
              <a:cxnLst/>
              <a:rect l="l" t="t" r="r" b="b"/>
              <a:pathLst>
                <a:path w="9499" h="8210" extrusionOk="0">
                  <a:moveTo>
                    <a:pt x="2152" y="0"/>
                  </a:moveTo>
                  <a:lnTo>
                    <a:pt x="0" y="1240"/>
                  </a:lnTo>
                  <a:cubicBezTo>
                    <a:pt x="0" y="1240"/>
                    <a:pt x="1279" y="6822"/>
                    <a:pt x="3887" y="8022"/>
                  </a:cubicBezTo>
                  <a:cubicBezTo>
                    <a:pt x="4159" y="8152"/>
                    <a:pt x="4436" y="8210"/>
                    <a:pt x="4713" y="8210"/>
                  </a:cubicBezTo>
                  <a:cubicBezTo>
                    <a:pt x="7083" y="8210"/>
                    <a:pt x="9499" y="3966"/>
                    <a:pt x="9499" y="3966"/>
                  </a:cubicBezTo>
                  <a:lnTo>
                    <a:pt x="5949" y="2440"/>
                  </a:lnTo>
                  <a:cubicBezTo>
                    <a:pt x="5949" y="2440"/>
                    <a:pt x="5126" y="3966"/>
                    <a:pt x="4958" y="4175"/>
                  </a:cubicBezTo>
                  <a:cubicBezTo>
                    <a:pt x="4859" y="4274"/>
                    <a:pt x="4754" y="4319"/>
                    <a:pt x="4645" y="4319"/>
                  </a:cubicBezTo>
                  <a:cubicBezTo>
                    <a:pt x="3580" y="4319"/>
                    <a:pt x="2152" y="0"/>
                    <a:pt x="215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"/>
            <p:cNvSpPr/>
            <p:nvPr/>
          </p:nvSpPr>
          <p:spPr>
            <a:xfrm>
              <a:off x="3635122" y="3037291"/>
              <a:ext cx="124502" cy="213931"/>
            </a:xfrm>
            <a:custGeom>
              <a:avLst/>
              <a:gdLst/>
              <a:ahLst/>
              <a:cxnLst/>
              <a:rect l="l" t="t" r="r" b="b"/>
              <a:pathLst>
                <a:path w="2886" h="4959" extrusionOk="0">
                  <a:moveTo>
                    <a:pt x="1150" y="1"/>
                  </a:moveTo>
                  <a:cubicBezTo>
                    <a:pt x="942" y="50"/>
                    <a:pt x="1279" y="1290"/>
                    <a:pt x="1279" y="1290"/>
                  </a:cubicBezTo>
                  <a:cubicBezTo>
                    <a:pt x="1279" y="1290"/>
                    <a:pt x="1213" y="1105"/>
                    <a:pt x="1067" y="1105"/>
                  </a:cubicBezTo>
                  <a:cubicBezTo>
                    <a:pt x="1044" y="1105"/>
                    <a:pt x="1019" y="1110"/>
                    <a:pt x="992" y="1121"/>
                  </a:cubicBezTo>
                  <a:cubicBezTo>
                    <a:pt x="863" y="1161"/>
                    <a:pt x="863" y="1488"/>
                    <a:pt x="863" y="1488"/>
                  </a:cubicBezTo>
                  <a:cubicBezTo>
                    <a:pt x="863" y="1488"/>
                    <a:pt x="764" y="1283"/>
                    <a:pt x="650" y="1283"/>
                  </a:cubicBezTo>
                  <a:cubicBezTo>
                    <a:pt x="638" y="1283"/>
                    <a:pt x="626" y="1285"/>
                    <a:pt x="615" y="1290"/>
                  </a:cubicBezTo>
                  <a:cubicBezTo>
                    <a:pt x="446" y="1369"/>
                    <a:pt x="496" y="1785"/>
                    <a:pt x="496" y="1785"/>
                  </a:cubicBezTo>
                  <a:cubicBezTo>
                    <a:pt x="496" y="1785"/>
                    <a:pt x="399" y="1688"/>
                    <a:pt x="296" y="1688"/>
                  </a:cubicBezTo>
                  <a:cubicBezTo>
                    <a:pt x="280" y="1688"/>
                    <a:pt x="264" y="1691"/>
                    <a:pt x="248" y="1696"/>
                  </a:cubicBezTo>
                  <a:cubicBezTo>
                    <a:pt x="119" y="1736"/>
                    <a:pt x="0" y="2440"/>
                    <a:pt x="694" y="4958"/>
                  </a:cubicBezTo>
                  <a:lnTo>
                    <a:pt x="2885" y="3639"/>
                  </a:lnTo>
                  <a:cubicBezTo>
                    <a:pt x="2637" y="2816"/>
                    <a:pt x="2062" y="546"/>
                    <a:pt x="1894" y="546"/>
                  </a:cubicBezTo>
                  <a:cubicBezTo>
                    <a:pt x="1889" y="544"/>
                    <a:pt x="1884" y="544"/>
                    <a:pt x="1880" y="544"/>
                  </a:cubicBezTo>
                  <a:cubicBezTo>
                    <a:pt x="1747" y="544"/>
                    <a:pt x="1844" y="1242"/>
                    <a:pt x="1745" y="1242"/>
                  </a:cubicBezTo>
                  <a:cubicBezTo>
                    <a:pt x="1742" y="1242"/>
                    <a:pt x="1739" y="1241"/>
                    <a:pt x="1735" y="1240"/>
                  </a:cubicBezTo>
                  <a:cubicBezTo>
                    <a:pt x="1606" y="1200"/>
                    <a:pt x="1319" y="1"/>
                    <a:pt x="1150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"/>
            <p:cNvSpPr/>
            <p:nvPr/>
          </p:nvSpPr>
          <p:spPr>
            <a:xfrm>
              <a:off x="3697114" y="3105322"/>
              <a:ext cx="16307" cy="53494"/>
            </a:xfrm>
            <a:custGeom>
              <a:avLst/>
              <a:gdLst/>
              <a:ahLst/>
              <a:cxnLst/>
              <a:rect l="l" t="t" r="r" b="b"/>
              <a:pathLst>
                <a:path w="378" h="1240" fill="none" extrusionOk="0">
                  <a:moveTo>
                    <a:pt x="378" y="0"/>
                  </a:moveTo>
                  <a:cubicBezTo>
                    <a:pt x="378" y="0"/>
                    <a:pt x="298" y="367"/>
                    <a:pt x="169" y="615"/>
                  </a:cubicBezTo>
                  <a:cubicBezTo>
                    <a:pt x="1" y="992"/>
                    <a:pt x="50" y="1239"/>
                    <a:pt x="50" y="1239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"/>
            <p:cNvSpPr/>
            <p:nvPr/>
          </p:nvSpPr>
          <p:spPr>
            <a:xfrm>
              <a:off x="3643663" y="3096306"/>
              <a:ext cx="51811" cy="56945"/>
            </a:xfrm>
            <a:custGeom>
              <a:avLst/>
              <a:gdLst/>
              <a:ahLst/>
              <a:cxnLst/>
              <a:rect l="l" t="t" r="r" b="b"/>
              <a:pathLst>
                <a:path w="1201" h="1320" extrusionOk="0">
                  <a:moveTo>
                    <a:pt x="1121" y="1"/>
                  </a:moveTo>
                  <a:lnTo>
                    <a:pt x="1121" y="368"/>
                  </a:lnTo>
                  <a:lnTo>
                    <a:pt x="1121" y="576"/>
                  </a:lnTo>
                  <a:cubicBezTo>
                    <a:pt x="1121" y="665"/>
                    <a:pt x="1081" y="705"/>
                    <a:pt x="1081" y="744"/>
                  </a:cubicBezTo>
                  <a:cubicBezTo>
                    <a:pt x="1081" y="758"/>
                    <a:pt x="1077" y="762"/>
                    <a:pt x="1071" y="762"/>
                  </a:cubicBezTo>
                  <a:cubicBezTo>
                    <a:pt x="1059" y="762"/>
                    <a:pt x="1041" y="744"/>
                    <a:pt x="1041" y="744"/>
                  </a:cubicBezTo>
                  <a:cubicBezTo>
                    <a:pt x="1041" y="744"/>
                    <a:pt x="992" y="744"/>
                    <a:pt x="992" y="705"/>
                  </a:cubicBezTo>
                  <a:cubicBezTo>
                    <a:pt x="952" y="665"/>
                    <a:pt x="913" y="616"/>
                    <a:pt x="913" y="576"/>
                  </a:cubicBezTo>
                  <a:cubicBezTo>
                    <a:pt x="833" y="457"/>
                    <a:pt x="794" y="328"/>
                    <a:pt x="744" y="209"/>
                  </a:cubicBezTo>
                  <a:cubicBezTo>
                    <a:pt x="744" y="169"/>
                    <a:pt x="704" y="169"/>
                    <a:pt x="665" y="169"/>
                  </a:cubicBezTo>
                  <a:cubicBezTo>
                    <a:pt x="625" y="169"/>
                    <a:pt x="625" y="209"/>
                    <a:pt x="625" y="249"/>
                  </a:cubicBezTo>
                  <a:cubicBezTo>
                    <a:pt x="625" y="249"/>
                    <a:pt x="625" y="249"/>
                    <a:pt x="625" y="249"/>
                  </a:cubicBezTo>
                  <a:lnTo>
                    <a:pt x="625" y="249"/>
                  </a:lnTo>
                  <a:cubicBezTo>
                    <a:pt x="625" y="368"/>
                    <a:pt x="665" y="497"/>
                    <a:pt x="665" y="616"/>
                  </a:cubicBezTo>
                  <a:lnTo>
                    <a:pt x="665" y="824"/>
                  </a:lnTo>
                  <a:lnTo>
                    <a:pt x="665" y="953"/>
                  </a:lnTo>
                  <a:lnTo>
                    <a:pt x="625" y="953"/>
                  </a:lnTo>
                  <a:cubicBezTo>
                    <a:pt x="585" y="913"/>
                    <a:pt x="546" y="863"/>
                    <a:pt x="546" y="784"/>
                  </a:cubicBezTo>
                  <a:cubicBezTo>
                    <a:pt x="456" y="705"/>
                    <a:pt x="417" y="576"/>
                    <a:pt x="417" y="457"/>
                  </a:cubicBezTo>
                  <a:cubicBezTo>
                    <a:pt x="377" y="417"/>
                    <a:pt x="377" y="417"/>
                    <a:pt x="337" y="417"/>
                  </a:cubicBezTo>
                  <a:cubicBezTo>
                    <a:pt x="298" y="417"/>
                    <a:pt x="248" y="457"/>
                    <a:pt x="248" y="497"/>
                  </a:cubicBezTo>
                  <a:cubicBezTo>
                    <a:pt x="259" y="524"/>
                    <a:pt x="270" y="551"/>
                    <a:pt x="281" y="579"/>
                  </a:cubicBezTo>
                  <a:lnTo>
                    <a:pt x="281" y="579"/>
                  </a:lnTo>
                  <a:cubicBezTo>
                    <a:pt x="298" y="652"/>
                    <a:pt x="298" y="740"/>
                    <a:pt x="298" y="824"/>
                  </a:cubicBezTo>
                  <a:cubicBezTo>
                    <a:pt x="337" y="953"/>
                    <a:pt x="337" y="1072"/>
                    <a:pt x="298" y="1161"/>
                  </a:cubicBezTo>
                  <a:lnTo>
                    <a:pt x="298" y="1240"/>
                  </a:lnTo>
                  <a:lnTo>
                    <a:pt x="248" y="1240"/>
                  </a:lnTo>
                  <a:cubicBezTo>
                    <a:pt x="209" y="1201"/>
                    <a:pt x="169" y="1161"/>
                    <a:pt x="169" y="1111"/>
                  </a:cubicBezTo>
                  <a:cubicBezTo>
                    <a:pt x="90" y="992"/>
                    <a:pt x="50" y="913"/>
                    <a:pt x="0" y="784"/>
                  </a:cubicBezTo>
                  <a:lnTo>
                    <a:pt x="0" y="784"/>
                  </a:lnTo>
                  <a:cubicBezTo>
                    <a:pt x="50" y="913"/>
                    <a:pt x="50" y="1032"/>
                    <a:pt x="129" y="1111"/>
                  </a:cubicBezTo>
                  <a:cubicBezTo>
                    <a:pt x="129" y="1201"/>
                    <a:pt x="169" y="1240"/>
                    <a:pt x="209" y="1280"/>
                  </a:cubicBezTo>
                  <a:cubicBezTo>
                    <a:pt x="248" y="1280"/>
                    <a:pt x="248" y="1320"/>
                    <a:pt x="298" y="1320"/>
                  </a:cubicBezTo>
                  <a:cubicBezTo>
                    <a:pt x="298" y="1320"/>
                    <a:pt x="337" y="1320"/>
                    <a:pt x="337" y="1280"/>
                  </a:cubicBezTo>
                  <a:cubicBezTo>
                    <a:pt x="377" y="1240"/>
                    <a:pt x="377" y="1201"/>
                    <a:pt x="417" y="1201"/>
                  </a:cubicBezTo>
                  <a:lnTo>
                    <a:pt x="417" y="939"/>
                  </a:lnTo>
                  <a:lnTo>
                    <a:pt x="417" y="939"/>
                  </a:lnTo>
                  <a:cubicBezTo>
                    <a:pt x="443" y="984"/>
                    <a:pt x="470" y="1019"/>
                    <a:pt x="496" y="1072"/>
                  </a:cubicBezTo>
                  <a:cubicBezTo>
                    <a:pt x="546" y="1072"/>
                    <a:pt x="585" y="1111"/>
                    <a:pt x="625" y="1111"/>
                  </a:cubicBezTo>
                  <a:lnTo>
                    <a:pt x="744" y="1111"/>
                  </a:lnTo>
                  <a:cubicBezTo>
                    <a:pt x="744" y="1072"/>
                    <a:pt x="794" y="1072"/>
                    <a:pt x="794" y="1032"/>
                  </a:cubicBezTo>
                  <a:cubicBezTo>
                    <a:pt x="833" y="953"/>
                    <a:pt x="833" y="863"/>
                    <a:pt x="833" y="824"/>
                  </a:cubicBezTo>
                  <a:lnTo>
                    <a:pt x="833" y="690"/>
                  </a:lnTo>
                  <a:lnTo>
                    <a:pt x="833" y="690"/>
                  </a:lnTo>
                  <a:cubicBezTo>
                    <a:pt x="860" y="731"/>
                    <a:pt x="886" y="758"/>
                    <a:pt x="913" y="784"/>
                  </a:cubicBezTo>
                  <a:cubicBezTo>
                    <a:pt x="952" y="824"/>
                    <a:pt x="992" y="863"/>
                    <a:pt x="1041" y="863"/>
                  </a:cubicBezTo>
                  <a:lnTo>
                    <a:pt x="1121" y="863"/>
                  </a:lnTo>
                  <a:cubicBezTo>
                    <a:pt x="1121" y="824"/>
                    <a:pt x="1160" y="824"/>
                    <a:pt x="1160" y="784"/>
                  </a:cubicBezTo>
                  <a:cubicBezTo>
                    <a:pt x="1200" y="665"/>
                    <a:pt x="1200" y="536"/>
                    <a:pt x="1200" y="368"/>
                  </a:cubicBezTo>
                  <a:cubicBezTo>
                    <a:pt x="1160" y="249"/>
                    <a:pt x="1160" y="120"/>
                    <a:pt x="1121" y="1"/>
                  </a:cubicBezTo>
                  <a:close/>
                </a:path>
              </a:pathLst>
            </a:custGeom>
            <a:solidFill>
              <a:srgbClr val="F5A7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"/>
            <p:cNvSpPr/>
            <p:nvPr/>
          </p:nvSpPr>
          <p:spPr>
            <a:xfrm>
              <a:off x="3968336" y="3083925"/>
              <a:ext cx="450856" cy="539854"/>
            </a:xfrm>
            <a:custGeom>
              <a:avLst/>
              <a:gdLst/>
              <a:ahLst/>
              <a:cxnLst/>
              <a:rect l="l" t="t" r="r" b="b"/>
              <a:pathLst>
                <a:path w="10451" h="12514" extrusionOk="0">
                  <a:moveTo>
                    <a:pt x="5414" y="0"/>
                  </a:moveTo>
                  <a:cubicBezTo>
                    <a:pt x="5414" y="0"/>
                    <a:pt x="4958" y="744"/>
                    <a:pt x="3966" y="744"/>
                  </a:cubicBezTo>
                  <a:cubicBezTo>
                    <a:pt x="2975" y="744"/>
                    <a:pt x="2885" y="288"/>
                    <a:pt x="2885" y="288"/>
                  </a:cubicBezTo>
                  <a:cubicBezTo>
                    <a:pt x="2885" y="288"/>
                    <a:pt x="863" y="1894"/>
                    <a:pt x="327" y="4046"/>
                  </a:cubicBezTo>
                  <a:cubicBezTo>
                    <a:pt x="0" y="5493"/>
                    <a:pt x="407" y="6525"/>
                    <a:pt x="456" y="7149"/>
                  </a:cubicBezTo>
                  <a:cubicBezTo>
                    <a:pt x="704" y="10947"/>
                    <a:pt x="496" y="12513"/>
                    <a:pt x="496" y="12513"/>
                  </a:cubicBezTo>
                  <a:lnTo>
                    <a:pt x="9459" y="12226"/>
                  </a:lnTo>
                  <a:cubicBezTo>
                    <a:pt x="9459" y="12226"/>
                    <a:pt x="10451" y="7020"/>
                    <a:pt x="9043" y="3590"/>
                  </a:cubicBezTo>
                  <a:cubicBezTo>
                    <a:pt x="7645" y="209"/>
                    <a:pt x="5414" y="0"/>
                    <a:pt x="5414" y="0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"/>
            <p:cNvSpPr/>
            <p:nvPr/>
          </p:nvSpPr>
          <p:spPr>
            <a:xfrm>
              <a:off x="4078689" y="3609623"/>
              <a:ext cx="233560" cy="15876"/>
            </a:xfrm>
            <a:custGeom>
              <a:avLst/>
              <a:gdLst/>
              <a:ahLst/>
              <a:cxnLst/>
              <a:rect l="l" t="t" r="r" b="b"/>
              <a:pathLst>
                <a:path w="5414" h="368" extrusionOk="0">
                  <a:moveTo>
                    <a:pt x="5126" y="0"/>
                  </a:moveTo>
                  <a:lnTo>
                    <a:pt x="0" y="80"/>
                  </a:lnTo>
                  <a:lnTo>
                    <a:pt x="0" y="367"/>
                  </a:lnTo>
                  <a:lnTo>
                    <a:pt x="5414" y="327"/>
                  </a:lnTo>
                  <a:cubicBezTo>
                    <a:pt x="5414" y="119"/>
                    <a:pt x="5285" y="0"/>
                    <a:pt x="5126" y="0"/>
                  </a:cubicBezTo>
                  <a:close/>
                </a:path>
              </a:pathLst>
            </a:custGeom>
            <a:solidFill>
              <a:srgbClr val="DCD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"/>
            <p:cNvSpPr/>
            <p:nvPr/>
          </p:nvSpPr>
          <p:spPr>
            <a:xfrm>
              <a:off x="3745474" y="3400871"/>
              <a:ext cx="374326" cy="228469"/>
            </a:xfrm>
            <a:custGeom>
              <a:avLst/>
              <a:gdLst/>
              <a:ahLst/>
              <a:cxnLst/>
              <a:rect l="l" t="t" r="r" b="b"/>
              <a:pathLst>
                <a:path w="8677" h="5296" extrusionOk="0">
                  <a:moveTo>
                    <a:pt x="6733" y="1"/>
                  </a:moveTo>
                  <a:lnTo>
                    <a:pt x="248" y="90"/>
                  </a:lnTo>
                  <a:cubicBezTo>
                    <a:pt x="79" y="90"/>
                    <a:pt x="0" y="248"/>
                    <a:pt x="40" y="417"/>
                  </a:cubicBezTo>
                  <a:lnTo>
                    <a:pt x="1527" y="5295"/>
                  </a:lnTo>
                  <a:lnTo>
                    <a:pt x="8676" y="5206"/>
                  </a:lnTo>
                  <a:lnTo>
                    <a:pt x="7268" y="417"/>
                  </a:lnTo>
                  <a:cubicBezTo>
                    <a:pt x="7189" y="169"/>
                    <a:pt x="6981" y="1"/>
                    <a:pt x="673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"/>
            <p:cNvSpPr/>
            <p:nvPr/>
          </p:nvSpPr>
          <p:spPr>
            <a:xfrm>
              <a:off x="3731324" y="3400871"/>
              <a:ext cx="376051" cy="230152"/>
            </a:xfrm>
            <a:custGeom>
              <a:avLst/>
              <a:gdLst/>
              <a:ahLst/>
              <a:cxnLst/>
              <a:rect l="l" t="t" r="r" b="b"/>
              <a:pathLst>
                <a:path w="8717" h="5335" extrusionOk="0">
                  <a:moveTo>
                    <a:pt x="6733" y="1"/>
                  </a:moveTo>
                  <a:lnTo>
                    <a:pt x="249" y="90"/>
                  </a:lnTo>
                  <a:cubicBezTo>
                    <a:pt x="120" y="90"/>
                    <a:pt x="1" y="248"/>
                    <a:pt x="41" y="417"/>
                  </a:cubicBezTo>
                  <a:lnTo>
                    <a:pt x="1528" y="5335"/>
                  </a:lnTo>
                  <a:lnTo>
                    <a:pt x="8717" y="5206"/>
                  </a:lnTo>
                  <a:lnTo>
                    <a:pt x="7269" y="417"/>
                  </a:lnTo>
                  <a:cubicBezTo>
                    <a:pt x="7190" y="169"/>
                    <a:pt x="6981" y="1"/>
                    <a:pt x="6733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"/>
            <p:cNvSpPr/>
            <p:nvPr/>
          </p:nvSpPr>
          <p:spPr>
            <a:xfrm>
              <a:off x="3884472" y="3502464"/>
              <a:ext cx="46246" cy="34037"/>
            </a:xfrm>
            <a:custGeom>
              <a:avLst/>
              <a:gdLst/>
              <a:ahLst/>
              <a:cxnLst/>
              <a:rect l="l" t="t" r="r" b="b"/>
              <a:pathLst>
                <a:path w="1072" h="789" extrusionOk="0">
                  <a:moveTo>
                    <a:pt x="519" y="0"/>
                  </a:moveTo>
                  <a:cubicBezTo>
                    <a:pt x="498" y="0"/>
                    <a:pt x="477" y="2"/>
                    <a:pt x="457" y="5"/>
                  </a:cubicBezTo>
                  <a:cubicBezTo>
                    <a:pt x="209" y="5"/>
                    <a:pt x="1" y="174"/>
                    <a:pt x="40" y="422"/>
                  </a:cubicBezTo>
                  <a:cubicBezTo>
                    <a:pt x="80" y="620"/>
                    <a:pt x="368" y="789"/>
                    <a:pt x="615" y="789"/>
                  </a:cubicBezTo>
                  <a:cubicBezTo>
                    <a:pt x="863" y="789"/>
                    <a:pt x="1072" y="620"/>
                    <a:pt x="1032" y="372"/>
                  </a:cubicBezTo>
                  <a:cubicBezTo>
                    <a:pt x="959" y="191"/>
                    <a:pt x="745" y="0"/>
                    <a:pt x="519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"/>
            <p:cNvSpPr/>
            <p:nvPr/>
          </p:nvSpPr>
          <p:spPr>
            <a:xfrm>
              <a:off x="4082097" y="3304626"/>
              <a:ext cx="351246" cy="367467"/>
            </a:xfrm>
            <a:custGeom>
              <a:avLst/>
              <a:gdLst/>
              <a:ahLst/>
              <a:cxnLst/>
              <a:rect l="l" t="t" r="r" b="b"/>
              <a:pathLst>
                <a:path w="8142" h="8518" extrusionOk="0">
                  <a:moveTo>
                    <a:pt x="4135" y="1"/>
                  </a:moveTo>
                  <a:cubicBezTo>
                    <a:pt x="4135" y="1"/>
                    <a:pt x="4343" y="3640"/>
                    <a:pt x="3927" y="4304"/>
                  </a:cubicBezTo>
                  <a:cubicBezTo>
                    <a:pt x="3679" y="4671"/>
                    <a:pt x="1" y="5910"/>
                    <a:pt x="1" y="5910"/>
                  </a:cubicBezTo>
                  <a:lnTo>
                    <a:pt x="1" y="8518"/>
                  </a:lnTo>
                  <a:cubicBezTo>
                    <a:pt x="1" y="8518"/>
                    <a:pt x="5583" y="8349"/>
                    <a:pt x="7070" y="6366"/>
                  </a:cubicBezTo>
                  <a:cubicBezTo>
                    <a:pt x="8141" y="4879"/>
                    <a:pt x="7982" y="1"/>
                    <a:pt x="798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"/>
            <p:cNvSpPr/>
            <p:nvPr/>
          </p:nvSpPr>
          <p:spPr>
            <a:xfrm>
              <a:off x="4201854" y="3083925"/>
              <a:ext cx="238737" cy="245984"/>
            </a:xfrm>
            <a:custGeom>
              <a:avLst/>
              <a:gdLst/>
              <a:ahLst/>
              <a:cxnLst/>
              <a:rect l="l" t="t" r="r" b="b"/>
              <a:pathLst>
                <a:path w="5534" h="5702" extrusionOk="0">
                  <a:moveTo>
                    <a:pt x="1" y="0"/>
                  </a:moveTo>
                  <a:lnTo>
                    <a:pt x="1191" y="3431"/>
                  </a:lnTo>
                  <a:lnTo>
                    <a:pt x="1240" y="5702"/>
                  </a:lnTo>
                  <a:lnTo>
                    <a:pt x="5534" y="5702"/>
                  </a:lnTo>
                  <a:cubicBezTo>
                    <a:pt x="5534" y="5702"/>
                    <a:pt x="5405" y="3015"/>
                    <a:pt x="3590" y="1359"/>
                  </a:cubicBezTo>
                  <a:cubicBezTo>
                    <a:pt x="2390" y="2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"/>
            <p:cNvSpPr/>
            <p:nvPr/>
          </p:nvSpPr>
          <p:spPr>
            <a:xfrm>
              <a:off x="3891762" y="3096306"/>
              <a:ext cx="201076" cy="249435"/>
            </a:xfrm>
            <a:custGeom>
              <a:avLst/>
              <a:gdLst/>
              <a:ahLst/>
              <a:cxnLst/>
              <a:rect l="l" t="t" r="r" b="b"/>
              <a:pathLst>
                <a:path w="4661" h="5782" extrusionOk="0">
                  <a:moveTo>
                    <a:pt x="4660" y="1"/>
                  </a:moveTo>
                  <a:lnTo>
                    <a:pt x="4660" y="1"/>
                  </a:lnTo>
                  <a:cubicBezTo>
                    <a:pt x="3223" y="120"/>
                    <a:pt x="2142" y="744"/>
                    <a:pt x="1527" y="1567"/>
                  </a:cubicBezTo>
                  <a:cubicBezTo>
                    <a:pt x="615" y="2847"/>
                    <a:pt x="0" y="4830"/>
                    <a:pt x="0" y="4830"/>
                  </a:cubicBezTo>
                  <a:lnTo>
                    <a:pt x="3381" y="5781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"/>
            <p:cNvSpPr/>
            <p:nvPr/>
          </p:nvSpPr>
          <p:spPr>
            <a:xfrm>
              <a:off x="4246374" y="3221238"/>
              <a:ext cx="9016" cy="108670"/>
            </a:xfrm>
            <a:custGeom>
              <a:avLst/>
              <a:gdLst/>
              <a:ahLst/>
              <a:cxnLst/>
              <a:rect l="l" t="t" r="r" b="b"/>
              <a:pathLst>
                <a:path w="209" h="2519" fill="none" extrusionOk="0">
                  <a:moveTo>
                    <a:pt x="208" y="2519"/>
                  </a:moveTo>
                  <a:cubicBezTo>
                    <a:pt x="159" y="823"/>
                    <a:pt x="0" y="0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"/>
            <p:cNvSpPr/>
            <p:nvPr/>
          </p:nvSpPr>
          <p:spPr>
            <a:xfrm>
              <a:off x="3966610" y="3199841"/>
              <a:ext cx="44520" cy="128342"/>
            </a:xfrm>
            <a:custGeom>
              <a:avLst/>
              <a:gdLst/>
              <a:ahLst/>
              <a:cxnLst/>
              <a:rect l="l" t="t" r="r" b="b"/>
              <a:pathLst>
                <a:path w="1032" h="2975" fill="none" extrusionOk="0">
                  <a:moveTo>
                    <a:pt x="159" y="2975"/>
                  </a:moveTo>
                  <a:cubicBezTo>
                    <a:pt x="0" y="1527"/>
                    <a:pt x="1032" y="0"/>
                    <a:pt x="1032" y="0"/>
                  </a:cubicBezTo>
                </a:path>
              </a:pathLst>
            </a:custGeom>
            <a:noFill/>
            <a:ln w="9525" cap="flat" cmpd="sng">
              <a:solidFill>
                <a:srgbClr val="666AAF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"/>
            <p:cNvSpPr/>
            <p:nvPr/>
          </p:nvSpPr>
          <p:spPr>
            <a:xfrm>
              <a:off x="3914411" y="3547157"/>
              <a:ext cx="216045" cy="129636"/>
            </a:xfrm>
            <a:custGeom>
              <a:avLst/>
              <a:gdLst/>
              <a:ahLst/>
              <a:cxnLst/>
              <a:rect l="l" t="t" r="r" b="b"/>
              <a:pathLst>
                <a:path w="5008" h="3005" extrusionOk="0">
                  <a:moveTo>
                    <a:pt x="2174" y="2334"/>
                  </a:moveTo>
                  <a:lnTo>
                    <a:pt x="2174" y="2334"/>
                  </a:lnTo>
                  <a:cubicBezTo>
                    <a:pt x="2234" y="2342"/>
                    <a:pt x="2272" y="2350"/>
                    <a:pt x="2281" y="2360"/>
                  </a:cubicBezTo>
                  <a:cubicBezTo>
                    <a:pt x="2281" y="2360"/>
                    <a:pt x="2242" y="2350"/>
                    <a:pt x="2174" y="2334"/>
                  </a:cubicBezTo>
                  <a:close/>
                  <a:moveTo>
                    <a:pt x="4968" y="1"/>
                  </a:moveTo>
                  <a:cubicBezTo>
                    <a:pt x="4383" y="129"/>
                    <a:pt x="1250" y="744"/>
                    <a:pt x="1290" y="913"/>
                  </a:cubicBezTo>
                  <a:cubicBezTo>
                    <a:pt x="1329" y="1032"/>
                    <a:pt x="2242" y="1032"/>
                    <a:pt x="2242" y="1121"/>
                  </a:cubicBezTo>
                  <a:cubicBezTo>
                    <a:pt x="2202" y="1240"/>
                    <a:pt x="1498" y="1409"/>
                    <a:pt x="1121" y="1448"/>
                  </a:cubicBezTo>
                  <a:cubicBezTo>
                    <a:pt x="794" y="1488"/>
                    <a:pt x="219" y="1656"/>
                    <a:pt x="259" y="1775"/>
                  </a:cubicBezTo>
                  <a:cubicBezTo>
                    <a:pt x="259" y="1808"/>
                    <a:pt x="282" y="1833"/>
                    <a:pt x="324" y="1852"/>
                  </a:cubicBezTo>
                  <a:lnTo>
                    <a:pt x="324" y="1852"/>
                  </a:lnTo>
                  <a:cubicBezTo>
                    <a:pt x="142" y="1883"/>
                    <a:pt x="20" y="1925"/>
                    <a:pt x="11" y="1984"/>
                  </a:cubicBezTo>
                  <a:cubicBezTo>
                    <a:pt x="0" y="2067"/>
                    <a:pt x="139" y="2127"/>
                    <a:pt x="352" y="2171"/>
                  </a:cubicBezTo>
                  <a:lnTo>
                    <a:pt x="352" y="2171"/>
                  </a:lnTo>
                  <a:cubicBezTo>
                    <a:pt x="401" y="2257"/>
                    <a:pt x="571" y="2356"/>
                    <a:pt x="798" y="2451"/>
                  </a:cubicBezTo>
                  <a:lnTo>
                    <a:pt x="798" y="2451"/>
                  </a:lnTo>
                  <a:cubicBezTo>
                    <a:pt x="1011" y="2681"/>
                    <a:pt x="1924" y="2940"/>
                    <a:pt x="2073" y="2975"/>
                  </a:cubicBezTo>
                  <a:cubicBezTo>
                    <a:pt x="2318" y="2996"/>
                    <a:pt x="2560" y="3005"/>
                    <a:pt x="2794" y="3005"/>
                  </a:cubicBezTo>
                  <a:cubicBezTo>
                    <a:pt x="4016" y="3005"/>
                    <a:pt x="5008" y="2767"/>
                    <a:pt x="5008" y="2767"/>
                  </a:cubicBezTo>
                  <a:lnTo>
                    <a:pt x="4968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"/>
            <p:cNvSpPr/>
            <p:nvPr/>
          </p:nvSpPr>
          <p:spPr>
            <a:xfrm>
              <a:off x="3934514" y="3625455"/>
              <a:ext cx="64235" cy="4616"/>
            </a:xfrm>
            <a:custGeom>
              <a:avLst/>
              <a:gdLst/>
              <a:ahLst/>
              <a:cxnLst/>
              <a:rect l="l" t="t" r="r" b="b"/>
              <a:pathLst>
                <a:path w="1489" h="107" extrusionOk="0">
                  <a:moveTo>
                    <a:pt x="744" y="0"/>
                  </a:moveTo>
                  <a:cubicBezTo>
                    <a:pt x="497" y="0"/>
                    <a:pt x="249" y="50"/>
                    <a:pt x="1" y="89"/>
                  </a:cubicBezTo>
                  <a:cubicBezTo>
                    <a:pt x="83" y="103"/>
                    <a:pt x="166" y="107"/>
                    <a:pt x="249" y="107"/>
                  </a:cubicBezTo>
                  <a:cubicBezTo>
                    <a:pt x="414" y="107"/>
                    <a:pt x="579" y="89"/>
                    <a:pt x="744" y="89"/>
                  </a:cubicBezTo>
                  <a:cubicBezTo>
                    <a:pt x="863" y="89"/>
                    <a:pt x="992" y="89"/>
                    <a:pt x="1111" y="50"/>
                  </a:cubicBezTo>
                  <a:cubicBezTo>
                    <a:pt x="1240" y="50"/>
                    <a:pt x="1359" y="0"/>
                    <a:pt x="1488" y="0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"/>
            <p:cNvSpPr/>
            <p:nvPr/>
          </p:nvSpPr>
          <p:spPr>
            <a:xfrm>
              <a:off x="3943099" y="3643401"/>
              <a:ext cx="69757" cy="5608"/>
            </a:xfrm>
            <a:custGeom>
              <a:avLst/>
              <a:gdLst/>
              <a:ahLst/>
              <a:cxnLst/>
              <a:rect l="l" t="t" r="r" b="b"/>
              <a:pathLst>
                <a:path w="1617" h="130" extrusionOk="0">
                  <a:moveTo>
                    <a:pt x="0" y="1"/>
                  </a:moveTo>
                  <a:cubicBezTo>
                    <a:pt x="248" y="40"/>
                    <a:pt x="545" y="80"/>
                    <a:pt x="793" y="129"/>
                  </a:cubicBezTo>
                  <a:lnTo>
                    <a:pt x="1200" y="129"/>
                  </a:lnTo>
                  <a:cubicBezTo>
                    <a:pt x="1329" y="129"/>
                    <a:pt x="1487" y="80"/>
                    <a:pt x="1616" y="80"/>
                  </a:cubicBezTo>
                  <a:cubicBezTo>
                    <a:pt x="1329" y="80"/>
                    <a:pt x="1081" y="40"/>
                    <a:pt x="833" y="40"/>
                  </a:cubicBezTo>
                  <a:cubicBezTo>
                    <a:pt x="545" y="1"/>
                    <a:pt x="298" y="1"/>
                    <a:pt x="0" y="1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"/>
            <p:cNvSpPr/>
            <p:nvPr/>
          </p:nvSpPr>
          <p:spPr>
            <a:xfrm>
              <a:off x="3957637" y="3655825"/>
              <a:ext cx="62467" cy="9016"/>
            </a:xfrm>
            <a:custGeom>
              <a:avLst/>
              <a:gdLst/>
              <a:ahLst/>
              <a:cxnLst/>
              <a:rect l="l" t="t" r="r" b="b"/>
              <a:pathLst>
                <a:path w="1448" h="209" extrusionOk="0">
                  <a:moveTo>
                    <a:pt x="0" y="0"/>
                  </a:moveTo>
                  <a:cubicBezTo>
                    <a:pt x="248" y="89"/>
                    <a:pt x="496" y="129"/>
                    <a:pt x="704" y="169"/>
                  </a:cubicBezTo>
                  <a:cubicBezTo>
                    <a:pt x="823" y="169"/>
                    <a:pt x="952" y="169"/>
                    <a:pt x="1071" y="208"/>
                  </a:cubicBezTo>
                  <a:cubicBezTo>
                    <a:pt x="1200" y="208"/>
                    <a:pt x="1319" y="208"/>
                    <a:pt x="1448" y="169"/>
                  </a:cubicBezTo>
                  <a:cubicBezTo>
                    <a:pt x="1200" y="129"/>
                    <a:pt x="952" y="129"/>
                    <a:pt x="744" y="89"/>
                  </a:cubicBezTo>
                  <a:cubicBezTo>
                    <a:pt x="496" y="40"/>
                    <a:pt x="248" y="0"/>
                    <a:pt x="0" y="0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"/>
            <p:cNvSpPr/>
            <p:nvPr/>
          </p:nvSpPr>
          <p:spPr>
            <a:xfrm>
              <a:off x="4133865" y="3060802"/>
              <a:ext cx="76617" cy="98014"/>
            </a:xfrm>
            <a:custGeom>
              <a:avLst/>
              <a:gdLst/>
              <a:ahLst/>
              <a:cxnLst/>
              <a:rect l="l" t="t" r="r" b="b"/>
              <a:pathLst>
                <a:path w="1776" h="2272" extrusionOk="0">
                  <a:moveTo>
                    <a:pt x="1616" y="1"/>
                  </a:moveTo>
                  <a:cubicBezTo>
                    <a:pt x="1616" y="1"/>
                    <a:pt x="992" y="1111"/>
                    <a:pt x="0" y="1240"/>
                  </a:cubicBezTo>
                  <a:lnTo>
                    <a:pt x="496" y="2271"/>
                  </a:lnTo>
                  <a:cubicBezTo>
                    <a:pt x="1656" y="1686"/>
                    <a:pt x="1775" y="536"/>
                    <a:pt x="1775" y="536"/>
                  </a:cubicBezTo>
                  <a:lnTo>
                    <a:pt x="16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"/>
            <p:cNvSpPr/>
            <p:nvPr/>
          </p:nvSpPr>
          <p:spPr>
            <a:xfrm>
              <a:off x="4082097" y="3071501"/>
              <a:ext cx="51811" cy="83476"/>
            </a:xfrm>
            <a:custGeom>
              <a:avLst/>
              <a:gdLst/>
              <a:ahLst/>
              <a:cxnLst/>
              <a:rect l="l" t="t" r="r" b="b"/>
              <a:pathLst>
                <a:path w="1201" h="1935" extrusionOk="0">
                  <a:moveTo>
                    <a:pt x="298" y="1"/>
                  </a:moveTo>
                  <a:lnTo>
                    <a:pt x="1" y="615"/>
                  </a:lnTo>
                  <a:cubicBezTo>
                    <a:pt x="90" y="1438"/>
                    <a:pt x="705" y="1934"/>
                    <a:pt x="705" y="1934"/>
                  </a:cubicBezTo>
                  <a:lnTo>
                    <a:pt x="1200" y="992"/>
                  </a:lnTo>
                  <a:cubicBezTo>
                    <a:pt x="169" y="824"/>
                    <a:pt x="298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"/>
            <p:cNvSpPr/>
            <p:nvPr/>
          </p:nvSpPr>
          <p:spPr>
            <a:xfrm>
              <a:off x="4907669" y="2994497"/>
              <a:ext cx="119368" cy="107505"/>
            </a:xfrm>
            <a:custGeom>
              <a:avLst/>
              <a:gdLst/>
              <a:ahLst/>
              <a:cxnLst/>
              <a:rect l="l" t="t" r="r" b="b"/>
              <a:pathLst>
                <a:path w="2767" h="2492" extrusionOk="0">
                  <a:moveTo>
                    <a:pt x="2429" y="1"/>
                  </a:moveTo>
                  <a:lnTo>
                    <a:pt x="159" y="209"/>
                  </a:lnTo>
                  <a:lnTo>
                    <a:pt x="0" y="1905"/>
                  </a:lnTo>
                  <a:cubicBezTo>
                    <a:pt x="0" y="1905"/>
                    <a:pt x="119" y="2361"/>
                    <a:pt x="1031" y="2480"/>
                  </a:cubicBezTo>
                  <a:cubicBezTo>
                    <a:pt x="1104" y="2488"/>
                    <a:pt x="1175" y="2492"/>
                    <a:pt x="1243" y="2492"/>
                  </a:cubicBezTo>
                  <a:cubicBezTo>
                    <a:pt x="2253" y="2492"/>
                    <a:pt x="2767" y="1657"/>
                    <a:pt x="2767" y="1657"/>
                  </a:cubicBezTo>
                  <a:lnTo>
                    <a:pt x="2429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"/>
            <p:cNvSpPr/>
            <p:nvPr/>
          </p:nvSpPr>
          <p:spPr>
            <a:xfrm>
              <a:off x="4857627" y="2879745"/>
              <a:ext cx="163846" cy="155951"/>
            </a:xfrm>
            <a:custGeom>
              <a:avLst/>
              <a:gdLst/>
              <a:ahLst/>
              <a:cxnLst/>
              <a:rect l="l" t="t" r="r" b="b"/>
              <a:pathLst>
                <a:path w="3798" h="3615" extrusionOk="0">
                  <a:moveTo>
                    <a:pt x="2072" y="0"/>
                  </a:moveTo>
                  <a:cubicBezTo>
                    <a:pt x="1422" y="0"/>
                    <a:pt x="843" y="199"/>
                    <a:pt x="664" y="767"/>
                  </a:cubicBezTo>
                  <a:cubicBezTo>
                    <a:pt x="664" y="767"/>
                    <a:pt x="0" y="2909"/>
                    <a:pt x="952" y="3454"/>
                  </a:cubicBezTo>
                  <a:cubicBezTo>
                    <a:pt x="1150" y="3568"/>
                    <a:pt x="1377" y="3614"/>
                    <a:pt x="1611" y="3614"/>
                  </a:cubicBezTo>
                  <a:cubicBezTo>
                    <a:pt x="2394" y="3614"/>
                    <a:pt x="3250" y="3100"/>
                    <a:pt x="3342" y="2909"/>
                  </a:cubicBezTo>
                  <a:cubicBezTo>
                    <a:pt x="3431" y="2621"/>
                    <a:pt x="3798" y="351"/>
                    <a:pt x="3262" y="182"/>
                  </a:cubicBezTo>
                  <a:cubicBezTo>
                    <a:pt x="2888" y="74"/>
                    <a:pt x="2467" y="0"/>
                    <a:pt x="207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"/>
            <p:cNvSpPr/>
            <p:nvPr/>
          </p:nvSpPr>
          <p:spPr>
            <a:xfrm>
              <a:off x="4911077" y="3023184"/>
              <a:ext cx="67644" cy="24849"/>
            </a:xfrm>
            <a:custGeom>
              <a:avLst/>
              <a:gdLst/>
              <a:ahLst/>
              <a:cxnLst/>
              <a:rect l="l" t="t" r="r" b="b"/>
              <a:pathLst>
                <a:path w="1568" h="576" fill="none" extrusionOk="0">
                  <a:moveTo>
                    <a:pt x="0" y="328"/>
                  </a:moveTo>
                  <a:cubicBezTo>
                    <a:pt x="0" y="328"/>
                    <a:pt x="913" y="575"/>
                    <a:pt x="1567" y="0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"/>
            <p:cNvSpPr/>
            <p:nvPr/>
          </p:nvSpPr>
          <p:spPr>
            <a:xfrm>
              <a:off x="4864011" y="2833370"/>
              <a:ext cx="175450" cy="175752"/>
            </a:xfrm>
            <a:custGeom>
              <a:avLst/>
              <a:gdLst/>
              <a:ahLst/>
              <a:cxnLst/>
              <a:rect l="l" t="t" r="r" b="b"/>
              <a:pathLst>
                <a:path w="4067" h="4074" extrusionOk="0">
                  <a:moveTo>
                    <a:pt x="688" y="0"/>
                  </a:moveTo>
                  <a:cubicBezTo>
                    <a:pt x="292" y="0"/>
                    <a:pt x="1" y="171"/>
                    <a:pt x="60" y="682"/>
                  </a:cubicBezTo>
                  <a:cubicBezTo>
                    <a:pt x="100" y="1059"/>
                    <a:pt x="60" y="1426"/>
                    <a:pt x="348" y="1634"/>
                  </a:cubicBezTo>
                  <a:cubicBezTo>
                    <a:pt x="516" y="1802"/>
                    <a:pt x="715" y="1961"/>
                    <a:pt x="1171" y="2050"/>
                  </a:cubicBezTo>
                  <a:cubicBezTo>
                    <a:pt x="1706" y="2130"/>
                    <a:pt x="2083" y="2050"/>
                    <a:pt x="2618" y="2169"/>
                  </a:cubicBezTo>
                  <a:cubicBezTo>
                    <a:pt x="2331" y="2546"/>
                    <a:pt x="2410" y="3240"/>
                    <a:pt x="2539" y="3329"/>
                  </a:cubicBezTo>
                  <a:cubicBezTo>
                    <a:pt x="2539" y="3369"/>
                    <a:pt x="2579" y="3409"/>
                    <a:pt x="2618" y="3409"/>
                  </a:cubicBezTo>
                  <a:cubicBezTo>
                    <a:pt x="2698" y="3409"/>
                    <a:pt x="2787" y="3329"/>
                    <a:pt x="2906" y="3290"/>
                  </a:cubicBezTo>
                  <a:lnTo>
                    <a:pt x="2906" y="3290"/>
                  </a:lnTo>
                  <a:cubicBezTo>
                    <a:pt x="2866" y="3448"/>
                    <a:pt x="2866" y="3577"/>
                    <a:pt x="2866" y="3736"/>
                  </a:cubicBezTo>
                  <a:cubicBezTo>
                    <a:pt x="2866" y="3865"/>
                    <a:pt x="2906" y="3944"/>
                    <a:pt x="2995" y="4033"/>
                  </a:cubicBezTo>
                  <a:cubicBezTo>
                    <a:pt x="3075" y="4073"/>
                    <a:pt x="3194" y="4073"/>
                    <a:pt x="3283" y="4073"/>
                  </a:cubicBezTo>
                  <a:cubicBezTo>
                    <a:pt x="3818" y="4033"/>
                    <a:pt x="3897" y="3240"/>
                    <a:pt x="3937" y="2873"/>
                  </a:cubicBezTo>
                  <a:cubicBezTo>
                    <a:pt x="4026" y="2497"/>
                    <a:pt x="4066" y="2169"/>
                    <a:pt x="4066" y="1802"/>
                  </a:cubicBezTo>
                  <a:cubicBezTo>
                    <a:pt x="4066" y="1594"/>
                    <a:pt x="4066" y="1386"/>
                    <a:pt x="3987" y="1217"/>
                  </a:cubicBezTo>
                  <a:cubicBezTo>
                    <a:pt x="3858" y="1009"/>
                    <a:pt x="3689" y="851"/>
                    <a:pt x="3531" y="722"/>
                  </a:cubicBezTo>
                  <a:cubicBezTo>
                    <a:pt x="3322" y="603"/>
                    <a:pt x="2331" y="563"/>
                    <a:pt x="2123" y="434"/>
                  </a:cubicBezTo>
                  <a:cubicBezTo>
                    <a:pt x="1764" y="236"/>
                    <a:pt x="1153" y="0"/>
                    <a:pt x="68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"/>
            <p:cNvSpPr/>
            <p:nvPr/>
          </p:nvSpPr>
          <p:spPr>
            <a:xfrm>
              <a:off x="4975227" y="2957655"/>
              <a:ext cx="37100" cy="47756"/>
            </a:xfrm>
            <a:custGeom>
              <a:avLst/>
              <a:gdLst/>
              <a:ahLst/>
              <a:cxnLst/>
              <a:rect l="l" t="t" r="r" b="b"/>
              <a:pathLst>
                <a:path w="860" h="1107" extrusionOk="0">
                  <a:moveTo>
                    <a:pt x="515" y="1"/>
                  </a:moveTo>
                  <a:cubicBezTo>
                    <a:pt x="372" y="1"/>
                    <a:pt x="274" y="197"/>
                    <a:pt x="209" y="359"/>
                  </a:cubicBezTo>
                  <a:lnTo>
                    <a:pt x="1" y="736"/>
                  </a:lnTo>
                  <a:cubicBezTo>
                    <a:pt x="80" y="905"/>
                    <a:pt x="169" y="1063"/>
                    <a:pt x="328" y="1103"/>
                  </a:cubicBezTo>
                  <a:cubicBezTo>
                    <a:pt x="342" y="1105"/>
                    <a:pt x="357" y="1106"/>
                    <a:pt x="371" y="1106"/>
                  </a:cubicBezTo>
                  <a:cubicBezTo>
                    <a:pt x="682" y="1106"/>
                    <a:pt x="860" y="595"/>
                    <a:pt x="784" y="320"/>
                  </a:cubicBezTo>
                  <a:cubicBezTo>
                    <a:pt x="744" y="201"/>
                    <a:pt x="705" y="111"/>
                    <a:pt x="616" y="32"/>
                  </a:cubicBezTo>
                  <a:cubicBezTo>
                    <a:pt x="580" y="11"/>
                    <a:pt x="546" y="1"/>
                    <a:pt x="515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"/>
            <p:cNvSpPr/>
            <p:nvPr/>
          </p:nvSpPr>
          <p:spPr>
            <a:xfrm>
              <a:off x="4889680" y="2946612"/>
              <a:ext cx="18033" cy="39387"/>
            </a:xfrm>
            <a:custGeom>
              <a:avLst/>
              <a:gdLst/>
              <a:ahLst/>
              <a:cxnLst/>
              <a:rect l="l" t="t" r="r" b="b"/>
              <a:pathLst>
                <a:path w="418" h="913" fill="none" extrusionOk="0">
                  <a:moveTo>
                    <a:pt x="368" y="0"/>
                  </a:moveTo>
                  <a:cubicBezTo>
                    <a:pt x="368" y="0"/>
                    <a:pt x="1" y="576"/>
                    <a:pt x="40" y="744"/>
                  </a:cubicBezTo>
                  <a:cubicBezTo>
                    <a:pt x="80" y="913"/>
                    <a:pt x="417" y="823"/>
                    <a:pt x="417" y="823"/>
                  </a:cubicBezTo>
                </a:path>
              </a:pathLst>
            </a:custGeom>
            <a:noFill/>
            <a:ln w="9525" cap="flat" cmpd="sng">
              <a:solidFill>
                <a:srgbClr val="F5A795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"/>
            <p:cNvSpPr/>
            <p:nvPr/>
          </p:nvSpPr>
          <p:spPr>
            <a:xfrm>
              <a:off x="4886272" y="2994497"/>
              <a:ext cx="38955" cy="23598"/>
            </a:xfrm>
            <a:custGeom>
              <a:avLst/>
              <a:gdLst/>
              <a:ahLst/>
              <a:cxnLst/>
              <a:rect l="l" t="t" r="r" b="b"/>
              <a:pathLst>
                <a:path w="903" h="547" extrusionOk="0">
                  <a:moveTo>
                    <a:pt x="0" y="1"/>
                  </a:moveTo>
                  <a:cubicBezTo>
                    <a:pt x="0" y="1"/>
                    <a:pt x="40" y="546"/>
                    <a:pt x="496" y="546"/>
                  </a:cubicBezTo>
                  <a:cubicBezTo>
                    <a:pt x="903" y="546"/>
                    <a:pt x="903" y="51"/>
                    <a:pt x="903" y="5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"/>
            <p:cNvSpPr/>
            <p:nvPr/>
          </p:nvSpPr>
          <p:spPr>
            <a:xfrm>
              <a:off x="4884934" y="2937380"/>
              <a:ext cx="7506" cy="11130"/>
            </a:xfrm>
            <a:custGeom>
              <a:avLst/>
              <a:gdLst/>
              <a:ahLst/>
              <a:cxnLst/>
              <a:rect l="l" t="t" r="r" b="b"/>
              <a:pathLst>
                <a:path w="174" h="258" extrusionOk="0">
                  <a:moveTo>
                    <a:pt x="114" y="0"/>
                  </a:moveTo>
                  <a:cubicBezTo>
                    <a:pt x="92" y="0"/>
                    <a:pt x="71" y="12"/>
                    <a:pt x="71" y="46"/>
                  </a:cubicBezTo>
                  <a:cubicBezTo>
                    <a:pt x="31" y="86"/>
                    <a:pt x="31" y="135"/>
                    <a:pt x="31" y="175"/>
                  </a:cubicBezTo>
                  <a:cubicBezTo>
                    <a:pt x="1" y="224"/>
                    <a:pt x="38" y="258"/>
                    <a:pt x="81" y="258"/>
                  </a:cubicBezTo>
                  <a:cubicBezTo>
                    <a:pt x="107" y="258"/>
                    <a:pt x="135" y="245"/>
                    <a:pt x="150" y="214"/>
                  </a:cubicBezTo>
                  <a:lnTo>
                    <a:pt x="150" y="46"/>
                  </a:lnTo>
                  <a:cubicBezTo>
                    <a:pt x="173" y="23"/>
                    <a:pt x="143" y="0"/>
                    <a:pt x="11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"/>
            <p:cNvSpPr/>
            <p:nvPr/>
          </p:nvSpPr>
          <p:spPr>
            <a:xfrm>
              <a:off x="4884115" y="2917967"/>
              <a:ext cx="18033" cy="9016"/>
            </a:xfrm>
            <a:custGeom>
              <a:avLst/>
              <a:gdLst/>
              <a:ahLst/>
              <a:cxnLst/>
              <a:rect l="l" t="t" r="r" b="b"/>
              <a:pathLst>
                <a:path w="418" h="209" fill="none" extrusionOk="0">
                  <a:moveTo>
                    <a:pt x="417" y="208"/>
                  </a:moveTo>
                  <a:cubicBezTo>
                    <a:pt x="417" y="208"/>
                    <a:pt x="249" y="0"/>
                    <a:pt x="1" y="20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"/>
            <p:cNvSpPr/>
            <p:nvPr/>
          </p:nvSpPr>
          <p:spPr>
            <a:xfrm>
              <a:off x="4936530" y="2948035"/>
              <a:ext cx="6687" cy="11173"/>
            </a:xfrm>
            <a:custGeom>
              <a:avLst/>
              <a:gdLst/>
              <a:ahLst/>
              <a:cxnLst/>
              <a:rect l="l" t="t" r="r" b="b"/>
              <a:pathLst>
                <a:path w="155" h="259" extrusionOk="0">
                  <a:moveTo>
                    <a:pt x="105" y="1"/>
                  </a:moveTo>
                  <a:cubicBezTo>
                    <a:pt x="89" y="1"/>
                    <a:pt x="75" y="13"/>
                    <a:pt x="75" y="47"/>
                  </a:cubicBezTo>
                  <a:cubicBezTo>
                    <a:pt x="25" y="86"/>
                    <a:pt x="25" y="136"/>
                    <a:pt x="25" y="176"/>
                  </a:cubicBezTo>
                  <a:cubicBezTo>
                    <a:pt x="1" y="225"/>
                    <a:pt x="41" y="259"/>
                    <a:pt x="84" y="259"/>
                  </a:cubicBezTo>
                  <a:cubicBezTo>
                    <a:pt x="111" y="259"/>
                    <a:pt x="139" y="246"/>
                    <a:pt x="154" y="215"/>
                  </a:cubicBezTo>
                  <a:lnTo>
                    <a:pt x="154" y="47"/>
                  </a:lnTo>
                  <a:cubicBezTo>
                    <a:pt x="154" y="24"/>
                    <a:pt x="128" y="1"/>
                    <a:pt x="105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"/>
            <p:cNvSpPr/>
            <p:nvPr/>
          </p:nvSpPr>
          <p:spPr>
            <a:xfrm>
              <a:off x="4935883" y="2928666"/>
              <a:ext cx="23123" cy="12424"/>
            </a:xfrm>
            <a:custGeom>
              <a:avLst/>
              <a:gdLst/>
              <a:ahLst/>
              <a:cxnLst/>
              <a:rect l="l" t="t" r="r" b="b"/>
              <a:pathLst>
                <a:path w="536" h="288" fill="none" extrusionOk="0">
                  <a:moveTo>
                    <a:pt x="1" y="89"/>
                  </a:moveTo>
                  <a:cubicBezTo>
                    <a:pt x="1" y="89"/>
                    <a:pt x="248" y="0"/>
                    <a:pt x="536" y="288"/>
                  </a:cubicBezTo>
                </a:path>
              </a:pathLst>
            </a:custGeom>
            <a:noFill/>
            <a:ln w="9525" cap="rnd" cmpd="sng">
              <a:solidFill>
                <a:srgbClr val="2122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"/>
            <p:cNvSpPr/>
            <p:nvPr/>
          </p:nvSpPr>
          <p:spPr>
            <a:xfrm>
              <a:off x="4985925" y="4404339"/>
              <a:ext cx="313585" cy="413324"/>
            </a:xfrm>
            <a:custGeom>
              <a:avLst/>
              <a:gdLst/>
              <a:ahLst/>
              <a:cxnLst/>
              <a:rect l="l" t="t" r="r" b="b"/>
              <a:pathLst>
                <a:path w="7269" h="9581" extrusionOk="0">
                  <a:moveTo>
                    <a:pt x="2688" y="1"/>
                  </a:moveTo>
                  <a:lnTo>
                    <a:pt x="1" y="2767"/>
                  </a:lnTo>
                  <a:lnTo>
                    <a:pt x="3640" y="6367"/>
                  </a:lnTo>
                  <a:lnTo>
                    <a:pt x="2975" y="9212"/>
                  </a:lnTo>
                  <a:cubicBezTo>
                    <a:pt x="2936" y="9341"/>
                    <a:pt x="2975" y="9460"/>
                    <a:pt x="3055" y="9510"/>
                  </a:cubicBezTo>
                  <a:cubicBezTo>
                    <a:pt x="3108" y="9559"/>
                    <a:pt x="3166" y="9581"/>
                    <a:pt x="3222" y="9581"/>
                  </a:cubicBezTo>
                  <a:cubicBezTo>
                    <a:pt x="3302" y="9581"/>
                    <a:pt x="3379" y="9536"/>
                    <a:pt x="3431" y="9460"/>
                  </a:cubicBezTo>
                  <a:lnTo>
                    <a:pt x="7269" y="4631"/>
                  </a:lnTo>
                  <a:lnTo>
                    <a:pt x="5989" y="3679"/>
                  </a:lnTo>
                  <a:lnTo>
                    <a:pt x="2688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"/>
            <p:cNvSpPr/>
            <p:nvPr/>
          </p:nvSpPr>
          <p:spPr>
            <a:xfrm>
              <a:off x="5108702" y="4561324"/>
              <a:ext cx="219453" cy="286148"/>
            </a:xfrm>
            <a:custGeom>
              <a:avLst/>
              <a:gdLst/>
              <a:ahLst/>
              <a:cxnLst/>
              <a:rect l="l" t="t" r="r" b="b"/>
              <a:pathLst>
                <a:path w="5087" h="6633" extrusionOk="0">
                  <a:moveTo>
                    <a:pt x="3143" y="1"/>
                  </a:moveTo>
                  <a:cubicBezTo>
                    <a:pt x="3143" y="1"/>
                    <a:pt x="2281" y="1855"/>
                    <a:pt x="794" y="2728"/>
                  </a:cubicBezTo>
                  <a:lnTo>
                    <a:pt x="0" y="5702"/>
                  </a:lnTo>
                  <a:cubicBezTo>
                    <a:pt x="0" y="5821"/>
                    <a:pt x="90" y="6029"/>
                    <a:pt x="209" y="6238"/>
                  </a:cubicBezTo>
                  <a:cubicBezTo>
                    <a:pt x="209" y="6238"/>
                    <a:pt x="604" y="6633"/>
                    <a:pt x="752" y="6633"/>
                  </a:cubicBezTo>
                  <a:cubicBezTo>
                    <a:pt x="770" y="6633"/>
                    <a:pt x="784" y="6627"/>
                    <a:pt x="794" y="6614"/>
                  </a:cubicBezTo>
                  <a:lnTo>
                    <a:pt x="5047" y="1201"/>
                  </a:lnTo>
                  <a:cubicBezTo>
                    <a:pt x="5087" y="1161"/>
                    <a:pt x="5087" y="1072"/>
                    <a:pt x="5047" y="1032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"/>
            <p:cNvSpPr/>
            <p:nvPr/>
          </p:nvSpPr>
          <p:spPr>
            <a:xfrm>
              <a:off x="5130100" y="4702045"/>
              <a:ext cx="34253" cy="5608"/>
            </a:xfrm>
            <a:custGeom>
              <a:avLst/>
              <a:gdLst/>
              <a:ahLst/>
              <a:cxnLst/>
              <a:rect l="l" t="t" r="r" b="b"/>
              <a:pathLst>
                <a:path w="794" h="130" fill="none" extrusionOk="0">
                  <a:moveTo>
                    <a:pt x="0" y="1"/>
                  </a:moveTo>
                  <a:cubicBezTo>
                    <a:pt x="298" y="1"/>
                    <a:pt x="545" y="41"/>
                    <a:pt x="793" y="130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"/>
            <p:cNvSpPr/>
            <p:nvPr/>
          </p:nvSpPr>
          <p:spPr>
            <a:xfrm>
              <a:off x="5128374" y="4720034"/>
              <a:ext cx="28688" cy="3451"/>
            </a:xfrm>
            <a:custGeom>
              <a:avLst/>
              <a:gdLst/>
              <a:ahLst/>
              <a:cxnLst/>
              <a:rect l="l" t="t" r="r" b="b"/>
              <a:pathLst>
                <a:path w="665" h="80" fill="none" extrusionOk="0">
                  <a:moveTo>
                    <a:pt x="0" y="0"/>
                  </a:moveTo>
                  <a:cubicBezTo>
                    <a:pt x="288" y="0"/>
                    <a:pt x="457" y="40"/>
                    <a:pt x="665" y="80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"/>
            <p:cNvSpPr/>
            <p:nvPr/>
          </p:nvSpPr>
          <p:spPr>
            <a:xfrm>
              <a:off x="5126649" y="4734140"/>
              <a:ext cx="24849" cy="3451"/>
            </a:xfrm>
            <a:custGeom>
              <a:avLst/>
              <a:gdLst/>
              <a:ahLst/>
              <a:cxnLst/>
              <a:rect l="l" t="t" r="r" b="b"/>
              <a:pathLst>
                <a:path w="576" h="80" fill="none" extrusionOk="0">
                  <a:moveTo>
                    <a:pt x="1" y="1"/>
                  </a:moveTo>
                  <a:cubicBezTo>
                    <a:pt x="169" y="1"/>
                    <a:pt x="417" y="40"/>
                    <a:pt x="576" y="80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"/>
            <p:cNvSpPr/>
            <p:nvPr/>
          </p:nvSpPr>
          <p:spPr>
            <a:xfrm>
              <a:off x="5124966" y="4596827"/>
              <a:ext cx="189083" cy="239168"/>
            </a:xfrm>
            <a:custGeom>
              <a:avLst/>
              <a:gdLst/>
              <a:ahLst/>
              <a:cxnLst/>
              <a:rect l="l" t="t" r="r" b="b"/>
              <a:pathLst>
                <a:path w="4383" h="5544" fill="none" extrusionOk="0">
                  <a:moveTo>
                    <a:pt x="4383" y="1"/>
                  </a:moveTo>
                  <a:lnTo>
                    <a:pt x="0" y="5543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"/>
            <p:cNvSpPr/>
            <p:nvPr/>
          </p:nvSpPr>
          <p:spPr>
            <a:xfrm>
              <a:off x="5230185" y="4575473"/>
              <a:ext cx="42795" cy="89429"/>
            </a:xfrm>
            <a:custGeom>
              <a:avLst/>
              <a:gdLst/>
              <a:ahLst/>
              <a:cxnLst/>
              <a:rect l="l" t="t" r="r" b="b"/>
              <a:pathLst>
                <a:path w="992" h="2073" fill="none" extrusionOk="0">
                  <a:moveTo>
                    <a:pt x="992" y="0"/>
                  </a:moveTo>
                  <a:cubicBezTo>
                    <a:pt x="992" y="0"/>
                    <a:pt x="0" y="1368"/>
                    <a:pt x="704" y="2072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"/>
            <p:cNvSpPr/>
            <p:nvPr/>
          </p:nvSpPr>
          <p:spPr>
            <a:xfrm>
              <a:off x="5115950" y="4780343"/>
              <a:ext cx="48403" cy="7334"/>
            </a:xfrm>
            <a:custGeom>
              <a:avLst/>
              <a:gdLst/>
              <a:ahLst/>
              <a:cxnLst/>
              <a:rect l="l" t="t" r="r" b="b"/>
              <a:pathLst>
                <a:path w="1122" h="170" fill="none" extrusionOk="0">
                  <a:moveTo>
                    <a:pt x="1" y="0"/>
                  </a:moveTo>
                  <a:cubicBezTo>
                    <a:pt x="1" y="0"/>
                    <a:pt x="784" y="50"/>
                    <a:pt x="1121" y="169"/>
                  </a:cubicBezTo>
                </a:path>
              </a:pathLst>
            </a:custGeom>
            <a:noFill/>
            <a:ln w="9525" cap="flat" cmpd="sng">
              <a:solidFill>
                <a:srgbClr val="941D34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"/>
            <p:cNvSpPr/>
            <p:nvPr/>
          </p:nvSpPr>
          <p:spPr>
            <a:xfrm>
              <a:off x="4648872" y="3668206"/>
              <a:ext cx="543693" cy="987733"/>
            </a:xfrm>
            <a:custGeom>
              <a:avLst/>
              <a:gdLst/>
              <a:ahLst/>
              <a:cxnLst/>
              <a:rect l="l" t="t" r="r" b="b"/>
              <a:pathLst>
                <a:path w="12603" h="22896" extrusionOk="0">
                  <a:moveTo>
                    <a:pt x="3064" y="1"/>
                  </a:moveTo>
                  <a:cubicBezTo>
                    <a:pt x="3064" y="1"/>
                    <a:pt x="0" y="9589"/>
                    <a:pt x="665" y="12980"/>
                  </a:cubicBezTo>
                  <a:cubicBezTo>
                    <a:pt x="952" y="14546"/>
                    <a:pt x="2727" y="16113"/>
                    <a:pt x="4631" y="17898"/>
                  </a:cubicBezTo>
                  <a:cubicBezTo>
                    <a:pt x="7278" y="20377"/>
                    <a:pt x="10164" y="22895"/>
                    <a:pt x="10164" y="22895"/>
                  </a:cubicBezTo>
                  <a:lnTo>
                    <a:pt x="12603" y="18552"/>
                  </a:lnTo>
                  <a:cubicBezTo>
                    <a:pt x="12603" y="18552"/>
                    <a:pt x="6693" y="12851"/>
                    <a:pt x="6693" y="11651"/>
                  </a:cubicBezTo>
                  <a:cubicBezTo>
                    <a:pt x="6693" y="9837"/>
                    <a:pt x="9797" y="377"/>
                    <a:pt x="9797" y="377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"/>
            <p:cNvSpPr/>
            <p:nvPr/>
          </p:nvSpPr>
          <p:spPr>
            <a:xfrm>
              <a:off x="4894813" y="3878641"/>
              <a:ext cx="276355" cy="600638"/>
            </a:xfrm>
            <a:custGeom>
              <a:avLst/>
              <a:gdLst/>
              <a:ahLst/>
              <a:cxnLst/>
              <a:rect l="l" t="t" r="r" b="b"/>
              <a:pathLst>
                <a:path w="6406" h="13923" fill="none" extrusionOk="0">
                  <a:moveTo>
                    <a:pt x="2152" y="1"/>
                  </a:moveTo>
                  <a:cubicBezTo>
                    <a:pt x="2152" y="1"/>
                    <a:pt x="1" y="5742"/>
                    <a:pt x="249" y="6942"/>
                  </a:cubicBezTo>
                  <a:cubicBezTo>
                    <a:pt x="496" y="8102"/>
                    <a:pt x="6406" y="13922"/>
                    <a:pt x="6406" y="13922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"/>
            <p:cNvSpPr/>
            <p:nvPr/>
          </p:nvSpPr>
          <p:spPr>
            <a:xfrm>
              <a:off x="4926910" y="4587854"/>
              <a:ext cx="278080" cy="303317"/>
            </a:xfrm>
            <a:custGeom>
              <a:avLst/>
              <a:gdLst/>
              <a:ahLst/>
              <a:cxnLst/>
              <a:rect l="l" t="t" r="r" b="b"/>
              <a:pathLst>
                <a:path w="6446" h="7031" extrusionOk="0">
                  <a:moveTo>
                    <a:pt x="2281" y="1"/>
                  </a:moveTo>
                  <a:lnTo>
                    <a:pt x="2856" y="5256"/>
                  </a:lnTo>
                  <a:lnTo>
                    <a:pt x="169" y="6446"/>
                  </a:lnTo>
                  <a:cubicBezTo>
                    <a:pt x="5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48" y="6991"/>
                  </a:cubicBezTo>
                  <a:lnTo>
                    <a:pt x="6445" y="7031"/>
                  </a:lnTo>
                  <a:lnTo>
                    <a:pt x="6406" y="5454"/>
                  </a:lnTo>
                  <a:lnTo>
                    <a:pt x="6078" y="417"/>
                  </a:lnTo>
                  <a:lnTo>
                    <a:pt x="2281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"/>
            <p:cNvSpPr/>
            <p:nvPr/>
          </p:nvSpPr>
          <p:spPr>
            <a:xfrm>
              <a:off x="4911077" y="4814553"/>
              <a:ext cx="308451" cy="103148"/>
            </a:xfrm>
            <a:custGeom>
              <a:avLst/>
              <a:gdLst/>
              <a:ahLst/>
              <a:cxnLst/>
              <a:rect l="l" t="t" r="r" b="b"/>
              <a:pathLst>
                <a:path w="7150" h="2391" extrusionOk="0">
                  <a:moveTo>
                    <a:pt x="3223" y="1"/>
                  </a:moveTo>
                  <a:lnTo>
                    <a:pt x="367" y="1191"/>
                  </a:lnTo>
                  <a:cubicBezTo>
                    <a:pt x="248" y="1240"/>
                    <a:pt x="169" y="1488"/>
                    <a:pt x="80" y="1647"/>
                  </a:cubicBezTo>
                  <a:cubicBezTo>
                    <a:pt x="80" y="1686"/>
                    <a:pt x="0" y="2390"/>
                    <a:pt x="119" y="2390"/>
                  </a:cubicBezTo>
                  <a:lnTo>
                    <a:pt x="7021" y="2390"/>
                  </a:lnTo>
                  <a:cubicBezTo>
                    <a:pt x="7110" y="2390"/>
                    <a:pt x="7149" y="2311"/>
                    <a:pt x="714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"/>
            <p:cNvSpPr/>
            <p:nvPr/>
          </p:nvSpPr>
          <p:spPr>
            <a:xfrm>
              <a:off x="5023155" y="4818004"/>
              <a:ext cx="17989" cy="30371"/>
            </a:xfrm>
            <a:custGeom>
              <a:avLst/>
              <a:gdLst/>
              <a:ahLst/>
              <a:cxnLst/>
              <a:rect l="l" t="t" r="r" b="b"/>
              <a:pathLst>
                <a:path w="417" h="704" fill="none" extrusionOk="0">
                  <a:moveTo>
                    <a:pt x="0" y="0"/>
                  </a:moveTo>
                  <a:cubicBezTo>
                    <a:pt x="169" y="208"/>
                    <a:pt x="298" y="456"/>
                    <a:pt x="417" y="704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"/>
            <p:cNvSpPr/>
            <p:nvPr/>
          </p:nvSpPr>
          <p:spPr>
            <a:xfrm>
              <a:off x="5007323" y="4828659"/>
              <a:ext cx="14150" cy="23166"/>
            </a:xfrm>
            <a:custGeom>
              <a:avLst/>
              <a:gdLst/>
              <a:ahLst/>
              <a:cxnLst/>
              <a:rect l="l" t="t" r="r" b="b"/>
              <a:pathLst>
                <a:path w="328" h="537" fill="none" extrusionOk="0">
                  <a:moveTo>
                    <a:pt x="0" y="1"/>
                  </a:moveTo>
                  <a:cubicBezTo>
                    <a:pt x="169" y="209"/>
                    <a:pt x="248" y="328"/>
                    <a:pt x="328" y="536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"/>
            <p:cNvSpPr/>
            <p:nvPr/>
          </p:nvSpPr>
          <p:spPr>
            <a:xfrm>
              <a:off x="4994899" y="4833793"/>
              <a:ext cx="14193" cy="23598"/>
            </a:xfrm>
            <a:custGeom>
              <a:avLst/>
              <a:gdLst/>
              <a:ahLst/>
              <a:cxnLst/>
              <a:rect l="l" t="t" r="r" b="b"/>
              <a:pathLst>
                <a:path w="329" h="547" fill="none" extrusionOk="0">
                  <a:moveTo>
                    <a:pt x="1" y="1"/>
                  </a:moveTo>
                  <a:cubicBezTo>
                    <a:pt x="120" y="169"/>
                    <a:pt x="209" y="378"/>
                    <a:pt x="328" y="546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"/>
            <p:cNvSpPr/>
            <p:nvPr/>
          </p:nvSpPr>
          <p:spPr>
            <a:xfrm>
              <a:off x="4912803" y="4896259"/>
              <a:ext cx="305000" cy="1769"/>
            </a:xfrm>
            <a:custGeom>
              <a:avLst/>
              <a:gdLst/>
              <a:ahLst/>
              <a:cxnLst/>
              <a:rect l="l" t="t" r="r" b="b"/>
              <a:pathLst>
                <a:path w="7070" h="41" fill="none" extrusionOk="0">
                  <a:moveTo>
                    <a:pt x="7070" y="40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"/>
            <p:cNvSpPr/>
            <p:nvPr/>
          </p:nvSpPr>
          <p:spPr>
            <a:xfrm>
              <a:off x="5132214" y="4851782"/>
              <a:ext cx="78342" cy="44520"/>
            </a:xfrm>
            <a:custGeom>
              <a:avLst/>
              <a:gdLst/>
              <a:ahLst/>
              <a:cxnLst/>
              <a:rect l="l" t="t" r="r" b="b"/>
              <a:pathLst>
                <a:path w="1816" h="1032" fill="none" extrusionOk="0">
                  <a:moveTo>
                    <a:pt x="1815" y="0"/>
                  </a:moveTo>
                  <a:cubicBezTo>
                    <a:pt x="1815" y="0"/>
                    <a:pt x="120" y="40"/>
                    <a:pt x="1" y="1032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"/>
            <p:cNvSpPr/>
            <p:nvPr/>
          </p:nvSpPr>
          <p:spPr>
            <a:xfrm>
              <a:off x="4952147" y="4855190"/>
              <a:ext cx="24849" cy="41112"/>
            </a:xfrm>
            <a:custGeom>
              <a:avLst/>
              <a:gdLst/>
              <a:ahLst/>
              <a:cxnLst/>
              <a:rect l="l" t="t" r="r" b="b"/>
              <a:pathLst>
                <a:path w="576" h="953" fill="none" extrusionOk="0">
                  <a:moveTo>
                    <a:pt x="0" y="1"/>
                  </a:moveTo>
                  <a:cubicBezTo>
                    <a:pt x="0" y="1"/>
                    <a:pt x="456" y="665"/>
                    <a:pt x="575" y="953"/>
                  </a:cubicBez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"/>
            <p:cNvSpPr/>
            <p:nvPr/>
          </p:nvSpPr>
          <p:spPr>
            <a:xfrm>
              <a:off x="4761381" y="3696851"/>
              <a:ext cx="76574" cy="53537"/>
            </a:xfrm>
            <a:custGeom>
              <a:avLst/>
              <a:gdLst/>
              <a:ahLst/>
              <a:cxnLst/>
              <a:rect l="l" t="t" r="r" b="b"/>
              <a:pathLst>
                <a:path w="1775" h="1241" fill="none" extrusionOk="0">
                  <a:moveTo>
                    <a:pt x="1775" y="1"/>
                  </a:moveTo>
                  <a:cubicBezTo>
                    <a:pt x="1656" y="1240"/>
                    <a:pt x="0" y="1201"/>
                    <a:pt x="0" y="1201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"/>
            <p:cNvSpPr/>
            <p:nvPr/>
          </p:nvSpPr>
          <p:spPr>
            <a:xfrm>
              <a:off x="4935883" y="3657508"/>
              <a:ext cx="297752" cy="1130182"/>
            </a:xfrm>
            <a:custGeom>
              <a:avLst/>
              <a:gdLst/>
              <a:ahLst/>
              <a:cxnLst/>
              <a:rect l="l" t="t" r="r" b="b"/>
              <a:pathLst>
                <a:path w="6902" h="26198" extrusionOk="0">
                  <a:moveTo>
                    <a:pt x="6654" y="1"/>
                  </a:moveTo>
                  <a:lnTo>
                    <a:pt x="40" y="249"/>
                  </a:lnTo>
                  <a:cubicBezTo>
                    <a:pt x="1" y="4800"/>
                    <a:pt x="1577" y="26157"/>
                    <a:pt x="1577" y="26157"/>
                  </a:cubicBezTo>
                  <a:lnTo>
                    <a:pt x="6902" y="26197"/>
                  </a:lnTo>
                  <a:lnTo>
                    <a:pt x="6485" y="3600"/>
                  </a:lnTo>
                  <a:cubicBezTo>
                    <a:pt x="6485" y="3521"/>
                    <a:pt x="6535" y="3471"/>
                    <a:pt x="6535" y="3392"/>
                  </a:cubicBezTo>
                  <a:cubicBezTo>
                    <a:pt x="6614" y="3065"/>
                    <a:pt x="6862" y="1736"/>
                    <a:pt x="6654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"/>
            <p:cNvSpPr/>
            <p:nvPr/>
          </p:nvSpPr>
          <p:spPr>
            <a:xfrm>
              <a:off x="5180142" y="3673771"/>
              <a:ext cx="28688" cy="1113918"/>
            </a:xfrm>
            <a:custGeom>
              <a:avLst/>
              <a:gdLst/>
              <a:ahLst/>
              <a:cxnLst/>
              <a:rect l="l" t="t" r="r" b="b"/>
              <a:pathLst>
                <a:path w="665" h="25821" fill="none" extrusionOk="0">
                  <a:moveTo>
                    <a:pt x="208" y="1"/>
                  </a:moveTo>
                  <a:cubicBezTo>
                    <a:pt x="288" y="1527"/>
                    <a:pt x="0" y="2192"/>
                    <a:pt x="40" y="3094"/>
                  </a:cubicBezTo>
                  <a:cubicBezTo>
                    <a:pt x="665" y="14051"/>
                    <a:pt x="575" y="25820"/>
                    <a:pt x="575" y="25820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"/>
            <p:cNvSpPr/>
            <p:nvPr/>
          </p:nvSpPr>
          <p:spPr>
            <a:xfrm>
              <a:off x="4937608" y="3686195"/>
              <a:ext cx="50086" cy="880315"/>
            </a:xfrm>
            <a:custGeom>
              <a:avLst/>
              <a:gdLst/>
              <a:ahLst/>
              <a:cxnLst/>
              <a:rect l="l" t="t" r="r" b="b"/>
              <a:pathLst>
                <a:path w="1161" h="20406" fill="none" extrusionOk="0">
                  <a:moveTo>
                    <a:pt x="0" y="0"/>
                  </a:moveTo>
                  <a:cubicBezTo>
                    <a:pt x="169" y="5533"/>
                    <a:pt x="1160" y="20406"/>
                    <a:pt x="1160" y="20406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"/>
            <p:cNvSpPr/>
            <p:nvPr/>
          </p:nvSpPr>
          <p:spPr>
            <a:xfrm>
              <a:off x="5069790" y="3696851"/>
              <a:ext cx="110395" cy="73209"/>
            </a:xfrm>
            <a:custGeom>
              <a:avLst/>
              <a:gdLst/>
              <a:ahLst/>
              <a:cxnLst/>
              <a:rect l="l" t="t" r="r" b="b"/>
              <a:pathLst>
                <a:path w="2559" h="1697" fill="none" extrusionOk="0">
                  <a:moveTo>
                    <a:pt x="0" y="1"/>
                  </a:moveTo>
                  <a:cubicBezTo>
                    <a:pt x="456" y="1369"/>
                    <a:pt x="2558" y="1696"/>
                    <a:pt x="2558" y="1696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"/>
            <p:cNvSpPr/>
            <p:nvPr/>
          </p:nvSpPr>
          <p:spPr>
            <a:xfrm>
              <a:off x="4905512" y="3696851"/>
              <a:ext cx="35979" cy="117686"/>
            </a:xfrm>
            <a:custGeom>
              <a:avLst/>
              <a:gdLst/>
              <a:ahLst/>
              <a:cxnLst/>
              <a:rect l="l" t="t" r="r" b="b"/>
              <a:pathLst>
                <a:path w="834" h="2728" fill="none" extrusionOk="0">
                  <a:moveTo>
                    <a:pt x="129" y="1"/>
                  </a:moveTo>
                  <a:cubicBezTo>
                    <a:pt x="1" y="1369"/>
                    <a:pt x="90" y="2272"/>
                    <a:pt x="169" y="2480"/>
                  </a:cubicBezTo>
                  <a:cubicBezTo>
                    <a:pt x="209" y="2609"/>
                    <a:pt x="586" y="2648"/>
                    <a:pt x="833" y="2728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"/>
            <p:cNvSpPr/>
            <p:nvPr/>
          </p:nvSpPr>
          <p:spPr>
            <a:xfrm>
              <a:off x="5000032" y="4737549"/>
              <a:ext cx="233603" cy="43"/>
            </a:xfrm>
            <a:custGeom>
              <a:avLst/>
              <a:gdLst/>
              <a:ahLst/>
              <a:cxnLst/>
              <a:rect l="l" t="t" r="r" b="b"/>
              <a:pathLst>
                <a:path w="5415" h="1" fill="none" extrusionOk="0">
                  <a:moveTo>
                    <a:pt x="1" y="1"/>
                  </a:moveTo>
                  <a:lnTo>
                    <a:pt x="5415" y="1"/>
                  </a:ln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"/>
            <p:cNvSpPr/>
            <p:nvPr/>
          </p:nvSpPr>
          <p:spPr>
            <a:xfrm>
              <a:off x="4461945" y="3117703"/>
              <a:ext cx="379459" cy="394127"/>
            </a:xfrm>
            <a:custGeom>
              <a:avLst/>
              <a:gdLst/>
              <a:ahLst/>
              <a:cxnLst/>
              <a:rect l="l" t="t" r="r" b="b"/>
              <a:pathLst>
                <a:path w="8796" h="9136" extrusionOk="0">
                  <a:moveTo>
                    <a:pt x="2102" y="1"/>
                  </a:moveTo>
                  <a:lnTo>
                    <a:pt x="0" y="1240"/>
                  </a:lnTo>
                  <a:cubicBezTo>
                    <a:pt x="0" y="1240"/>
                    <a:pt x="2975" y="6614"/>
                    <a:pt x="4333" y="8220"/>
                  </a:cubicBezTo>
                  <a:cubicBezTo>
                    <a:pt x="4757" y="8678"/>
                    <a:pt x="5151" y="9135"/>
                    <a:pt x="5721" y="9135"/>
                  </a:cubicBezTo>
                  <a:cubicBezTo>
                    <a:pt x="5818" y="9135"/>
                    <a:pt x="5920" y="9122"/>
                    <a:pt x="6029" y="9093"/>
                  </a:cubicBezTo>
                  <a:cubicBezTo>
                    <a:pt x="7556" y="8716"/>
                    <a:pt x="8795" y="3392"/>
                    <a:pt x="8795" y="3392"/>
                  </a:cubicBezTo>
                  <a:lnTo>
                    <a:pt x="6366" y="1528"/>
                  </a:lnTo>
                  <a:lnTo>
                    <a:pt x="5573" y="3838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"/>
            <p:cNvSpPr/>
            <p:nvPr/>
          </p:nvSpPr>
          <p:spPr>
            <a:xfrm>
              <a:off x="4763064" y="3065936"/>
              <a:ext cx="495377" cy="638256"/>
            </a:xfrm>
            <a:custGeom>
              <a:avLst/>
              <a:gdLst/>
              <a:ahLst/>
              <a:cxnLst/>
              <a:rect l="l" t="t" r="r" b="b"/>
              <a:pathLst>
                <a:path w="11483" h="14795" extrusionOk="0">
                  <a:moveTo>
                    <a:pt x="6119" y="1"/>
                  </a:moveTo>
                  <a:cubicBezTo>
                    <a:pt x="6119" y="1"/>
                    <a:pt x="5454" y="626"/>
                    <a:pt x="4592" y="626"/>
                  </a:cubicBezTo>
                  <a:cubicBezTo>
                    <a:pt x="3511" y="626"/>
                    <a:pt x="3352" y="249"/>
                    <a:pt x="3352" y="249"/>
                  </a:cubicBezTo>
                  <a:cubicBezTo>
                    <a:pt x="3352" y="249"/>
                    <a:pt x="784" y="1072"/>
                    <a:pt x="497" y="4750"/>
                  </a:cubicBezTo>
                  <a:cubicBezTo>
                    <a:pt x="1" y="10412"/>
                    <a:pt x="1" y="14795"/>
                    <a:pt x="1" y="14795"/>
                  </a:cubicBezTo>
                  <a:lnTo>
                    <a:pt x="10947" y="14795"/>
                  </a:lnTo>
                  <a:cubicBezTo>
                    <a:pt x="10947" y="14795"/>
                    <a:pt x="11483" y="1121"/>
                    <a:pt x="6119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"/>
            <p:cNvSpPr/>
            <p:nvPr/>
          </p:nvSpPr>
          <p:spPr>
            <a:xfrm>
              <a:off x="4846928" y="3283229"/>
              <a:ext cx="402971" cy="316000"/>
            </a:xfrm>
            <a:custGeom>
              <a:avLst/>
              <a:gdLst/>
              <a:ahLst/>
              <a:cxnLst/>
              <a:rect l="l" t="t" r="r" b="b"/>
              <a:pathLst>
                <a:path w="9341" h="7325" extrusionOk="0">
                  <a:moveTo>
                    <a:pt x="9211" y="1"/>
                  </a:moveTo>
                  <a:lnTo>
                    <a:pt x="5245" y="169"/>
                  </a:lnTo>
                  <a:cubicBezTo>
                    <a:pt x="5245" y="169"/>
                    <a:pt x="5493" y="3640"/>
                    <a:pt x="5077" y="3848"/>
                  </a:cubicBezTo>
                  <a:cubicBezTo>
                    <a:pt x="4789" y="4056"/>
                    <a:pt x="40" y="4552"/>
                    <a:pt x="40" y="4552"/>
                  </a:cubicBezTo>
                  <a:lnTo>
                    <a:pt x="0" y="7239"/>
                  </a:lnTo>
                  <a:cubicBezTo>
                    <a:pt x="0" y="7239"/>
                    <a:pt x="1260" y="7324"/>
                    <a:pt x="2828" y="7324"/>
                  </a:cubicBezTo>
                  <a:cubicBezTo>
                    <a:pt x="5193" y="7324"/>
                    <a:pt x="8260" y="7130"/>
                    <a:pt x="8755" y="6158"/>
                  </a:cubicBezTo>
                  <a:cubicBezTo>
                    <a:pt x="9340" y="5048"/>
                    <a:pt x="9211" y="2361"/>
                    <a:pt x="9211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"/>
            <p:cNvSpPr/>
            <p:nvPr/>
          </p:nvSpPr>
          <p:spPr>
            <a:xfrm>
              <a:off x="4693780" y="3073658"/>
              <a:ext cx="213931" cy="238305"/>
            </a:xfrm>
            <a:custGeom>
              <a:avLst/>
              <a:gdLst/>
              <a:ahLst/>
              <a:cxnLst/>
              <a:rect l="l" t="t" r="r" b="b"/>
              <a:pathLst>
                <a:path w="4959" h="5524" extrusionOk="0">
                  <a:moveTo>
                    <a:pt x="4048" y="1"/>
                  </a:moveTo>
                  <a:cubicBezTo>
                    <a:pt x="2757" y="1"/>
                    <a:pt x="1709" y="451"/>
                    <a:pt x="1240" y="1388"/>
                  </a:cubicBezTo>
                  <a:cubicBezTo>
                    <a:pt x="744" y="2430"/>
                    <a:pt x="0" y="4284"/>
                    <a:pt x="0" y="4284"/>
                  </a:cubicBezTo>
                  <a:lnTo>
                    <a:pt x="4006" y="5523"/>
                  </a:lnTo>
                  <a:lnTo>
                    <a:pt x="4958" y="70"/>
                  </a:lnTo>
                  <a:cubicBezTo>
                    <a:pt x="4645" y="24"/>
                    <a:pt x="4340" y="1"/>
                    <a:pt x="4048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"/>
            <p:cNvSpPr/>
            <p:nvPr/>
          </p:nvSpPr>
          <p:spPr>
            <a:xfrm>
              <a:off x="4721994" y="3472310"/>
              <a:ext cx="203233" cy="139040"/>
            </a:xfrm>
            <a:custGeom>
              <a:avLst/>
              <a:gdLst/>
              <a:ahLst/>
              <a:cxnLst/>
              <a:rect l="l" t="t" r="r" b="b"/>
              <a:pathLst>
                <a:path w="4711" h="3223" extrusionOk="0">
                  <a:moveTo>
                    <a:pt x="4711" y="0"/>
                  </a:moveTo>
                  <a:lnTo>
                    <a:pt x="4711" y="0"/>
                  </a:lnTo>
                  <a:cubicBezTo>
                    <a:pt x="4710" y="0"/>
                    <a:pt x="2152" y="169"/>
                    <a:pt x="992" y="328"/>
                  </a:cubicBezTo>
                  <a:cubicBezTo>
                    <a:pt x="626" y="377"/>
                    <a:pt x="209" y="536"/>
                    <a:pt x="378" y="873"/>
                  </a:cubicBezTo>
                  <a:cubicBezTo>
                    <a:pt x="90" y="1032"/>
                    <a:pt x="41" y="1319"/>
                    <a:pt x="249" y="1567"/>
                  </a:cubicBezTo>
                  <a:cubicBezTo>
                    <a:pt x="1" y="1775"/>
                    <a:pt x="41" y="2152"/>
                    <a:pt x="338" y="2271"/>
                  </a:cubicBezTo>
                  <a:cubicBezTo>
                    <a:pt x="130" y="2400"/>
                    <a:pt x="41" y="2648"/>
                    <a:pt x="288" y="2896"/>
                  </a:cubicBezTo>
                  <a:cubicBezTo>
                    <a:pt x="457" y="3015"/>
                    <a:pt x="913" y="3223"/>
                    <a:pt x="1161" y="3223"/>
                  </a:cubicBezTo>
                  <a:cubicBezTo>
                    <a:pt x="1369" y="3223"/>
                    <a:pt x="1161" y="2896"/>
                    <a:pt x="913" y="2727"/>
                  </a:cubicBezTo>
                  <a:cubicBezTo>
                    <a:pt x="979" y="2719"/>
                    <a:pt x="1056" y="2716"/>
                    <a:pt x="1138" y="2716"/>
                  </a:cubicBezTo>
                  <a:cubicBezTo>
                    <a:pt x="1465" y="2716"/>
                    <a:pt x="1865" y="2767"/>
                    <a:pt x="1865" y="2767"/>
                  </a:cubicBezTo>
                  <a:lnTo>
                    <a:pt x="3471" y="2896"/>
                  </a:lnTo>
                  <a:lnTo>
                    <a:pt x="4711" y="0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"/>
            <p:cNvSpPr/>
            <p:nvPr/>
          </p:nvSpPr>
          <p:spPr>
            <a:xfrm>
              <a:off x="4736532" y="3561263"/>
              <a:ext cx="32139" cy="9016"/>
            </a:xfrm>
            <a:custGeom>
              <a:avLst/>
              <a:gdLst/>
              <a:ahLst/>
              <a:cxnLst/>
              <a:rect l="l" t="t" r="r" b="b"/>
              <a:pathLst>
                <a:path w="745" h="209" extrusionOk="0">
                  <a:moveTo>
                    <a:pt x="368" y="1"/>
                  </a:moveTo>
                  <a:cubicBezTo>
                    <a:pt x="289" y="50"/>
                    <a:pt x="199" y="50"/>
                    <a:pt x="160" y="90"/>
                  </a:cubicBezTo>
                  <a:cubicBezTo>
                    <a:pt x="80" y="130"/>
                    <a:pt x="41" y="169"/>
                    <a:pt x="1" y="209"/>
                  </a:cubicBezTo>
                  <a:cubicBezTo>
                    <a:pt x="120" y="169"/>
                    <a:pt x="249" y="130"/>
                    <a:pt x="368" y="90"/>
                  </a:cubicBezTo>
                  <a:cubicBezTo>
                    <a:pt x="497" y="90"/>
                    <a:pt x="616" y="50"/>
                    <a:pt x="745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"/>
            <p:cNvSpPr/>
            <p:nvPr/>
          </p:nvSpPr>
          <p:spPr>
            <a:xfrm>
              <a:off x="4731010" y="3531325"/>
              <a:ext cx="32096" cy="8628"/>
            </a:xfrm>
            <a:custGeom>
              <a:avLst/>
              <a:gdLst/>
              <a:ahLst/>
              <a:cxnLst/>
              <a:rect l="l" t="t" r="r" b="b"/>
              <a:pathLst>
                <a:path w="744" h="200" extrusionOk="0">
                  <a:moveTo>
                    <a:pt x="536" y="1"/>
                  </a:moveTo>
                  <a:cubicBezTo>
                    <a:pt x="496" y="1"/>
                    <a:pt x="417" y="1"/>
                    <a:pt x="377" y="40"/>
                  </a:cubicBezTo>
                  <a:cubicBezTo>
                    <a:pt x="288" y="40"/>
                    <a:pt x="208" y="80"/>
                    <a:pt x="169" y="80"/>
                  </a:cubicBezTo>
                  <a:cubicBezTo>
                    <a:pt x="79" y="120"/>
                    <a:pt x="40" y="159"/>
                    <a:pt x="0" y="199"/>
                  </a:cubicBezTo>
                  <a:cubicBezTo>
                    <a:pt x="129" y="159"/>
                    <a:pt x="248" y="120"/>
                    <a:pt x="377" y="120"/>
                  </a:cubicBezTo>
                  <a:cubicBezTo>
                    <a:pt x="496" y="80"/>
                    <a:pt x="625" y="80"/>
                    <a:pt x="744" y="40"/>
                  </a:cubicBezTo>
                  <a:cubicBezTo>
                    <a:pt x="704" y="1"/>
                    <a:pt x="625" y="1"/>
                    <a:pt x="536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"/>
            <p:cNvSpPr/>
            <p:nvPr/>
          </p:nvSpPr>
          <p:spPr>
            <a:xfrm>
              <a:off x="4738258" y="3503629"/>
              <a:ext cx="33822" cy="6342"/>
            </a:xfrm>
            <a:custGeom>
              <a:avLst/>
              <a:gdLst/>
              <a:ahLst/>
              <a:cxnLst/>
              <a:rect l="l" t="t" r="r" b="b"/>
              <a:pathLst>
                <a:path w="784" h="147" extrusionOk="0">
                  <a:moveTo>
                    <a:pt x="524" y="0"/>
                  </a:moveTo>
                  <a:cubicBezTo>
                    <a:pt x="482" y="0"/>
                    <a:pt x="427" y="18"/>
                    <a:pt x="368" y="18"/>
                  </a:cubicBezTo>
                  <a:cubicBezTo>
                    <a:pt x="328" y="18"/>
                    <a:pt x="249" y="58"/>
                    <a:pt x="209" y="58"/>
                  </a:cubicBezTo>
                  <a:cubicBezTo>
                    <a:pt x="120" y="97"/>
                    <a:pt x="80" y="97"/>
                    <a:pt x="1" y="147"/>
                  </a:cubicBezTo>
                  <a:lnTo>
                    <a:pt x="407" y="97"/>
                  </a:lnTo>
                  <a:cubicBezTo>
                    <a:pt x="536" y="58"/>
                    <a:pt x="655" y="58"/>
                    <a:pt x="784" y="18"/>
                  </a:cubicBezTo>
                  <a:lnTo>
                    <a:pt x="576" y="18"/>
                  </a:lnTo>
                  <a:cubicBezTo>
                    <a:pt x="563" y="5"/>
                    <a:pt x="545" y="0"/>
                    <a:pt x="524" y="0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"/>
            <p:cNvSpPr/>
            <p:nvPr/>
          </p:nvSpPr>
          <p:spPr>
            <a:xfrm>
              <a:off x="5026995" y="3065677"/>
              <a:ext cx="233603" cy="269366"/>
            </a:xfrm>
            <a:custGeom>
              <a:avLst/>
              <a:gdLst/>
              <a:ahLst/>
              <a:cxnLst/>
              <a:rect l="l" t="t" r="r" b="b"/>
              <a:pathLst>
                <a:path w="5415" h="6244" extrusionOk="0">
                  <a:moveTo>
                    <a:pt x="290" y="1"/>
                  </a:moveTo>
                  <a:cubicBezTo>
                    <a:pt x="108" y="1"/>
                    <a:pt x="1" y="7"/>
                    <a:pt x="1" y="7"/>
                  </a:cubicBezTo>
                  <a:lnTo>
                    <a:pt x="704" y="3477"/>
                  </a:lnTo>
                  <a:lnTo>
                    <a:pt x="903" y="6244"/>
                  </a:lnTo>
                  <a:lnTo>
                    <a:pt x="5414" y="5956"/>
                  </a:lnTo>
                  <a:cubicBezTo>
                    <a:pt x="5414" y="5956"/>
                    <a:pt x="5325" y="3606"/>
                    <a:pt x="4542" y="1821"/>
                  </a:cubicBezTo>
                  <a:cubicBezTo>
                    <a:pt x="3826" y="144"/>
                    <a:pt x="1175" y="1"/>
                    <a:pt x="29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"/>
            <p:cNvSpPr/>
            <p:nvPr/>
          </p:nvSpPr>
          <p:spPr>
            <a:xfrm>
              <a:off x="5057365" y="3226371"/>
              <a:ext cx="8585" cy="108670"/>
            </a:xfrm>
            <a:custGeom>
              <a:avLst/>
              <a:gdLst/>
              <a:ahLst/>
              <a:cxnLst/>
              <a:rect l="l" t="t" r="r" b="b"/>
              <a:pathLst>
                <a:path w="199" h="2519" fill="none" extrusionOk="0">
                  <a:moveTo>
                    <a:pt x="199" y="2519"/>
                  </a:moveTo>
                  <a:cubicBezTo>
                    <a:pt x="80" y="952"/>
                    <a:pt x="0" y="0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"/>
            <p:cNvSpPr/>
            <p:nvPr/>
          </p:nvSpPr>
          <p:spPr>
            <a:xfrm>
              <a:off x="4782735" y="3181851"/>
              <a:ext cx="23166" cy="105305"/>
            </a:xfrm>
            <a:custGeom>
              <a:avLst/>
              <a:gdLst/>
              <a:ahLst/>
              <a:cxnLst/>
              <a:rect l="l" t="t" r="r" b="b"/>
              <a:pathLst>
                <a:path w="537" h="2441" fill="none" extrusionOk="0">
                  <a:moveTo>
                    <a:pt x="1" y="2440"/>
                  </a:moveTo>
                  <a:cubicBezTo>
                    <a:pt x="1" y="2440"/>
                    <a:pt x="209" y="576"/>
                    <a:pt x="536" y="1"/>
                  </a:cubicBezTo>
                </a:path>
              </a:pathLst>
            </a:custGeom>
            <a:noFill/>
            <a:ln w="9525" cap="flat" cmpd="sng">
              <a:solidFill>
                <a:srgbClr val="444F9D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"/>
            <p:cNvSpPr/>
            <p:nvPr/>
          </p:nvSpPr>
          <p:spPr>
            <a:xfrm>
              <a:off x="4702322" y="3283229"/>
              <a:ext cx="50086" cy="85590"/>
            </a:xfrm>
            <a:custGeom>
              <a:avLst/>
              <a:gdLst/>
              <a:ahLst/>
              <a:cxnLst/>
              <a:rect l="l" t="t" r="r" b="b"/>
              <a:pathLst>
                <a:path w="1161" h="1984" fill="none" extrusionOk="0">
                  <a:moveTo>
                    <a:pt x="1" y="1"/>
                  </a:moveTo>
                  <a:cubicBezTo>
                    <a:pt x="1" y="1"/>
                    <a:pt x="1042" y="1201"/>
                    <a:pt x="1161" y="1984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"/>
            <p:cNvSpPr/>
            <p:nvPr/>
          </p:nvSpPr>
          <p:spPr>
            <a:xfrm>
              <a:off x="4411903" y="3031985"/>
              <a:ext cx="192534" cy="223077"/>
            </a:xfrm>
            <a:custGeom>
              <a:avLst/>
              <a:gdLst/>
              <a:ahLst/>
              <a:cxnLst/>
              <a:rect l="l" t="t" r="r" b="b"/>
              <a:pathLst>
                <a:path w="4463" h="5171" extrusionOk="0">
                  <a:moveTo>
                    <a:pt x="1097" y="1"/>
                  </a:moveTo>
                  <a:cubicBezTo>
                    <a:pt x="1091" y="1"/>
                    <a:pt x="1086" y="2"/>
                    <a:pt x="1081" y="5"/>
                  </a:cubicBezTo>
                  <a:cubicBezTo>
                    <a:pt x="833" y="124"/>
                    <a:pt x="1735" y="1363"/>
                    <a:pt x="1735" y="1363"/>
                  </a:cubicBezTo>
                  <a:cubicBezTo>
                    <a:pt x="1735" y="1363"/>
                    <a:pt x="789" y="198"/>
                    <a:pt x="503" y="198"/>
                  </a:cubicBezTo>
                  <a:cubicBezTo>
                    <a:pt x="484" y="198"/>
                    <a:pt x="469" y="203"/>
                    <a:pt x="456" y="213"/>
                  </a:cubicBezTo>
                  <a:cubicBezTo>
                    <a:pt x="337" y="332"/>
                    <a:pt x="1121" y="1363"/>
                    <a:pt x="1369" y="1819"/>
                  </a:cubicBezTo>
                  <a:cubicBezTo>
                    <a:pt x="1059" y="1400"/>
                    <a:pt x="515" y="813"/>
                    <a:pt x="328" y="813"/>
                  </a:cubicBezTo>
                  <a:cubicBezTo>
                    <a:pt x="312" y="813"/>
                    <a:pt x="298" y="818"/>
                    <a:pt x="288" y="828"/>
                  </a:cubicBezTo>
                  <a:cubicBezTo>
                    <a:pt x="169" y="956"/>
                    <a:pt x="665" y="1700"/>
                    <a:pt x="1031" y="2275"/>
                  </a:cubicBezTo>
                  <a:cubicBezTo>
                    <a:pt x="801" y="1971"/>
                    <a:pt x="321" y="1443"/>
                    <a:pt x="160" y="1443"/>
                  </a:cubicBezTo>
                  <a:cubicBezTo>
                    <a:pt x="148" y="1443"/>
                    <a:pt x="137" y="1446"/>
                    <a:pt x="129" y="1452"/>
                  </a:cubicBezTo>
                  <a:cubicBezTo>
                    <a:pt x="0" y="1571"/>
                    <a:pt x="1160" y="3435"/>
                    <a:pt x="2271" y="5170"/>
                  </a:cubicBezTo>
                  <a:lnTo>
                    <a:pt x="4462" y="3306"/>
                  </a:lnTo>
                  <a:cubicBezTo>
                    <a:pt x="3853" y="2569"/>
                    <a:pt x="2346" y="292"/>
                    <a:pt x="2118" y="292"/>
                  </a:cubicBezTo>
                  <a:cubicBezTo>
                    <a:pt x="2116" y="292"/>
                    <a:pt x="2114" y="292"/>
                    <a:pt x="2112" y="292"/>
                  </a:cubicBezTo>
                  <a:cubicBezTo>
                    <a:pt x="1944" y="332"/>
                    <a:pt x="2439" y="1204"/>
                    <a:pt x="2271" y="1204"/>
                  </a:cubicBezTo>
                  <a:cubicBezTo>
                    <a:pt x="2117" y="1204"/>
                    <a:pt x="1292" y="1"/>
                    <a:pt x="1097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"/>
            <p:cNvSpPr/>
            <p:nvPr/>
          </p:nvSpPr>
          <p:spPr>
            <a:xfrm>
              <a:off x="4472644" y="3139100"/>
              <a:ext cx="39387" cy="32139"/>
            </a:xfrm>
            <a:custGeom>
              <a:avLst/>
              <a:gdLst/>
              <a:ahLst/>
              <a:cxnLst/>
              <a:rect l="l" t="t" r="r" b="b"/>
              <a:pathLst>
                <a:path w="913" h="745" fill="none" extrusionOk="0">
                  <a:moveTo>
                    <a:pt x="0" y="0"/>
                  </a:moveTo>
                  <a:cubicBezTo>
                    <a:pt x="367" y="169"/>
                    <a:pt x="704" y="417"/>
                    <a:pt x="912" y="744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"/>
            <p:cNvSpPr/>
            <p:nvPr/>
          </p:nvSpPr>
          <p:spPr>
            <a:xfrm>
              <a:off x="4517122" y="3099757"/>
              <a:ext cx="24849" cy="44520"/>
            </a:xfrm>
            <a:custGeom>
              <a:avLst/>
              <a:gdLst/>
              <a:ahLst/>
              <a:cxnLst/>
              <a:rect l="l" t="t" r="r" b="b"/>
              <a:pathLst>
                <a:path w="576" h="1032" fill="none" extrusionOk="0">
                  <a:moveTo>
                    <a:pt x="0" y="0"/>
                  </a:moveTo>
                  <a:cubicBezTo>
                    <a:pt x="40" y="417"/>
                    <a:pt x="248" y="783"/>
                    <a:pt x="576" y="1031"/>
                  </a:cubicBezTo>
                </a:path>
              </a:pathLst>
            </a:custGeom>
            <a:noFill/>
            <a:ln w="9525" cap="flat" cmpd="sng">
              <a:solidFill>
                <a:srgbClr val="F09880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"/>
            <p:cNvSpPr/>
            <p:nvPr/>
          </p:nvSpPr>
          <p:spPr>
            <a:xfrm>
              <a:off x="4798568" y="3057998"/>
              <a:ext cx="32139" cy="59749"/>
            </a:xfrm>
            <a:custGeom>
              <a:avLst/>
              <a:gdLst/>
              <a:ahLst/>
              <a:cxnLst/>
              <a:rect l="l" t="t" r="r" b="b"/>
              <a:pathLst>
                <a:path w="745" h="1385" extrusionOk="0">
                  <a:moveTo>
                    <a:pt x="496" y="0"/>
                  </a:moveTo>
                  <a:cubicBezTo>
                    <a:pt x="467" y="0"/>
                    <a:pt x="440" y="5"/>
                    <a:pt x="417" y="16"/>
                  </a:cubicBezTo>
                  <a:cubicBezTo>
                    <a:pt x="130" y="185"/>
                    <a:pt x="1" y="849"/>
                    <a:pt x="50" y="1176"/>
                  </a:cubicBezTo>
                  <a:cubicBezTo>
                    <a:pt x="50" y="1256"/>
                    <a:pt x="90" y="1385"/>
                    <a:pt x="169" y="1385"/>
                  </a:cubicBezTo>
                  <a:cubicBezTo>
                    <a:pt x="209" y="1385"/>
                    <a:pt x="249" y="1305"/>
                    <a:pt x="298" y="1256"/>
                  </a:cubicBezTo>
                  <a:cubicBezTo>
                    <a:pt x="417" y="1008"/>
                    <a:pt x="496" y="562"/>
                    <a:pt x="625" y="353"/>
                  </a:cubicBezTo>
                  <a:lnTo>
                    <a:pt x="744" y="66"/>
                  </a:lnTo>
                  <a:cubicBezTo>
                    <a:pt x="659" y="30"/>
                    <a:pt x="569" y="0"/>
                    <a:pt x="496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"/>
            <p:cNvSpPr/>
            <p:nvPr/>
          </p:nvSpPr>
          <p:spPr>
            <a:xfrm>
              <a:off x="4814832" y="3055064"/>
              <a:ext cx="41112" cy="64753"/>
            </a:xfrm>
            <a:custGeom>
              <a:avLst/>
              <a:gdLst/>
              <a:ahLst/>
              <a:cxnLst/>
              <a:rect l="l" t="t" r="r" b="b"/>
              <a:pathLst>
                <a:path w="953" h="1501" extrusionOk="0">
                  <a:moveTo>
                    <a:pt x="612" y="1"/>
                  </a:moveTo>
                  <a:cubicBezTo>
                    <a:pt x="496" y="1"/>
                    <a:pt x="395" y="43"/>
                    <a:pt x="328" y="84"/>
                  </a:cubicBezTo>
                  <a:cubicBezTo>
                    <a:pt x="80" y="293"/>
                    <a:pt x="1" y="996"/>
                    <a:pt x="80" y="1324"/>
                  </a:cubicBezTo>
                  <a:cubicBezTo>
                    <a:pt x="80" y="1401"/>
                    <a:pt x="109" y="1500"/>
                    <a:pt x="175" y="1500"/>
                  </a:cubicBezTo>
                  <a:cubicBezTo>
                    <a:pt x="185" y="1500"/>
                    <a:pt x="197" y="1498"/>
                    <a:pt x="209" y="1492"/>
                  </a:cubicBezTo>
                  <a:cubicBezTo>
                    <a:pt x="288" y="1492"/>
                    <a:pt x="288" y="1413"/>
                    <a:pt x="328" y="1373"/>
                  </a:cubicBezTo>
                  <a:cubicBezTo>
                    <a:pt x="457" y="1125"/>
                    <a:pt x="496" y="630"/>
                    <a:pt x="615" y="332"/>
                  </a:cubicBezTo>
                  <a:lnTo>
                    <a:pt x="952" y="134"/>
                  </a:lnTo>
                  <a:cubicBezTo>
                    <a:pt x="835" y="35"/>
                    <a:pt x="717" y="1"/>
                    <a:pt x="61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"/>
            <p:cNvSpPr/>
            <p:nvPr/>
          </p:nvSpPr>
          <p:spPr>
            <a:xfrm>
              <a:off x="4832778" y="3054072"/>
              <a:ext cx="33865" cy="68808"/>
            </a:xfrm>
            <a:custGeom>
              <a:avLst/>
              <a:gdLst/>
              <a:ahLst/>
              <a:cxnLst/>
              <a:rect l="l" t="t" r="r" b="b"/>
              <a:pathLst>
                <a:path w="785" h="1595" extrusionOk="0">
                  <a:moveTo>
                    <a:pt x="433" y="1"/>
                  </a:moveTo>
                  <a:cubicBezTo>
                    <a:pt x="386" y="1"/>
                    <a:pt x="348" y="8"/>
                    <a:pt x="328" y="28"/>
                  </a:cubicBezTo>
                  <a:cubicBezTo>
                    <a:pt x="80" y="276"/>
                    <a:pt x="1" y="1099"/>
                    <a:pt x="80" y="1436"/>
                  </a:cubicBezTo>
                  <a:cubicBezTo>
                    <a:pt x="120" y="1515"/>
                    <a:pt x="160" y="1595"/>
                    <a:pt x="249" y="1595"/>
                  </a:cubicBezTo>
                  <a:cubicBezTo>
                    <a:pt x="288" y="1595"/>
                    <a:pt x="328" y="1515"/>
                    <a:pt x="368" y="1436"/>
                  </a:cubicBezTo>
                  <a:cubicBezTo>
                    <a:pt x="447" y="1188"/>
                    <a:pt x="447" y="692"/>
                    <a:pt x="536" y="405"/>
                  </a:cubicBezTo>
                  <a:lnTo>
                    <a:pt x="784" y="68"/>
                  </a:lnTo>
                  <a:cubicBezTo>
                    <a:pt x="784" y="68"/>
                    <a:pt x="572" y="1"/>
                    <a:pt x="433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"/>
            <p:cNvSpPr/>
            <p:nvPr/>
          </p:nvSpPr>
          <p:spPr>
            <a:xfrm>
              <a:off x="4848610" y="3055927"/>
              <a:ext cx="59102" cy="63977"/>
            </a:xfrm>
            <a:custGeom>
              <a:avLst/>
              <a:gdLst/>
              <a:ahLst/>
              <a:cxnLst/>
              <a:rect l="l" t="t" r="r" b="b"/>
              <a:pathLst>
                <a:path w="1370" h="1483" extrusionOk="0">
                  <a:moveTo>
                    <a:pt x="451" y="0"/>
                  </a:moveTo>
                  <a:cubicBezTo>
                    <a:pt x="337" y="0"/>
                    <a:pt x="234" y="40"/>
                    <a:pt x="169" y="154"/>
                  </a:cubicBezTo>
                  <a:cubicBezTo>
                    <a:pt x="1" y="441"/>
                    <a:pt x="80" y="1016"/>
                    <a:pt x="169" y="1353"/>
                  </a:cubicBezTo>
                  <a:cubicBezTo>
                    <a:pt x="202" y="1418"/>
                    <a:pt x="234" y="1483"/>
                    <a:pt x="267" y="1483"/>
                  </a:cubicBezTo>
                  <a:cubicBezTo>
                    <a:pt x="274" y="1483"/>
                    <a:pt x="281" y="1480"/>
                    <a:pt x="288" y="1472"/>
                  </a:cubicBezTo>
                  <a:cubicBezTo>
                    <a:pt x="378" y="1472"/>
                    <a:pt x="378" y="1393"/>
                    <a:pt x="417" y="1353"/>
                  </a:cubicBezTo>
                  <a:cubicBezTo>
                    <a:pt x="456" y="1189"/>
                    <a:pt x="457" y="479"/>
                    <a:pt x="649" y="479"/>
                  </a:cubicBezTo>
                  <a:cubicBezTo>
                    <a:pt x="654" y="479"/>
                    <a:pt x="660" y="480"/>
                    <a:pt x="665" y="481"/>
                  </a:cubicBezTo>
                  <a:cubicBezTo>
                    <a:pt x="625" y="610"/>
                    <a:pt x="576" y="729"/>
                    <a:pt x="536" y="858"/>
                  </a:cubicBezTo>
                  <a:cubicBezTo>
                    <a:pt x="536" y="897"/>
                    <a:pt x="536" y="937"/>
                    <a:pt x="576" y="976"/>
                  </a:cubicBezTo>
                  <a:cubicBezTo>
                    <a:pt x="625" y="976"/>
                    <a:pt x="665" y="937"/>
                    <a:pt x="665" y="937"/>
                  </a:cubicBezTo>
                  <a:cubicBezTo>
                    <a:pt x="784" y="808"/>
                    <a:pt x="953" y="689"/>
                    <a:pt x="1072" y="610"/>
                  </a:cubicBezTo>
                  <a:cubicBezTo>
                    <a:pt x="1161" y="560"/>
                    <a:pt x="1369" y="481"/>
                    <a:pt x="1369" y="481"/>
                  </a:cubicBezTo>
                  <a:cubicBezTo>
                    <a:pt x="1369" y="481"/>
                    <a:pt x="992" y="114"/>
                    <a:pt x="744" y="64"/>
                  </a:cubicBezTo>
                  <a:cubicBezTo>
                    <a:pt x="650" y="28"/>
                    <a:pt x="547" y="0"/>
                    <a:pt x="451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"/>
            <p:cNvSpPr/>
            <p:nvPr/>
          </p:nvSpPr>
          <p:spPr>
            <a:xfrm>
              <a:off x="4848610" y="3056963"/>
              <a:ext cx="14193" cy="32139"/>
            </a:xfrm>
            <a:custGeom>
              <a:avLst/>
              <a:gdLst/>
              <a:ahLst/>
              <a:cxnLst/>
              <a:rect l="l" t="t" r="r" b="b"/>
              <a:pathLst>
                <a:path w="329" h="745" extrusionOk="0">
                  <a:moveTo>
                    <a:pt x="249" y="1"/>
                  </a:moveTo>
                  <a:cubicBezTo>
                    <a:pt x="1" y="130"/>
                    <a:pt x="1" y="496"/>
                    <a:pt x="40" y="744"/>
                  </a:cubicBezTo>
                  <a:cubicBezTo>
                    <a:pt x="40" y="744"/>
                    <a:pt x="80" y="744"/>
                    <a:pt x="80" y="705"/>
                  </a:cubicBezTo>
                  <a:cubicBezTo>
                    <a:pt x="130" y="457"/>
                    <a:pt x="40" y="209"/>
                    <a:pt x="288" y="40"/>
                  </a:cubicBezTo>
                  <a:cubicBezTo>
                    <a:pt x="328" y="40"/>
                    <a:pt x="288" y="1"/>
                    <a:pt x="249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"/>
            <p:cNvSpPr/>
            <p:nvPr/>
          </p:nvSpPr>
          <p:spPr>
            <a:xfrm>
              <a:off x="4832778" y="3055237"/>
              <a:ext cx="15876" cy="37704"/>
            </a:xfrm>
            <a:custGeom>
              <a:avLst/>
              <a:gdLst/>
              <a:ahLst/>
              <a:cxnLst/>
              <a:rect l="l" t="t" r="r" b="b"/>
              <a:pathLst>
                <a:path w="368" h="874" extrusionOk="0">
                  <a:moveTo>
                    <a:pt x="328" y="1"/>
                  </a:moveTo>
                  <a:cubicBezTo>
                    <a:pt x="41" y="130"/>
                    <a:pt x="1" y="576"/>
                    <a:pt x="41" y="874"/>
                  </a:cubicBezTo>
                  <a:cubicBezTo>
                    <a:pt x="41" y="874"/>
                    <a:pt x="80" y="874"/>
                    <a:pt x="80" y="824"/>
                  </a:cubicBezTo>
                  <a:cubicBezTo>
                    <a:pt x="120" y="576"/>
                    <a:pt x="80" y="209"/>
                    <a:pt x="328" y="41"/>
                  </a:cubicBezTo>
                  <a:cubicBezTo>
                    <a:pt x="368" y="1"/>
                    <a:pt x="328" y="1"/>
                    <a:pt x="328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"/>
            <p:cNvSpPr/>
            <p:nvPr/>
          </p:nvSpPr>
          <p:spPr>
            <a:xfrm>
              <a:off x="4814832" y="3058688"/>
              <a:ext cx="15876" cy="38955"/>
            </a:xfrm>
            <a:custGeom>
              <a:avLst/>
              <a:gdLst/>
              <a:ahLst/>
              <a:cxnLst/>
              <a:rect l="l" t="t" r="r" b="b"/>
              <a:pathLst>
                <a:path w="368" h="903" extrusionOk="0">
                  <a:moveTo>
                    <a:pt x="288" y="0"/>
                  </a:moveTo>
                  <a:cubicBezTo>
                    <a:pt x="40" y="169"/>
                    <a:pt x="1" y="625"/>
                    <a:pt x="40" y="873"/>
                  </a:cubicBezTo>
                  <a:cubicBezTo>
                    <a:pt x="40" y="893"/>
                    <a:pt x="50" y="903"/>
                    <a:pt x="60" y="903"/>
                  </a:cubicBezTo>
                  <a:cubicBezTo>
                    <a:pt x="70" y="903"/>
                    <a:pt x="80" y="893"/>
                    <a:pt x="80" y="873"/>
                  </a:cubicBezTo>
                  <a:cubicBezTo>
                    <a:pt x="169" y="625"/>
                    <a:pt x="80" y="248"/>
                    <a:pt x="328" y="50"/>
                  </a:cubicBezTo>
                  <a:cubicBezTo>
                    <a:pt x="367" y="50"/>
                    <a:pt x="328" y="0"/>
                    <a:pt x="288" y="0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"/>
            <p:cNvSpPr/>
            <p:nvPr/>
          </p:nvSpPr>
          <p:spPr>
            <a:xfrm>
              <a:off x="5320865" y="3390172"/>
              <a:ext cx="43" cy="32139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"/>
            <p:cNvSpPr/>
            <p:nvPr/>
          </p:nvSpPr>
          <p:spPr>
            <a:xfrm>
              <a:off x="5303307" y="3406436"/>
              <a:ext cx="33865" cy="43"/>
            </a:xfrm>
            <a:custGeom>
              <a:avLst/>
              <a:gdLst/>
              <a:ahLst/>
              <a:cxnLst/>
              <a:rect l="l" t="t" r="r" b="b"/>
              <a:pathLst>
                <a:path w="785" h="1" fill="none" extrusionOk="0">
                  <a:moveTo>
                    <a:pt x="784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"/>
            <p:cNvSpPr/>
            <p:nvPr/>
          </p:nvSpPr>
          <p:spPr>
            <a:xfrm>
              <a:off x="3661610" y="3343970"/>
              <a:ext cx="32139" cy="32139"/>
            </a:xfrm>
            <a:custGeom>
              <a:avLst/>
              <a:gdLst/>
              <a:ahLst/>
              <a:cxnLst/>
              <a:rect l="l" t="t" r="r" b="b"/>
              <a:pathLst>
                <a:path w="745" h="745" fill="none" extrusionOk="0">
                  <a:moveTo>
                    <a:pt x="744" y="378"/>
                  </a:moveTo>
                  <a:cubicBezTo>
                    <a:pt x="744" y="576"/>
                    <a:pt x="576" y="744"/>
                    <a:pt x="378" y="744"/>
                  </a:cubicBezTo>
                  <a:cubicBezTo>
                    <a:pt x="169" y="744"/>
                    <a:pt x="1" y="576"/>
                    <a:pt x="1" y="378"/>
                  </a:cubicBezTo>
                  <a:cubicBezTo>
                    <a:pt x="1" y="169"/>
                    <a:pt x="169" y="1"/>
                    <a:pt x="378" y="1"/>
                  </a:cubicBezTo>
                  <a:cubicBezTo>
                    <a:pt x="576" y="1"/>
                    <a:pt x="744" y="169"/>
                    <a:pt x="744" y="37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"/>
            <p:cNvSpPr/>
            <p:nvPr/>
          </p:nvSpPr>
          <p:spPr>
            <a:xfrm>
              <a:off x="4657845" y="3071501"/>
              <a:ext cx="43" cy="58670"/>
            </a:xfrm>
            <a:custGeom>
              <a:avLst/>
              <a:gdLst/>
              <a:ahLst/>
              <a:cxnLst/>
              <a:rect l="l" t="t" r="r" b="b"/>
              <a:pathLst>
                <a:path w="1" h="1360" fill="none" extrusionOk="0">
                  <a:moveTo>
                    <a:pt x="1" y="1"/>
                  </a:moveTo>
                  <a:lnTo>
                    <a:pt x="1" y="1359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"/>
            <p:cNvSpPr/>
            <p:nvPr/>
          </p:nvSpPr>
          <p:spPr>
            <a:xfrm>
              <a:off x="4629631" y="3099757"/>
              <a:ext cx="56902" cy="43"/>
            </a:xfrm>
            <a:custGeom>
              <a:avLst/>
              <a:gdLst/>
              <a:ahLst/>
              <a:cxnLst/>
              <a:rect l="l" t="t" r="r" b="b"/>
              <a:pathLst>
                <a:path w="1319" h="1" fill="none" extrusionOk="0">
                  <a:moveTo>
                    <a:pt x="1319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"/>
            <p:cNvSpPr/>
            <p:nvPr/>
          </p:nvSpPr>
          <p:spPr>
            <a:xfrm>
              <a:off x="2681207" y="3041130"/>
              <a:ext cx="55651" cy="55219"/>
            </a:xfrm>
            <a:custGeom>
              <a:avLst/>
              <a:gdLst/>
              <a:ahLst/>
              <a:cxnLst/>
              <a:rect l="l" t="t" r="r" b="b"/>
              <a:pathLst>
                <a:path w="1290" h="1280" fill="none" extrusionOk="0">
                  <a:moveTo>
                    <a:pt x="1290" y="616"/>
                  </a:moveTo>
                  <a:cubicBezTo>
                    <a:pt x="1290" y="992"/>
                    <a:pt x="992" y="1280"/>
                    <a:pt x="665" y="1280"/>
                  </a:cubicBezTo>
                  <a:cubicBezTo>
                    <a:pt x="298" y="1280"/>
                    <a:pt x="1" y="992"/>
                    <a:pt x="1" y="616"/>
                  </a:cubicBezTo>
                  <a:cubicBezTo>
                    <a:pt x="1" y="288"/>
                    <a:pt x="298" y="1"/>
                    <a:pt x="665" y="1"/>
                  </a:cubicBezTo>
                  <a:cubicBezTo>
                    <a:pt x="992" y="1"/>
                    <a:pt x="1290" y="288"/>
                    <a:pt x="1290" y="61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"/>
            <p:cNvSpPr/>
            <p:nvPr/>
          </p:nvSpPr>
          <p:spPr>
            <a:xfrm>
              <a:off x="6739701" y="2821723"/>
              <a:ext cx="55219" cy="55219"/>
            </a:xfrm>
            <a:custGeom>
              <a:avLst/>
              <a:gdLst/>
              <a:ahLst/>
              <a:cxnLst/>
              <a:rect l="l" t="t" r="r" b="b"/>
              <a:pathLst>
                <a:path w="1280" h="1280" fill="none" extrusionOk="0">
                  <a:moveTo>
                    <a:pt x="1280" y="625"/>
                  </a:moveTo>
                  <a:cubicBezTo>
                    <a:pt x="128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80" y="288"/>
                    <a:pt x="1280" y="62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"/>
            <p:cNvSpPr/>
            <p:nvPr/>
          </p:nvSpPr>
          <p:spPr>
            <a:xfrm>
              <a:off x="6732410" y="4347481"/>
              <a:ext cx="210523" cy="43"/>
            </a:xfrm>
            <a:custGeom>
              <a:avLst/>
              <a:gdLst/>
              <a:ahLst/>
              <a:cxnLst/>
              <a:rect l="l" t="t" r="r" b="b"/>
              <a:pathLst>
                <a:path w="4880" h="1" fill="none" extrusionOk="0">
                  <a:moveTo>
                    <a:pt x="4879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"/>
            <p:cNvSpPr/>
            <p:nvPr/>
          </p:nvSpPr>
          <p:spPr>
            <a:xfrm>
              <a:off x="6550618" y="4347481"/>
              <a:ext cx="112552" cy="43"/>
            </a:xfrm>
            <a:custGeom>
              <a:avLst/>
              <a:gdLst/>
              <a:ahLst/>
              <a:cxnLst/>
              <a:rect l="l" t="t" r="r" b="b"/>
              <a:pathLst>
                <a:path w="2609" h="1" fill="none" extrusionOk="0">
                  <a:moveTo>
                    <a:pt x="2609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6" name="Google Shape;1556;p1"/>
          <p:cNvSpPr txBox="1"/>
          <p:nvPr/>
        </p:nvSpPr>
        <p:spPr>
          <a:xfrm>
            <a:off x="1666957" y="0"/>
            <a:ext cx="73020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400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Проект:	</a:t>
            </a:r>
            <a:r>
              <a:rPr lang="ru-RU" u="sng" dirty="0">
                <a:latin typeface="Montserrat"/>
                <a:ea typeface="Montserrat"/>
                <a:cs typeface="Montserrat"/>
                <a:sym typeface="Montserrat"/>
              </a:rPr>
              <a:t>Разработка программного решения с технологией дополненной реальности для обеспечения качества</a:t>
            </a:r>
          </a:p>
          <a:p>
            <a:pPr lvl="0">
              <a:buSzPts val="1400"/>
            </a:pPr>
            <a:r>
              <a:rPr lang="ru-RU" u="sng" dirty="0">
                <a:latin typeface="Montserrat"/>
                <a:ea typeface="Montserrat"/>
                <a:cs typeface="Montserrat"/>
                <a:sym typeface="Montserrat"/>
              </a:rPr>
              <a:t>специальных технологических процессов (AR-</a:t>
            </a:r>
            <a:r>
              <a:rPr lang="ru-RU" u="sng" dirty="0" err="1">
                <a:latin typeface="Montserrat"/>
                <a:ea typeface="Montserrat"/>
                <a:cs typeface="Montserrat"/>
                <a:sym typeface="Montserrat"/>
              </a:rPr>
              <a:t>технопро</a:t>
            </a:r>
            <a:r>
              <a:rPr lang="ru-RU" u="sng" dirty="0"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lvl="0">
              <a:buSzPts val="1400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Команда:	</a:t>
            </a:r>
            <a:r>
              <a:rPr lang="en-US" u="sng" dirty="0" err="1">
                <a:latin typeface="Montserrat"/>
                <a:ea typeface="Montserrat"/>
                <a:cs typeface="Montserrat"/>
                <a:sym typeface="Montserrat"/>
              </a:rPr>
              <a:t>Silisium</a:t>
            </a:r>
            <a:endParaRPr sz="1400" b="0" i="0" u="sng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Вуз: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400" b="0" i="0" u="sng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Севастопольский государственный университет</a:t>
            </a:r>
            <a:endParaRPr sz="1400" b="0" i="0" u="sng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7" name="Google Shape;1557;p1"/>
          <p:cNvSpPr txBox="1"/>
          <p:nvPr/>
        </p:nvSpPr>
        <p:spPr>
          <a:xfrm>
            <a:off x="6858075" y="3749625"/>
            <a:ext cx="2241300" cy="10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sng" strike="noStrike" cap="none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Сначала</a:t>
            </a:r>
            <a:r>
              <a:rPr lang="en" sz="1400" b="1" i="1" u="sng" strike="noStrike" cap="none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прочитайте тетрадь целиком, </a:t>
            </a:r>
            <a:br>
              <a:rPr lang="en" sz="1400" b="1" i="1" u="sng" strike="noStrike" cap="none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400" b="1" i="1" u="sng" strike="noStrike" cap="none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потом</a:t>
            </a:r>
            <a:r>
              <a:rPr lang="en" sz="1400" b="1" i="1" u="sng" strike="noStrike" cap="none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приступайте к работе с ней.</a:t>
            </a:r>
            <a:endParaRPr sz="1400" b="0" i="0" u="sng" strike="noStrike" cap="none" dirty="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C34A3208-DCDD-4AE5-B07B-5D3FBFF13E08}"/>
                  </a:ext>
                </a:extLst>
              </p14:cNvPr>
              <p14:cNvContentPartPr/>
              <p14:nvPr/>
            </p14:nvContentPartPr>
            <p14:xfrm>
              <a:off x="3592807" y="4680292"/>
              <a:ext cx="39960" cy="219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C34A3208-DCDD-4AE5-B07B-5D3FBFF13E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3807" y="4671292"/>
                <a:ext cx="57600" cy="3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2"/>
          <p:cNvSpPr txBox="1">
            <a:spLocks noGrp="1"/>
          </p:cNvSpPr>
          <p:nvPr>
            <p:ph type="body" idx="1"/>
          </p:nvPr>
        </p:nvSpPr>
        <p:spPr>
          <a:xfrm>
            <a:off x="731400" y="1051050"/>
            <a:ext cx="7681200" cy="30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700">
                <a:solidFill>
                  <a:srgbClr val="000000"/>
                </a:solidFill>
              </a:rPr>
              <a:t>Введение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700">
                <a:solidFill>
                  <a:srgbClr val="000000"/>
                </a:solidFill>
              </a:rPr>
              <a:t>Как увидеть свои пробелы в понимании?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17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700">
                <a:solidFill>
                  <a:srgbClr val="000000"/>
                </a:solidFill>
              </a:rPr>
              <a:t>1. Завести HADI-таблицу</a:t>
            </a:r>
            <a:endParaRPr sz="17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700">
                <a:solidFill>
                  <a:srgbClr val="000000"/>
                </a:solidFill>
              </a:rPr>
              <a:t>2. Проверить свой паспорт проекта</a:t>
            </a:r>
            <a:endParaRPr sz="17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700">
                <a:solidFill>
                  <a:srgbClr val="000000"/>
                </a:solidFill>
              </a:rPr>
              <a:t>3. Уточнить формулировки: Проблема, Решение, MVP.</a:t>
            </a:r>
            <a:endParaRPr sz="17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700">
                <a:solidFill>
                  <a:srgbClr val="000000"/>
                </a:solidFill>
              </a:rPr>
              <a:t>4. Проанализировать стейкхолдеров</a:t>
            </a:r>
            <a:endParaRPr sz="17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700">
                <a:solidFill>
                  <a:srgbClr val="000000"/>
                </a:solidFill>
              </a:rPr>
              <a:t>5. Прописать главный пользовательский сценарий</a:t>
            </a:r>
            <a:endParaRPr sz="17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700">
                <a:solidFill>
                  <a:srgbClr val="000000"/>
                </a:solidFill>
              </a:rPr>
              <a:t>6. Сделать ревизию HADI-таблицы</a:t>
            </a:r>
            <a:endParaRPr sz="17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700">
                <a:solidFill>
                  <a:srgbClr val="000000"/>
                </a:solidFill>
              </a:rPr>
              <a:t>7. Спланировать своё исследование</a:t>
            </a:r>
            <a:endParaRPr sz="1700"/>
          </a:p>
        </p:txBody>
      </p:sp>
      <p:sp>
        <p:nvSpPr>
          <p:cNvPr id="1563" name="Google Shape;1563;p2"/>
          <p:cNvSpPr txBox="1">
            <a:spLocks noGrp="1"/>
          </p:cNvSpPr>
          <p:nvPr>
            <p:ph type="title"/>
          </p:nvPr>
        </p:nvSpPr>
        <p:spPr>
          <a:xfrm>
            <a:off x="7315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Оглавление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3"/>
          <p:cNvSpPr txBox="1">
            <a:spLocks noGrp="1"/>
          </p:cNvSpPr>
          <p:nvPr>
            <p:ph type="title"/>
          </p:nvPr>
        </p:nvSpPr>
        <p:spPr>
          <a:xfrm>
            <a:off x="2319725" y="2410025"/>
            <a:ext cx="2242800" cy="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Введение</a:t>
            </a:r>
            <a:endParaRPr sz="3000"/>
          </a:p>
        </p:txBody>
      </p:sp>
      <p:sp>
        <p:nvSpPr>
          <p:cNvPr id="1569" name="Google Shape;1569;p3"/>
          <p:cNvSpPr txBox="1">
            <a:spLocks noGrp="1"/>
          </p:cNvSpPr>
          <p:nvPr>
            <p:ph type="title" idx="2"/>
          </p:nvPr>
        </p:nvSpPr>
        <p:spPr>
          <a:xfrm>
            <a:off x="2211050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70" name="Google Shape;1570;p3"/>
          <p:cNvSpPr/>
          <p:nvPr/>
        </p:nvSpPr>
        <p:spPr>
          <a:xfrm>
            <a:off x="8214661" y="3549550"/>
            <a:ext cx="60022" cy="62388"/>
          </a:xfrm>
          <a:custGeom>
            <a:avLst/>
            <a:gdLst/>
            <a:ahLst/>
            <a:cxnLst/>
            <a:rect l="l" t="t" r="r" b="b"/>
            <a:pathLst>
              <a:path w="1423" h="1479" fill="none" extrusionOk="0">
                <a:moveTo>
                  <a:pt x="1422" y="717"/>
                </a:moveTo>
                <a:cubicBezTo>
                  <a:pt x="1422" y="1138"/>
                  <a:pt x="1081" y="1479"/>
                  <a:pt x="706" y="1479"/>
                </a:cubicBezTo>
                <a:cubicBezTo>
                  <a:pt x="285" y="1479"/>
                  <a:pt x="1" y="1138"/>
                  <a:pt x="1" y="717"/>
                </a:cubicBezTo>
                <a:cubicBezTo>
                  <a:pt x="1" y="342"/>
                  <a:pt x="285" y="1"/>
                  <a:pt x="706" y="1"/>
                </a:cubicBezTo>
                <a:cubicBezTo>
                  <a:pt x="1081" y="1"/>
                  <a:pt x="1422" y="342"/>
                  <a:pt x="1422" y="717"/>
                </a:cubicBezTo>
                <a:close/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3"/>
          <p:cNvSpPr/>
          <p:nvPr/>
        </p:nvSpPr>
        <p:spPr>
          <a:xfrm>
            <a:off x="8646289" y="3456073"/>
            <a:ext cx="253713" cy="0"/>
          </a:xfrm>
          <a:custGeom>
            <a:avLst/>
            <a:gdLst/>
            <a:ahLst/>
            <a:cxnLst/>
            <a:rect l="l" t="t" r="r" b="b"/>
            <a:pathLst>
              <a:path w="6015" h="120000" fill="none" extrusionOk="0">
                <a:moveTo>
                  <a:pt x="0" y="0"/>
                </a:moveTo>
                <a:lnTo>
                  <a:pt x="6014" y="0"/>
                </a:lnTo>
              </a:path>
            </a:pathLst>
          </a:custGeom>
          <a:noFill/>
          <a:ln w="9525" cap="flat" cmpd="sng">
            <a:solidFill>
              <a:srgbClr val="B9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2" name="Google Shape;1572;p3"/>
          <p:cNvGrpSpPr/>
          <p:nvPr/>
        </p:nvGrpSpPr>
        <p:grpSpPr>
          <a:xfrm>
            <a:off x="5734124" y="1799349"/>
            <a:ext cx="2652294" cy="3070257"/>
            <a:chOff x="5734124" y="1799349"/>
            <a:chExt cx="2652294" cy="3070257"/>
          </a:xfrm>
        </p:grpSpPr>
        <p:grpSp>
          <p:nvGrpSpPr>
            <p:cNvPr id="1573" name="Google Shape;1573;p3"/>
            <p:cNvGrpSpPr/>
            <p:nvPr/>
          </p:nvGrpSpPr>
          <p:grpSpPr>
            <a:xfrm>
              <a:off x="5734124" y="1799349"/>
              <a:ext cx="1879567" cy="3070257"/>
              <a:chOff x="5734124" y="1799349"/>
              <a:chExt cx="1879567" cy="3070257"/>
            </a:xfrm>
          </p:grpSpPr>
          <p:sp>
            <p:nvSpPr>
              <p:cNvPr id="1574" name="Google Shape;1574;p3"/>
              <p:cNvSpPr/>
              <p:nvPr/>
            </p:nvSpPr>
            <p:spPr>
              <a:xfrm>
                <a:off x="6382914" y="4499425"/>
                <a:ext cx="147674" cy="339436"/>
              </a:xfrm>
              <a:custGeom>
                <a:avLst/>
                <a:gdLst/>
                <a:ahLst/>
                <a:cxnLst/>
                <a:rect l="l" t="t" r="r" b="b"/>
                <a:pathLst>
                  <a:path w="10005" h="22997" extrusionOk="0">
                    <a:moveTo>
                      <a:pt x="0" y="0"/>
                    </a:moveTo>
                    <a:lnTo>
                      <a:pt x="0" y="15844"/>
                    </a:lnTo>
                    <a:lnTo>
                      <a:pt x="8103" y="22997"/>
                    </a:lnTo>
                    <a:lnTo>
                      <a:pt x="8465" y="16387"/>
                    </a:lnTo>
                    <a:lnTo>
                      <a:pt x="10005" y="16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5" name="Google Shape;1575;p3"/>
              <p:cNvSpPr/>
              <p:nvPr/>
            </p:nvSpPr>
            <p:spPr>
              <a:xfrm>
                <a:off x="6207182" y="4733282"/>
                <a:ext cx="314727" cy="110921"/>
              </a:xfrm>
              <a:custGeom>
                <a:avLst/>
                <a:gdLst/>
                <a:ahLst/>
                <a:cxnLst/>
                <a:rect l="l" t="t" r="r" b="b"/>
                <a:pathLst>
                  <a:path w="21323" h="7515" extrusionOk="0">
                    <a:moveTo>
                      <a:pt x="11906" y="0"/>
                    </a:moveTo>
                    <a:cubicBezTo>
                      <a:pt x="11906" y="0"/>
                      <a:pt x="1359" y="4120"/>
                      <a:pt x="589" y="5251"/>
                    </a:cubicBezTo>
                    <a:cubicBezTo>
                      <a:pt x="1" y="6383"/>
                      <a:pt x="227" y="7515"/>
                      <a:pt x="227" y="7515"/>
                    </a:cubicBezTo>
                    <a:lnTo>
                      <a:pt x="20598" y="7515"/>
                    </a:lnTo>
                    <a:cubicBezTo>
                      <a:pt x="21322" y="5840"/>
                      <a:pt x="20371" y="0"/>
                      <a:pt x="20371" y="0"/>
                    </a:cubicBezTo>
                    <a:cubicBezTo>
                      <a:pt x="20371" y="0"/>
                      <a:pt x="18038" y="242"/>
                      <a:pt x="15529" y="242"/>
                    </a:cubicBezTo>
                    <a:cubicBezTo>
                      <a:pt x="14275" y="242"/>
                      <a:pt x="12978" y="181"/>
                      <a:pt x="11906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p3"/>
              <p:cNvSpPr/>
              <p:nvPr/>
            </p:nvSpPr>
            <p:spPr>
              <a:xfrm>
                <a:off x="6210517" y="4833503"/>
                <a:ext cx="303362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20553" h="2446" extrusionOk="0">
                    <a:moveTo>
                      <a:pt x="1" y="1"/>
                    </a:moveTo>
                    <a:lnTo>
                      <a:pt x="1" y="2445"/>
                    </a:lnTo>
                    <a:lnTo>
                      <a:pt x="20553" y="2445"/>
                    </a:lnTo>
                    <a:lnTo>
                      <a:pt x="20553" y="1"/>
                    </a:lnTo>
                    <a:close/>
                  </a:path>
                </a:pathLst>
              </a:custGeom>
              <a:solidFill>
                <a:srgbClr val="2122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3"/>
              <p:cNvSpPr/>
              <p:nvPr/>
            </p:nvSpPr>
            <p:spPr>
              <a:xfrm>
                <a:off x="6304730" y="4769356"/>
                <a:ext cx="30760" cy="33431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265" fill="none" extrusionOk="0">
                    <a:moveTo>
                      <a:pt x="1" y="1"/>
                    </a:moveTo>
                    <a:cubicBezTo>
                      <a:pt x="1" y="1"/>
                      <a:pt x="1540" y="951"/>
                      <a:pt x="2083" y="2264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3"/>
              <p:cNvSpPr/>
              <p:nvPr/>
            </p:nvSpPr>
            <p:spPr>
              <a:xfrm>
                <a:off x="6324110" y="4758005"/>
                <a:ext cx="30745" cy="36088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2445" fill="none" extrusionOk="0">
                    <a:moveTo>
                      <a:pt x="1" y="0"/>
                    </a:moveTo>
                    <a:cubicBezTo>
                      <a:pt x="1" y="0"/>
                      <a:pt x="1540" y="1132"/>
                      <a:pt x="2083" y="2445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3"/>
              <p:cNvSpPr/>
              <p:nvPr/>
            </p:nvSpPr>
            <p:spPr>
              <a:xfrm>
                <a:off x="6344154" y="4749976"/>
                <a:ext cx="27409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446" fill="none" extrusionOk="0">
                    <a:moveTo>
                      <a:pt x="1" y="1"/>
                    </a:moveTo>
                    <a:cubicBezTo>
                      <a:pt x="1" y="1"/>
                      <a:pt x="1495" y="1133"/>
                      <a:pt x="1857" y="2445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3"/>
              <p:cNvSpPr/>
              <p:nvPr/>
            </p:nvSpPr>
            <p:spPr>
              <a:xfrm>
                <a:off x="6934141" y="4499425"/>
                <a:ext cx="150360" cy="339436"/>
              </a:xfrm>
              <a:custGeom>
                <a:avLst/>
                <a:gdLst/>
                <a:ahLst/>
                <a:cxnLst/>
                <a:rect l="l" t="t" r="r" b="b"/>
                <a:pathLst>
                  <a:path w="10187" h="22997" extrusionOk="0">
                    <a:moveTo>
                      <a:pt x="1" y="0"/>
                    </a:moveTo>
                    <a:lnTo>
                      <a:pt x="2445" y="15844"/>
                    </a:lnTo>
                    <a:lnTo>
                      <a:pt x="9824" y="22997"/>
                    </a:lnTo>
                    <a:lnTo>
                      <a:pt x="10186" y="16387"/>
                    </a:lnTo>
                    <a:lnTo>
                      <a:pt x="10005" y="16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p3"/>
              <p:cNvSpPr/>
              <p:nvPr/>
            </p:nvSpPr>
            <p:spPr>
              <a:xfrm>
                <a:off x="6917448" y="4733282"/>
                <a:ext cx="203127" cy="110921"/>
              </a:xfrm>
              <a:custGeom>
                <a:avLst/>
                <a:gdLst/>
                <a:ahLst/>
                <a:cxnLst/>
                <a:rect l="l" t="t" r="r" b="b"/>
                <a:pathLst>
                  <a:path w="13762" h="7515" extrusionOk="0">
                    <a:moveTo>
                      <a:pt x="3576" y="0"/>
                    </a:moveTo>
                    <a:cubicBezTo>
                      <a:pt x="3576" y="0"/>
                      <a:pt x="1313" y="4120"/>
                      <a:pt x="770" y="5251"/>
                    </a:cubicBezTo>
                    <a:cubicBezTo>
                      <a:pt x="0" y="6383"/>
                      <a:pt x="181" y="7515"/>
                      <a:pt x="181" y="7515"/>
                    </a:cubicBezTo>
                    <a:lnTo>
                      <a:pt x="12992" y="7515"/>
                    </a:lnTo>
                    <a:cubicBezTo>
                      <a:pt x="13762" y="5840"/>
                      <a:pt x="11317" y="0"/>
                      <a:pt x="11317" y="0"/>
                    </a:cubicBezTo>
                    <a:cubicBezTo>
                      <a:pt x="11317" y="0"/>
                      <a:pt x="9305" y="242"/>
                      <a:pt x="7012" y="242"/>
                    </a:cubicBezTo>
                    <a:cubicBezTo>
                      <a:pt x="5865" y="242"/>
                      <a:pt x="4648" y="181"/>
                      <a:pt x="3576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2" name="Google Shape;1582;p3"/>
              <p:cNvSpPr/>
              <p:nvPr/>
            </p:nvSpPr>
            <p:spPr>
              <a:xfrm>
                <a:off x="6920119" y="4833503"/>
                <a:ext cx="192441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13038" h="2446" extrusionOk="0">
                    <a:moveTo>
                      <a:pt x="0" y="1"/>
                    </a:moveTo>
                    <a:lnTo>
                      <a:pt x="0" y="2445"/>
                    </a:lnTo>
                    <a:lnTo>
                      <a:pt x="13038" y="2445"/>
                    </a:lnTo>
                    <a:lnTo>
                      <a:pt x="13038" y="1"/>
                    </a:lnTo>
                    <a:close/>
                  </a:path>
                </a:pathLst>
              </a:custGeom>
              <a:solidFill>
                <a:srgbClr val="2122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3" name="Google Shape;1583;p3"/>
              <p:cNvSpPr/>
              <p:nvPr/>
            </p:nvSpPr>
            <p:spPr>
              <a:xfrm>
                <a:off x="6998288" y="4769356"/>
                <a:ext cx="55483" cy="8029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544" fill="none" extrusionOk="0">
                    <a:moveTo>
                      <a:pt x="1" y="544"/>
                    </a:moveTo>
                    <a:cubicBezTo>
                      <a:pt x="1132" y="1"/>
                      <a:pt x="2626" y="1"/>
                      <a:pt x="3758" y="544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3"/>
              <p:cNvSpPr/>
              <p:nvPr/>
            </p:nvSpPr>
            <p:spPr>
              <a:xfrm>
                <a:off x="6998288" y="4788736"/>
                <a:ext cx="55483" cy="5358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363" fill="none" extrusionOk="0">
                    <a:moveTo>
                      <a:pt x="1" y="363"/>
                    </a:moveTo>
                    <a:cubicBezTo>
                      <a:pt x="1132" y="1"/>
                      <a:pt x="2626" y="1"/>
                      <a:pt x="3758" y="363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3"/>
              <p:cNvSpPr/>
              <p:nvPr/>
            </p:nvSpPr>
            <p:spPr>
              <a:xfrm>
                <a:off x="7000960" y="4752647"/>
                <a:ext cx="50125" cy="8044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545" fill="none" extrusionOk="0">
                    <a:moveTo>
                      <a:pt x="1" y="544"/>
                    </a:moveTo>
                    <a:cubicBezTo>
                      <a:pt x="770" y="182"/>
                      <a:pt x="2445" y="1"/>
                      <a:pt x="3396" y="544"/>
                    </a:cubicBezTo>
                  </a:path>
                </a:pathLst>
              </a:custGeom>
              <a:noFill/>
              <a:ln w="1925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3"/>
              <p:cNvSpPr/>
              <p:nvPr/>
            </p:nvSpPr>
            <p:spPr>
              <a:xfrm>
                <a:off x="6307402" y="2945920"/>
                <a:ext cx="498475" cy="1731245"/>
              </a:xfrm>
              <a:custGeom>
                <a:avLst/>
                <a:gdLst/>
                <a:ahLst/>
                <a:cxnLst/>
                <a:rect l="l" t="t" r="r" b="b"/>
                <a:pathLst>
                  <a:path w="33772" h="117293" extrusionOk="0">
                    <a:moveTo>
                      <a:pt x="28882" y="1"/>
                    </a:moveTo>
                    <a:lnTo>
                      <a:pt x="8692" y="6021"/>
                    </a:lnTo>
                    <a:cubicBezTo>
                      <a:pt x="7923" y="7153"/>
                      <a:pt x="2672" y="45043"/>
                      <a:pt x="1902" y="64690"/>
                    </a:cubicBezTo>
                    <a:cubicBezTo>
                      <a:pt x="952" y="88456"/>
                      <a:pt x="1" y="117293"/>
                      <a:pt x="1" y="117293"/>
                    </a:cubicBezTo>
                    <a:lnTo>
                      <a:pt x="19240" y="117293"/>
                    </a:lnTo>
                    <a:lnTo>
                      <a:pt x="25125" y="65641"/>
                    </a:lnTo>
                    <a:lnTo>
                      <a:pt x="31915" y="34315"/>
                    </a:lnTo>
                    <a:cubicBezTo>
                      <a:pt x="31915" y="34315"/>
                      <a:pt x="33771" y="16026"/>
                      <a:pt x="28882" y="1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7" name="Google Shape;1587;p3"/>
              <p:cNvSpPr/>
              <p:nvPr/>
            </p:nvSpPr>
            <p:spPr>
              <a:xfrm>
                <a:off x="6686262" y="2945920"/>
                <a:ext cx="479080" cy="1731245"/>
              </a:xfrm>
              <a:custGeom>
                <a:avLst/>
                <a:gdLst/>
                <a:ahLst/>
                <a:cxnLst/>
                <a:rect l="l" t="t" r="r" b="b"/>
                <a:pathLst>
                  <a:path w="32458" h="117293" extrusionOk="0">
                    <a:moveTo>
                      <a:pt x="4889" y="1"/>
                    </a:moveTo>
                    <a:cubicBezTo>
                      <a:pt x="0" y="16026"/>
                      <a:pt x="2083" y="34315"/>
                      <a:pt x="2083" y="34315"/>
                    </a:cubicBezTo>
                    <a:lnTo>
                      <a:pt x="13219" y="117293"/>
                    </a:lnTo>
                    <a:lnTo>
                      <a:pt x="32458" y="117293"/>
                    </a:lnTo>
                    <a:cubicBezTo>
                      <a:pt x="32458" y="117293"/>
                      <a:pt x="26799" y="8285"/>
                      <a:pt x="25260" y="6021"/>
                    </a:cubicBezTo>
                    <a:lnTo>
                      <a:pt x="4889" y="1"/>
                    </a:ln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8" name="Google Shape;1588;p3"/>
              <p:cNvSpPr/>
              <p:nvPr/>
            </p:nvSpPr>
            <p:spPr>
              <a:xfrm>
                <a:off x="6711649" y="3173770"/>
                <a:ext cx="27409" cy="453708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30739" fill="none" extrusionOk="0">
                    <a:moveTo>
                      <a:pt x="1856" y="30738"/>
                    </a:moveTo>
                    <a:cubicBezTo>
                      <a:pt x="1856" y="30738"/>
                      <a:pt x="0" y="9235"/>
                      <a:pt x="0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3"/>
              <p:cNvSpPr/>
              <p:nvPr/>
            </p:nvSpPr>
            <p:spPr>
              <a:xfrm>
                <a:off x="6655517" y="3179778"/>
                <a:ext cx="64162" cy="203142"/>
              </a:xfrm>
              <a:custGeom>
                <a:avLst/>
                <a:gdLst/>
                <a:ahLst/>
                <a:cxnLst/>
                <a:rect l="l" t="t" r="r" b="b"/>
                <a:pathLst>
                  <a:path w="4347" h="13763" fill="none" extrusionOk="0">
                    <a:moveTo>
                      <a:pt x="1" y="1"/>
                    </a:moveTo>
                    <a:cubicBezTo>
                      <a:pt x="1" y="1"/>
                      <a:pt x="589" y="9417"/>
                      <a:pt x="1133" y="12450"/>
                    </a:cubicBezTo>
                    <a:cubicBezTo>
                      <a:pt x="1540" y="13763"/>
                      <a:pt x="4347" y="13582"/>
                      <a:pt x="4347" y="13582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3"/>
              <p:cNvSpPr/>
              <p:nvPr/>
            </p:nvSpPr>
            <p:spPr>
              <a:xfrm>
                <a:off x="7003631" y="3118317"/>
                <a:ext cx="130980" cy="1558848"/>
              </a:xfrm>
              <a:custGeom>
                <a:avLst/>
                <a:gdLst/>
                <a:ahLst/>
                <a:cxnLst/>
                <a:rect l="l" t="t" r="r" b="b"/>
                <a:pathLst>
                  <a:path w="8874" h="105613" fill="none" extrusionOk="0">
                    <a:moveTo>
                      <a:pt x="8874" y="105613"/>
                    </a:moveTo>
                    <a:cubicBezTo>
                      <a:pt x="8874" y="105613"/>
                      <a:pt x="3215" y="9597"/>
                      <a:pt x="1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3"/>
              <p:cNvSpPr/>
              <p:nvPr/>
            </p:nvSpPr>
            <p:spPr>
              <a:xfrm>
                <a:off x="6886702" y="3159733"/>
                <a:ext cx="136323" cy="111600"/>
              </a:xfrm>
              <a:custGeom>
                <a:avLst/>
                <a:gdLst/>
                <a:ahLst/>
                <a:cxnLst/>
                <a:rect l="l" t="t" r="r" b="b"/>
                <a:pathLst>
                  <a:path w="9236" h="7561" fill="none" extrusionOk="0">
                    <a:moveTo>
                      <a:pt x="1" y="1"/>
                    </a:moveTo>
                    <a:cubicBezTo>
                      <a:pt x="1" y="1"/>
                      <a:pt x="1721" y="4754"/>
                      <a:pt x="3215" y="6248"/>
                    </a:cubicBezTo>
                    <a:cubicBezTo>
                      <a:pt x="4528" y="7561"/>
                      <a:pt x="9236" y="7199"/>
                      <a:pt x="9236" y="7199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p3"/>
              <p:cNvSpPr/>
              <p:nvPr/>
            </p:nvSpPr>
            <p:spPr>
              <a:xfrm>
                <a:off x="6557968" y="3560645"/>
                <a:ext cx="175747" cy="1116520"/>
              </a:xfrm>
              <a:custGeom>
                <a:avLst/>
                <a:gdLst/>
                <a:ahLst/>
                <a:cxnLst/>
                <a:rect l="l" t="t" r="r" b="b"/>
                <a:pathLst>
                  <a:path w="11907" h="75645" fill="none" extrusionOk="0">
                    <a:moveTo>
                      <a:pt x="1" y="75645"/>
                    </a:moveTo>
                    <a:cubicBezTo>
                      <a:pt x="1" y="75645"/>
                      <a:pt x="4528" y="27569"/>
                      <a:pt x="5116" y="24174"/>
                    </a:cubicBezTo>
                    <a:cubicBezTo>
                      <a:pt x="5478" y="21910"/>
                      <a:pt x="11906" y="0"/>
                      <a:pt x="11906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3"/>
              <p:cNvSpPr/>
              <p:nvPr/>
            </p:nvSpPr>
            <p:spPr>
              <a:xfrm>
                <a:off x="6402294" y="3173770"/>
                <a:ext cx="128294" cy="92220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6248" fill="none" extrusionOk="0">
                    <a:moveTo>
                      <a:pt x="0" y="5116"/>
                    </a:moveTo>
                    <a:cubicBezTo>
                      <a:pt x="0" y="5116"/>
                      <a:pt x="3576" y="6248"/>
                      <a:pt x="4708" y="5297"/>
                    </a:cubicBezTo>
                    <a:cubicBezTo>
                      <a:pt x="6021" y="4165"/>
                      <a:pt x="8692" y="0"/>
                      <a:pt x="8692" y="0"/>
                    </a:cubicBezTo>
                  </a:path>
                </a:pathLst>
              </a:custGeom>
              <a:noFill/>
              <a:ln w="19250" cap="flat" cmpd="sng">
                <a:solidFill>
                  <a:srgbClr val="E8EEF9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3"/>
              <p:cNvSpPr/>
              <p:nvPr/>
            </p:nvSpPr>
            <p:spPr>
              <a:xfrm>
                <a:off x="5965309" y="2349911"/>
                <a:ext cx="551242" cy="409531"/>
              </a:xfrm>
              <a:custGeom>
                <a:avLst/>
                <a:gdLst/>
                <a:ahLst/>
                <a:cxnLst/>
                <a:rect l="l" t="t" r="r" b="b"/>
                <a:pathLst>
                  <a:path w="37347" h="27746" extrusionOk="0">
                    <a:moveTo>
                      <a:pt x="5297" y="1"/>
                    </a:moveTo>
                    <a:cubicBezTo>
                      <a:pt x="5297" y="1"/>
                      <a:pt x="181" y="1495"/>
                      <a:pt x="0" y="3939"/>
                    </a:cubicBezTo>
                    <a:cubicBezTo>
                      <a:pt x="5145" y="12382"/>
                      <a:pt x="12042" y="27746"/>
                      <a:pt x="19362" y="27746"/>
                    </a:cubicBezTo>
                    <a:cubicBezTo>
                      <a:pt x="19577" y="27746"/>
                      <a:pt x="19793" y="27733"/>
                      <a:pt x="20009" y="27705"/>
                    </a:cubicBezTo>
                    <a:cubicBezTo>
                      <a:pt x="26392" y="26981"/>
                      <a:pt x="37347" y="11137"/>
                      <a:pt x="37347" y="11137"/>
                    </a:cubicBezTo>
                    <a:lnTo>
                      <a:pt x="23404" y="6429"/>
                    </a:lnTo>
                    <a:lnTo>
                      <a:pt x="17927" y="13219"/>
                    </a:lnTo>
                    <a:lnTo>
                      <a:pt x="5297" y="1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3"/>
              <p:cNvSpPr/>
              <p:nvPr/>
            </p:nvSpPr>
            <p:spPr>
              <a:xfrm>
                <a:off x="6229897" y="2545024"/>
                <a:ext cx="66833" cy="91556"/>
              </a:xfrm>
              <a:custGeom>
                <a:avLst/>
                <a:gdLst/>
                <a:ahLst/>
                <a:cxnLst/>
                <a:rect l="l" t="t" r="r" b="b"/>
                <a:pathLst>
                  <a:path w="4528" h="6203" fill="none" extrusionOk="0">
                    <a:moveTo>
                      <a:pt x="1" y="0"/>
                    </a:moveTo>
                    <a:cubicBezTo>
                      <a:pt x="1" y="0"/>
                      <a:pt x="2445" y="2445"/>
                      <a:pt x="4528" y="6202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6" name="Google Shape;1596;p3"/>
              <p:cNvSpPr/>
              <p:nvPr/>
            </p:nvSpPr>
            <p:spPr>
              <a:xfrm>
                <a:off x="6257292" y="2193322"/>
                <a:ext cx="414948" cy="451936"/>
              </a:xfrm>
              <a:custGeom>
                <a:avLst/>
                <a:gdLst/>
                <a:ahLst/>
                <a:cxnLst/>
                <a:rect l="l" t="t" r="r" b="b"/>
                <a:pathLst>
                  <a:path w="28113" h="30619" extrusionOk="0">
                    <a:moveTo>
                      <a:pt x="22190" y="0"/>
                    </a:moveTo>
                    <a:cubicBezTo>
                      <a:pt x="19547" y="0"/>
                      <a:pt x="16297" y="555"/>
                      <a:pt x="13038" y="2507"/>
                    </a:cubicBezTo>
                    <a:cubicBezTo>
                      <a:pt x="8330" y="5313"/>
                      <a:pt x="4528" y="12692"/>
                      <a:pt x="1" y="20433"/>
                    </a:cubicBezTo>
                    <a:cubicBezTo>
                      <a:pt x="1721" y="23421"/>
                      <a:pt x="11906" y="30392"/>
                      <a:pt x="14713" y="30619"/>
                    </a:cubicBezTo>
                    <a:cubicBezTo>
                      <a:pt x="18335" y="26092"/>
                      <a:pt x="21911" y="14548"/>
                      <a:pt x="21911" y="14548"/>
                    </a:cubicBezTo>
                    <a:lnTo>
                      <a:pt x="28113" y="968"/>
                    </a:lnTo>
                    <a:cubicBezTo>
                      <a:pt x="28113" y="968"/>
                      <a:pt x="25680" y="0"/>
                      <a:pt x="22190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3"/>
              <p:cNvSpPr/>
              <p:nvPr/>
            </p:nvSpPr>
            <p:spPr>
              <a:xfrm>
                <a:off x="5912528" y="2279713"/>
                <a:ext cx="102907" cy="139703"/>
              </a:xfrm>
              <a:custGeom>
                <a:avLst/>
                <a:gdLst/>
                <a:ahLst/>
                <a:cxnLst/>
                <a:rect l="l" t="t" r="r" b="b"/>
                <a:pathLst>
                  <a:path w="6972" h="9465" extrusionOk="0">
                    <a:moveTo>
                      <a:pt x="2776" y="1"/>
                    </a:moveTo>
                    <a:cubicBezTo>
                      <a:pt x="2109" y="1"/>
                      <a:pt x="1394" y="296"/>
                      <a:pt x="951" y="592"/>
                    </a:cubicBezTo>
                    <a:cubicBezTo>
                      <a:pt x="181" y="1181"/>
                      <a:pt x="0" y="2131"/>
                      <a:pt x="0" y="2856"/>
                    </a:cubicBezTo>
                    <a:cubicBezTo>
                      <a:pt x="0" y="3263"/>
                      <a:pt x="0" y="3806"/>
                      <a:pt x="181" y="4168"/>
                    </a:cubicBezTo>
                    <a:cubicBezTo>
                      <a:pt x="951" y="6251"/>
                      <a:pt x="2445" y="8333"/>
                      <a:pt x="4346" y="9465"/>
                    </a:cubicBezTo>
                    <a:lnTo>
                      <a:pt x="6790" y="4757"/>
                    </a:lnTo>
                    <a:cubicBezTo>
                      <a:pt x="6971" y="3625"/>
                      <a:pt x="6383" y="2674"/>
                      <a:pt x="5840" y="1905"/>
                    </a:cubicBezTo>
                    <a:cubicBezTo>
                      <a:pt x="5070" y="1181"/>
                      <a:pt x="4346" y="230"/>
                      <a:pt x="3214" y="49"/>
                    </a:cubicBezTo>
                    <a:cubicBezTo>
                      <a:pt x="3073" y="16"/>
                      <a:pt x="2926" y="1"/>
                      <a:pt x="2776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3"/>
              <p:cNvSpPr/>
              <p:nvPr/>
            </p:nvSpPr>
            <p:spPr>
              <a:xfrm>
                <a:off x="5873104" y="2196909"/>
                <a:ext cx="192441" cy="158360"/>
              </a:xfrm>
              <a:custGeom>
                <a:avLst/>
                <a:gdLst/>
                <a:ahLst/>
                <a:cxnLst/>
                <a:rect l="l" t="t" r="r" b="b"/>
                <a:pathLst>
                  <a:path w="13038" h="10729" extrusionOk="0">
                    <a:moveTo>
                      <a:pt x="9054" y="0"/>
                    </a:moveTo>
                    <a:cubicBezTo>
                      <a:pt x="7922" y="1313"/>
                      <a:pt x="5116" y="3939"/>
                      <a:pt x="3803" y="5070"/>
                    </a:cubicBezTo>
                    <a:cubicBezTo>
                      <a:pt x="2852" y="5840"/>
                      <a:pt x="1539" y="6383"/>
                      <a:pt x="770" y="7334"/>
                    </a:cubicBezTo>
                    <a:cubicBezTo>
                      <a:pt x="0" y="8103"/>
                      <a:pt x="227" y="8284"/>
                      <a:pt x="951" y="8873"/>
                    </a:cubicBezTo>
                    <a:cubicBezTo>
                      <a:pt x="1901" y="9416"/>
                      <a:pt x="3033" y="10186"/>
                      <a:pt x="4165" y="10548"/>
                    </a:cubicBezTo>
                    <a:cubicBezTo>
                      <a:pt x="4346" y="10548"/>
                      <a:pt x="4527" y="10729"/>
                      <a:pt x="4753" y="10729"/>
                    </a:cubicBezTo>
                    <a:cubicBezTo>
                      <a:pt x="4934" y="10548"/>
                      <a:pt x="5116" y="10548"/>
                      <a:pt x="5297" y="10367"/>
                    </a:cubicBezTo>
                    <a:cubicBezTo>
                      <a:pt x="6066" y="9778"/>
                      <a:pt x="6609" y="9054"/>
                      <a:pt x="7198" y="8466"/>
                    </a:cubicBezTo>
                    <a:cubicBezTo>
                      <a:pt x="8873" y="6609"/>
                      <a:pt x="11725" y="3395"/>
                      <a:pt x="13038" y="1313"/>
                    </a:cubicBezTo>
                    <a:lnTo>
                      <a:pt x="9054" y="0"/>
                    </a:lnTo>
                    <a:close/>
                  </a:path>
                </a:pathLst>
              </a:custGeom>
              <a:solidFill>
                <a:srgbClr val="4A73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3"/>
              <p:cNvSpPr/>
              <p:nvPr/>
            </p:nvSpPr>
            <p:spPr>
              <a:xfrm>
                <a:off x="6026770" y="2171360"/>
                <a:ext cx="100250" cy="90995"/>
              </a:xfrm>
              <a:custGeom>
                <a:avLst/>
                <a:gdLst/>
                <a:ahLst/>
                <a:cxnLst/>
                <a:rect l="l" t="t" r="r" b="b"/>
                <a:pathLst>
                  <a:path w="6792" h="6165" extrusionOk="0">
                    <a:moveTo>
                      <a:pt x="3586" y="1"/>
                    </a:moveTo>
                    <a:cubicBezTo>
                      <a:pt x="2689" y="1"/>
                      <a:pt x="1789" y="381"/>
                      <a:pt x="1133" y="1143"/>
                    </a:cubicBezTo>
                    <a:cubicBezTo>
                      <a:pt x="1" y="2682"/>
                      <a:pt x="182" y="4538"/>
                      <a:pt x="1314" y="5489"/>
                    </a:cubicBezTo>
                    <a:cubicBezTo>
                      <a:pt x="1851" y="5952"/>
                      <a:pt x="2487" y="6165"/>
                      <a:pt x="3128" y="6165"/>
                    </a:cubicBezTo>
                    <a:cubicBezTo>
                      <a:pt x="4054" y="6165"/>
                      <a:pt x="4991" y="5721"/>
                      <a:pt x="5660" y="4945"/>
                    </a:cubicBezTo>
                    <a:cubicBezTo>
                      <a:pt x="6791" y="3587"/>
                      <a:pt x="6791" y="1731"/>
                      <a:pt x="5433" y="600"/>
                    </a:cubicBezTo>
                    <a:cubicBezTo>
                      <a:pt x="4882" y="200"/>
                      <a:pt x="4235" y="1"/>
                      <a:pt x="3586" y="1"/>
                    </a:cubicBez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3"/>
              <p:cNvSpPr/>
              <p:nvPr/>
            </p:nvSpPr>
            <p:spPr>
              <a:xfrm>
                <a:off x="5979331" y="2113382"/>
                <a:ext cx="138995" cy="146582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9931" extrusionOk="0">
                    <a:moveTo>
                      <a:pt x="5478" y="1"/>
                    </a:moveTo>
                    <a:lnTo>
                      <a:pt x="1" y="7153"/>
                    </a:lnTo>
                    <a:lnTo>
                      <a:pt x="3396" y="9779"/>
                    </a:lnTo>
                    <a:cubicBezTo>
                      <a:pt x="3551" y="9875"/>
                      <a:pt x="3705" y="9931"/>
                      <a:pt x="3878" y="9931"/>
                    </a:cubicBezTo>
                    <a:cubicBezTo>
                      <a:pt x="4109" y="9931"/>
                      <a:pt x="4372" y="9831"/>
                      <a:pt x="4709" y="9598"/>
                    </a:cubicBezTo>
                    <a:cubicBezTo>
                      <a:pt x="6610" y="8466"/>
                      <a:pt x="7923" y="6610"/>
                      <a:pt x="9236" y="4528"/>
                    </a:cubicBezTo>
                    <a:cubicBezTo>
                      <a:pt x="9417" y="4120"/>
                      <a:pt x="9417" y="3577"/>
                      <a:pt x="9055" y="3215"/>
                    </a:cubicBezTo>
                    <a:lnTo>
                      <a:pt x="5478" y="1"/>
                    </a:lnTo>
                    <a:close/>
                  </a:path>
                </a:pathLst>
              </a:custGeom>
              <a:solidFill>
                <a:srgbClr val="6F9C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3"/>
              <p:cNvSpPr/>
              <p:nvPr/>
            </p:nvSpPr>
            <p:spPr>
              <a:xfrm>
                <a:off x="5965309" y="2113500"/>
                <a:ext cx="105578" cy="106390"/>
              </a:xfrm>
              <a:custGeom>
                <a:avLst/>
                <a:gdLst/>
                <a:ahLst/>
                <a:cxnLst/>
                <a:rect l="l" t="t" r="r" b="b"/>
                <a:pathLst>
                  <a:path w="7153" h="7208" extrusionOk="0">
                    <a:moveTo>
                      <a:pt x="5848" y="1"/>
                    </a:moveTo>
                    <a:cubicBezTo>
                      <a:pt x="4919" y="1"/>
                      <a:pt x="3461" y="914"/>
                      <a:pt x="2264" y="2437"/>
                    </a:cubicBezTo>
                    <a:cubicBezTo>
                      <a:pt x="770" y="4338"/>
                      <a:pt x="0" y="6376"/>
                      <a:pt x="770" y="6964"/>
                    </a:cubicBezTo>
                    <a:cubicBezTo>
                      <a:pt x="927" y="7130"/>
                      <a:pt x="1138" y="7208"/>
                      <a:pt x="1389" y="7208"/>
                    </a:cubicBezTo>
                    <a:cubicBezTo>
                      <a:pt x="2298" y="7208"/>
                      <a:pt x="3719" y="6191"/>
                      <a:pt x="4889" y="4701"/>
                    </a:cubicBezTo>
                    <a:cubicBezTo>
                      <a:pt x="6610" y="2799"/>
                      <a:pt x="7153" y="717"/>
                      <a:pt x="6428" y="174"/>
                    </a:cubicBezTo>
                    <a:cubicBezTo>
                      <a:pt x="6276" y="57"/>
                      <a:pt x="6078" y="1"/>
                      <a:pt x="5848" y="1"/>
                    </a:cubicBezTo>
                    <a:close/>
                  </a:path>
                </a:pathLst>
              </a:custGeom>
              <a:solidFill>
                <a:srgbClr val="4A73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3"/>
              <p:cNvSpPr/>
              <p:nvPr/>
            </p:nvSpPr>
            <p:spPr>
              <a:xfrm>
                <a:off x="5812293" y="1963052"/>
                <a:ext cx="247909" cy="245459"/>
              </a:xfrm>
              <a:custGeom>
                <a:avLst/>
                <a:gdLst/>
                <a:ahLst/>
                <a:cxnLst/>
                <a:rect l="l" t="t" r="r" b="b"/>
                <a:pathLst>
                  <a:path w="16796" h="16630" extrusionOk="0">
                    <a:moveTo>
                      <a:pt x="11137" y="0"/>
                    </a:moveTo>
                    <a:lnTo>
                      <a:pt x="1" y="13581"/>
                    </a:lnTo>
                    <a:cubicBezTo>
                      <a:pt x="1" y="13581"/>
                      <a:pt x="7515" y="15075"/>
                      <a:pt x="11137" y="16569"/>
                    </a:cubicBezTo>
                    <a:cubicBezTo>
                      <a:pt x="11291" y="16610"/>
                      <a:pt x="11444" y="16630"/>
                      <a:pt x="11597" y="16630"/>
                    </a:cubicBezTo>
                    <a:cubicBezTo>
                      <a:pt x="12931" y="16630"/>
                      <a:pt x="14204" y="15158"/>
                      <a:pt x="14894" y="14305"/>
                    </a:cubicBezTo>
                    <a:cubicBezTo>
                      <a:pt x="16795" y="11861"/>
                      <a:pt x="16569" y="10729"/>
                      <a:pt x="16569" y="10729"/>
                    </a:cubicBezTo>
                    <a:cubicBezTo>
                      <a:pt x="13581" y="7153"/>
                      <a:pt x="11137" y="0"/>
                      <a:pt x="11137" y="0"/>
                    </a:cubicBez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3"/>
              <p:cNvSpPr/>
              <p:nvPr/>
            </p:nvSpPr>
            <p:spPr>
              <a:xfrm>
                <a:off x="5734124" y="1911908"/>
                <a:ext cx="267274" cy="259451"/>
              </a:xfrm>
              <a:custGeom>
                <a:avLst/>
                <a:gdLst/>
                <a:ahLst/>
                <a:cxnLst/>
                <a:rect l="l" t="t" r="r" b="b"/>
                <a:pathLst>
                  <a:path w="18108" h="17578" extrusionOk="0">
                    <a:moveTo>
                      <a:pt x="13264" y="0"/>
                    </a:moveTo>
                    <a:cubicBezTo>
                      <a:pt x="10697" y="0"/>
                      <a:pt x="7336" y="1947"/>
                      <a:pt x="4708" y="5140"/>
                    </a:cubicBezTo>
                    <a:cubicBezTo>
                      <a:pt x="1132" y="9667"/>
                      <a:pt x="0" y="14782"/>
                      <a:pt x="2445" y="16865"/>
                    </a:cubicBezTo>
                    <a:cubicBezTo>
                      <a:pt x="3079" y="17346"/>
                      <a:pt x="3881" y="17578"/>
                      <a:pt x="4783" y="17578"/>
                    </a:cubicBezTo>
                    <a:cubicBezTo>
                      <a:pt x="7358" y="17578"/>
                      <a:pt x="10751" y="15690"/>
                      <a:pt x="13400" y="12338"/>
                    </a:cubicBezTo>
                    <a:cubicBezTo>
                      <a:pt x="17157" y="7992"/>
                      <a:pt x="18108" y="2696"/>
                      <a:pt x="15663" y="794"/>
                    </a:cubicBezTo>
                    <a:cubicBezTo>
                      <a:pt x="15015" y="254"/>
                      <a:pt x="14191" y="0"/>
                      <a:pt x="13264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3"/>
              <p:cNvSpPr/>
              <p:nvPr/>
            </p:nvSpPr>
            <p:spPr>
              <a:xfrm>
                <a:off x="5756175" y="1931288"/>
                <a:ext cx="220500" cy="217813"/>
              </a:xfrm>
              <a:custGeom>
                <a:avLst/>
                <a:gdLst/>
                <a:ahLst/>
                <a:cxnLst/>
                <a:rect l="l" t="t" r="r" b="b"/>
                <a:pathLst>
                  <a:path w="14939" h="14757" extrusionOk="0">
                    <a:moveTo>
                      <a:pt x="11255" y="0"/>
                    </a:moveTo>
                    <a:cubicBezTo>
                      <a:pt x="9151" y="0"/>
                      <a:pt x="6261" y="1775"/>
                      <a:pt x="3984" y="4597"/>
                    </a:cubicBezTo>
                    <a:cubicBezTo>
                      <a:pt x="951" y="8354"/>
                      <a:pt x="0" y="12700"/>
                      <a:pt x="1901" y="14194"/>
                    </a:cubicBezTo>
                    <a:cubicBezTo>
                      <a:pt x="2372" y="14575"/>
                      <a:pt x="2968" y="14756"/>
                      <a:pt x="3647" y="14756"/>
                    </a:cubicBezTo>
                    <a:cubicBezTo>
                      <a:pt x="5709" y="14756"/>
                      <a:pt x="8537" y="13082"/>
                      <a:pt x="10955" y="10255"/>
                    </a:cubicBezTo>
                    <a:cubicBezTo>
                      <a:pt x="13988" y="6498"/>
                      <a:pt x="14939" y="2152"/>
                      <a:pt x="13038" y="613"/>
                    </a:cubicBezTo>
                    <a:cubicBezTo>
                      <a:pt x="12564" y="196"/>
                      <a:pt x="11953" y="0"/>
                      <a:pt x="11255" y="0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3"/>
              <p:cNvSpPr/>
              <p:nvPr/>
            </p:nvSpPr>
            <p:spPr>
              <a:xfrm>
                <a:off x="5837016" y="2007140"/>
                <a:ext cx="102921" cy="103586"/>
              </a:xfrm>
              <a:custGeom>
                <a:avLst/>
                <a:gdLst/>
                <a:ahLst/>
                <a:cxnLst/>
                <a:rect l="l" t="t" r="r" b="b"/>
                <a:pathLst>
                  <a:path w="6973" h="7018" extrusionOk="0">
                    <a:moveTo>
                      <a:pt x="2672" y="1"/>
                    </a:moveTo>
                    <a:lnTo>
                      <a:pt x="1" y="3215"/>
                    </a:lnTo>
                    <a:cubicBezTo>
                      <a:pt x="1721" y="4754"/>
                      <a:pt x="2853" y="6067"/>
                      <a:pt x="3577" y="7018"/>
                    </a:cubicBezTo>
                    <a:cubicBezTo>
                      <a:pt x="4165" y="6429"/>
                      <a:pt x="4935" y="5886"/>
                      <a:pt x="5478" y="5116"/>
                    </a:cubicBezTo>
                    <a:cubicBezTo>
                      <a:pt x="6067" y="4347"/>
                      <a:pt x="6610" y="3622"/>
                      <a:pt x="6972" y="2853"/>
                    </a:cubicBezTo>
                    <a:cubicBezTo>
                      <a:pt x="5840" y="2264"/>
                      <a:pt x="4346" y="1540"/>
                      <a:pt x="2672" y="1"/>
                    </a:cubicBezTo>
                    <a:close/>
                  </a:path>
                </a:pathLst>
              </a:custGeom>
              <a:solidFill>
                <a:srgbClr val="2122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3"/>
              <p:cNvSpPr/>
              <p:nvPr/>
            </p:nvSpPr>
            <p:spPr>
              <a:xfrm>
                <a:off x="5829001" y="2005103"/>
                <a:ext cx="52797" cy="51822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3511" extrusionOk="0">
                    <a:moveTo>
                      <a:pt x="2701" y="1"/>
                    </a:moveTo>
                    <a:cubicBezTo>
                      <a:pt x="2154" y="1"/>
                      <a:pt x="1490" y="382"/>
                      <a:pt x="951" y="1089"/>
                    </a:cubicBezTo>
                    <a:cubicBezTo>
                      <a:pt x="182" y="2040"/>
                      <a:pt x="0" y="2991"/>
                      <a:pt x="544" y="3353"/>
                    </a:cubicBezTo>
                    <a:cubicBezTo>
                      <a:pt x="650" y="3459"/>
                      <a:pt x="791" y="3510"/>
                      <a:pt x="954" y="3510"/>
                    </a:cubicBezTo>
                    <a:cubicBezTo>
                      <a:pt x="1415" y="3510"/>
                      <a:pt x="2058" y="3104"/>
                      <a:pt x="2626" y="2402"/>
                    </a:cubicBezTo>
                    <a:cubicBezTo>
                      <a:pt x="3396" y="1678"/>
                      <a:pt x="3577" y="546"/>
                      <a:pt x="3215" y="139"/>
                    </a:cubicBezTo>
                    <a:cubicBezTo>
                      <a:pt x="3064" y="46"/>
                      <a:pt x="2889" y="1"/>
                      <a:pt x="27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3"/>
              <p:cNvSpPr/>
              <p:nvPr/>
            </p:nvSpPr>
            <p:spPr>
              <a:xfrm>
                <a:off x="5943258" y="2243979"/>
                <a:ext cx="105578" cy="130670"/>
              </a:xfrm>
              <a:custGeom>
                <a:avLst/>
                <a:gdLst/>
                <a:ahLst/>
                <a:cxnLst/>
                <a:rect l="l" t="t" r="r" b="b"/>
                <a:pathLst>
                  <a:path w="7153" h="8853" extrusionOk="0">
                    <a:moveTo>
                      <a:pt x="955" y="0"/>
                    </a:moveTo>
                    <a:cubicBezTo>
                      <a:pt x="822" y="0"/>
                      <a:pt x="685" y="9"/>
                      <a:pt x="544" y="25"/>
                    </a:cubicBezTo>
                    <a:cubicBezTo>
                      <a:pt x="363" y="25"/>
                      <a:pt x="0" y="206"/>
                      <a:pt x="0" y="387"/>
                    </a:cubicBezTo>
                    <a:cubicBezTo>
                      <a:pt x="0" y="569"/>
                      <a:pt x="181" y="750"/>
                      <a:pt x="181" y="750"/>
                    </a:cubicBezTo>
                    <a:cubicBezTo>
                      <a:pt x="1132" y="1519"/>
                      <a:pt x="1856" y="2289"/>
                      <a:pt x="2264" y="3420"/>
                    </a:cubicBezTo>
                    <a:lnTo>
                      <a:pt x="2264" y="5095"/>
                    </a:lnTo>
                    <a:cubicBezTo>
                      <a:pt x="2445" y="6589"/>
                      <a:pt x="3169" y="7947"/>
                      <a:pt x="4301" y="8853"/>
                    </a:cubicBezTo>
                    <a:lnTo>
                      <a:pt x="7153" y="8310"/>
                    </a:lnTo>
                    <a:cubicBezTo>
                      <a:pt x="6791" y="6227"/>
                      <a:pt x="6202" y="3964"/>
                      <a:pt x="4708" y="2470"/>
                    </a:cubicBezTo>
                    <a:cubicBezTo>
                      <a:pt x="3661" y="1255"/>
                      <a:pt x="2613" y="0"/>
                      <a:pt x="955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3"/>
              <p:cNvSpPr/>
              <p:nvPr/>
            </p:nvSpPr>
            <p:spPr>
              <a:xfrm>
                <a:off x="5898491" y="2269071"/>
                <a:ext cx="38760" cy="33417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2264" extrusionOk="0">
                    <a:moveTo>
                      <a:pt x="363" y="0"/>
                    </a:moveTo>
                    <a:cubicBezTo>
                      <a:pt x="363" y="181"/>
                      <a:pt x="181" y="362"/>
                      <a:pt x="0" y="589"/>
                    </a:cubicBezTo>
                    <a:lnTo>
                      <a:pt x="0" y="1494"/>
                    </a:lnTo>
                    <a:lnTo>
                      <a:pt x="363" y="1313"/>
                    </a:lnTo>
                    <a:cubicBezTo>
                      <a:pt x="544" y="1313"/>
                      <a:pt x="1313" y="2264"/>
                      <a:pt x="1902" y="2264"/>
                    </a:cubicBezTo>
                    <a:cubicBezTo>
                      <a:pt x="2083" y="2264"/>
                      <a:pt x="2264" y="2264"/>
                      <a:pt x="2445" y="2083"/>
                    </a:cubicBezTo>
                    <a:lnTo>
                      <a:pt x="2626" y="2083"/>
                    </a:lnTo>
                    <a:lnTo>
                      <a:pt x="2626" y="1902"/>
                    </a:lnTo>
                    <a:cubicBezTo>
                      <a:pt x="2445" y="1132"/>
                      <a:pt x="1902" y="589"/>
                      <a:pt x="1313" y="181"/>
                    </a:cubicBezTo>
                    <a:cubicBezTo>
                      <a:pt x="1132" y="0"/>
                      <a:pt x="1132" y="0"/>
                      <a:pt x="951" y="0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3"/>
              <p:cNvSpPr/>
              <p:nvPr/>
            </p:nvSpPr>
            <p:spPr>
              <a:xfrm>
                <a:off x="5909841" y="2255034"/>
                <a:ext cx="38775" cy="33431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2265" extrusionOk="0">
                    <a:moveTo>
                      <a:pt x="906" y="1"/>
                    </a:moveTo>
                    <a:cubicBezTo>
                      <a:pt x="725" y="1"/>
                      <a:pt x="544" y="1"/>
                      <a:pt x="544" y="182"/>
                    </a:cubicBezTo>
                    <a:cubicBezTo>
                      <a:pt x="363" y="182"/>
                      <a:pt x="363" y="408"/>
                      <a:pt x="182" y="589"/>
                    </a:cubicBezTo>
                    <a:cubicBezTo>
                      <a:pt x="182" y="951"/>
                      <a:pt x="1" y="1132"/>
                      <a:pt x="182" y="1540"/>
                    </a:cubicBezTo>
                    <a:lnTo>
                      <a:pt x="363" y="1132"/>
                    </a:lnTo>
                    <a:lnTo>
                      <a:pt x="725" y="1540"/>
                    </a:lnTo>
                    <a:cubicBezTo>
                      <a:pt x="906" y="1721"/>
                      <a:pt x="1133" y="1721"/>
                      <a:pt x="1314" y="1902"/>
                    </a:cubicBezTo>
                    <a:cubicBezTo>
                      <a:pt x="1495" y="2083"/>
                      <a:pt x="1676" y="2083"/>
                      <a:pt x="1857" y="2264"/>
                    </a:cubicBezTo>
                    <a:cubicBezTo>
                      <a:pt x="2264" y="2264"/>
                      <a:pt x="2445" y="2264"/>
                      <a:pt x="2627" y="2083"/>
                    </a:cubicBezTo>
                    <a:lnTo>
                      <a:pt x="2627" y="1902"/>
                    </a:lnTo>
                    <a:cubicBezTo>
                      <a:pt x="2627" y="1132"/>
                      <a:pt x="2038" y="589"/>
                      <a:pt x="1495" y="182"/>
                    </a:cubicBezTo>
                    <a:cubicBezTo>
                      <a:pt x="1314" y="182"/>
                      <a:pt x="1133" y="1"/>
                      <a:pt x="906" y="1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3"/>
              <p:cNvSpPr/>
              <p:nvPr/>
            </p:nvSpPr>
            <p:spPr>
              <a:xfrm>
                <a:off x="5923214" y="2240997"/>
                <a:ext cx="39439" cy="33431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2265" extrusionOk="0">
                    <a:moveTo>
                      <a:pt x="951" y="1"/>
                    </a:moveTo>
                    <a:cubicBezTo>
                      <a:pt x="770" y="1"/>
                      <a:pt x="589" y="1"/>
                      <a:pt x="408" y="227"/>
                    </a:cubicBezTo>
                    <a:cubicBezTo>
                      <a:pt x="227" y="227"/>
                      <a:pt x="227" y="408"/>
                      <a:pt x="227" y="589"/>
                    </a:cubicBezTo>
                    <a:cubicBezTo>
                      <a:pt x="0" y="952"/>
                      <a:pt x="0" y="1359"/>
                      <a:pt x="0" y="1721"/>
                    </a:cubicBezTo>
                    <a:lnTo>
                      <a:pt x="408" y="1359"/>
                    </a:lnTo>
                    <a:lnTo>
                      <a:pt x="589" y="1540"/>
                    </a:lnTo>
                    <a:cubicBezTo>
                      <a:pt x="951" y="1721"/>
                      <a:pt x="1132" y="1902"/>
                      <a:pt x="1358" y="1902"/>
                    </a:cubicBezTo>
                    <a:cubicBezTo>
                      <a:pt x="1539" y="2083"/>
                      <a:pt x="1721" y="2264"/>
                      <a:pt x="1902" y="2264"/>
                    </a:cubicBezTo>
                    <a:lnTo>
                      <a:pt x="2490" y="2264"/>
                    </a:lnTo>
                    <a:cubicBezTo>
                      <a:pt x="2490" y="2083"/>
                      <a:pt x="2671" y="2083"/>
                      <a:pt x="2671" y="2083"/>
                    </a:cubicBezTo>
                    <a:lnTo>
                      <a:pt x="2671" y="1902"/>
                    </a:lnTo>
                    <a:cubicBezTo>
                      <a:pt x="2490" y="1359"/>
                      <a:pt x="1902" y="589"/>
                      <a:pt x="1358" y="227"/>
                    </a:cubicBezTo>
                    <a:cubicBezTo>
                      <a:pt x="1132" y="227"/>
                      <a:pt x="951" y="227"/>
                      <a:pt x="951" y="1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3"/>
              <p:cNvSpPr/>
              <p:nvPr/>
            </p:nvSpPr>
            <p:spPr>
              <a:xfrm>
                <a:off x="5934564" y="2230311"/>
                <a:ext cx="38775" cy="32752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2219" extrusionOk="0">
                    <a:moveTo>
                      <a:pt x="589" y="1"/>
                    </a:moveTo>
                    <a:lnTo>
                      <a:pt x="182" y="363"/>
                    </a:lnTo>
                    <a:cubicBezTo>
                      <a:pt x="182" y="725"/>
                      <a:pt x="1" y="1132"/>
                      <a:pt x="1" y="1495"/>
                    </a:cubicBezTo>
                    <a:lnTo>
                      <a:pt x="363" y="1132"/>
                    </a:lnTo>
                    <a:cubicBezTo>
                      <a:pt x="589" y="1313"/>
                      <a:pt x="589" y="1313"/>
                      <a:pt x="770" y="1313"/>
                    </a:cubicBezTo>
                    <a:lnTo>
                      <a:pt x="1314" y="1857"/>
                    </a:lnTo>
                    <a:cubicBezTo>
                      <a:pt x="1495" y="1857"/>
                      <a:pt x="1721" y="2083"/>
                      <a:pt x="1902" y="2083"/>
                    </a:cubicBezTo>
                    <a:cubicBezTo>
                      <a:pt x="1993" y="2174"/>
                      <a:pt x="2129" y="2219"/>
                      <a:pt x="2264" y="2219"/>
                    </a:cubicBezTo>
                    <a:cubicBezTo>
                      <a:pt x="2400" y="2219"/>
                      <a:pt x="2536" y="2174"/>
                      <a:pt x="2626" y="2083"/>
                    </a:cubicBezTo>
                    <a:lnTo>
                      <a:pt x="2626" y="1857"/>
                    </a:lnTo>
                    <a:cubicBezTo>
                      <a:pt x="2626" y="1132"/>
                      <a:pt x="2083" y="544"/>
                      <a:pt x="1314" y="182"/>
                    </a:cubicBezTo>
                    <a:cubicBezTo>
                      <a:pt x="1314" y="1"/>
                      <a:pt x="1133" y="1"/>
                      <a:pt x="952" y="1"/>
                    </a:cubicBezTo>
                    <a:close/>
                  </a:path>
                </a:pathLst>
              </a:custGeom>
              <a:solidFill>
                <a:srgbClr val="FAD8D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3"/>
              <p:cNvSpPr/>
              <p:nvPr/>
            </p:nvSpPr>
            <p:spPr>
              <a:xfrm>
                <a:off x="5979331" y="2305144"/>
                <a:ext cx="16723" cy="6950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4709" fill="none" extrusionOk="0">
                    <a:moveTo>
                      <a:pt x="1" y="1"/>
                    </a:moveTo>
                    <a:cubicBezTo>
                      <a:pt x="1" y="1"/>
                      <a:pt x="1" y="3577"/>
                      <a:pt x="1133" y="4709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3"/>
              <p:cNvSpPr/>
              <p:nvPr/>
            </p:nvSpPr>
            <p:spPr>
              <a:xfrm>
                <a:off x="6377571" y="2171492"/>
                <a:ext cx="731653" cy="1046794"/>
              </a:xfrm>
              <a:custGeom>
                <a:avLst/>
                <a:gdLst/>
                <a:ahLst/>
                <a:cxnLst/>
                <a:rect l="l" t="t" r="r" b="b"/>
                <a:pathLst>
                  <a:path w="49570" h="70921" extrusionOk="0">
                    <a:moveTo>
                      <a:pt x="21169" y="1"/>
                    </a:moveTo>
                    <a:cubicBezTo>
                      <a:pt x="21120" y="1"/>
                      <a:pt x="21095" y="2"/>
                      <a:pt x="21095" y="2"/>
                    </a:cubicBezTo>
                    <a:lnTo>
                      <a:pt x="12042" y="5661"/>
                    </a:lnTo>
                    <a:lnTo>
                      <a:pt x="2264" y="13764"/>
                    </a:lnTo>
                    <a:lnTo>
                      <a:pt x="0" y="67905"/>
                    </a:lnTo>
                    <a:cubicBezTo>
                      <a:pt x="0" y="67905"/>
                      <a:pt x="11394" y="70920"/>
                      <a:pt x="25279" y="70920"/>
                    </a:cubicBezTo>
                    <a:cubicBezTo>
                      <a:pt x="33116" y="70920"/>
                      <a:pt x="41746" y="69960"/>
                      <a:pt x="49569" y="66955"/>
                    </a:cubicBezTo>
                    <a:cubicBezTo>
                      <a:pt x="49207" y="55094"/>
                      <a:pt x="47306" y="22818"/>
                      <a:pt x="38479" y="11727"/>
                    </a:cubicBezTo>
                    <a:cubicBezTo>
                      <a:pt x="29381" y="323"/>
                      <a:pt x="21977" y="1"/>
                      <a:pt x="21169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3"/>
              <p:cNvSpPr/>
              <p:nvPr/>
            </p:nvSpPr>
            <p:spPr>
              <a:xfrm>
                <a:off x="6402294" y="2374634"/>
                <a:ext cx="8694" cy="217179"/>
              </a:xfrm>
              <a:custGeom>
                <a:avLst/>
                <a:gdLst/>
                <a:ahLst/>
                <a:cxnLst/>
                <a:rect l="l" t="t" r="r" b="b"/>
                <a:pathLst>
                  <a:path w="589" h="14714" fill="none" extrusionOk="0">
                    <a:moveTo>
                      <a:pt x="0" y="14713"/>
                    </a:moveTo>
                    <a:cubicBezTo>
                      <a:pt x="0" y="14713"/>
                      <a:pt x="589" y="6067"/>
                      <a:pt x="589" y="1"/>
                    </a:cubicBezTo>
                  </a:path>
                </a:pathLst>
              </a:custGeom>
              <a:noFill/>
              <a:ln w="14700" cap="flat" cmpd="sng">
                <a:solidFill>
                  <a:srgbClr val="28316B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3"/>
              <p:cNvSpPr/>
              <p:nvPr/>
            </p:nvSpPr>
            <p:spPr>
              <a:xfrm>
                <a:off x="7440616" y="2269026"/>
                <a:ext cx="161711" cy="205858"/>
              </a:xfrm>
              <a:custGeom>
                <a:avLst/>
                <a:gdLst/>
                <a:ahLst/>
                <a:cxnLst/>
                <a:rect l="l" t="t" r="r" b="b"/>
                <a:pathLst>
                  <a:path w="10956" h="13947" extrusionOk="0">
                    <a:moveTo>
                      <a:pt x="7909" y="0"/>
                    </a:moveTo>
                    <a:cubicBezTo>
                      <a:pt x="7401" y="0"/>
                      <a:pt x="1" y="8287"/>
                      <a:pt x="1" y="8287"/>
                    </a:cubicBezTo>
                    <a:lnTo>
                      <a:pt x="2672" y="13946"/>
                    </a:lnTo>
                    <a:lnTo>
                      <a:pt x="6248" y="9057"/>
                    </a:lnTo>
                    <a:cubicBezTo>
                      <a:pt x="6248" y="9057"/>
                      <a:pt x="10956" y="3217"/>
                      <a:pt x="10775" y="2448"/>
                    </a:cubicBezTo>
                    <a:cubicBezTo>
                      <a:pt x="10747" y="2411"/>
                      <a:pt x="10705" y="2394"/>
                      <a:pt x="10651" y="2394"/>
                    </a:cubicBezTo>
                    <a:cubicBezTo>
                      <a:pt x="9901" y="2394"/>
                      <a:pt x="6791" y="5662"/>
                      <a:pt x="6791" y="5662"/>
                    </a:cubicBezTo>
                    <a:cubicBezTo>
                      <a:pt x="6791" y="5662"/>
                      <a:pt x="10186" y="1723"/>
                      <a:pt x="9824" y="954"/>
                    </a:cubicBezTo>
                    <a:cubicBezTo>
                      <a:pt x="9811" y="912"/>
                      <a:pt x="9778" y="892"/>
                      <a:pt x="9729" y="892"/>
                    </a:cubicBezTo>
                    <a:cubicBezTo>
                      <a:pt x="9091" y="892"/>
                      <a:pt x="5659" y="4168"/>
                      <a:pt x="5659" y="4168"/>
                    </a:cubicBezTo>
                    <a:cubicBezTo>
                      <a:pt x="5659" y="4168"/>
                      <a:pt x="8692" y="592"/>
                      <a:pt x="7923" y="3"/>
                    </a:cubicBezTo>
                    <a:cubicBezTo>
                      <a:pt x="7919" y="1"/>
                      <a:pt x="7914" y="0"/>
                      <a:pt x="7909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6" name="Google Shape;1616;p3"/>
              <p:cNvSpPr/>
              <p:nvPr/>
            </p:nvSpPr>
            <p:spPr>
              <a:xfrm>
                <a:off x="7426594" y="2282606"/>
                <a:ext cx="94892" cy="112087"/>
              </a:xfrm>
              <a:custGeom>
                <a:avLst/>
                <a:gdLst/>
                <a:ahLst/>
                <a:cxnLst/>
                <a:rect l="l" t="t" r="r" b="b"/>
                <a:pathLst>
                  <a:path w="6429" h="7594" extrusionOk="0">
                    <a:moveTo>
                      <a:pt x="5912" y="1"/>
                    </a:moveTo>
                    <a:cubicBezTo>
                      <a:pt x="5517" y="1"/>
                      <a:pt x="4957" y="603"/>
                      <a:pt x="3803" y="2116"/>
                    </a:cubicBezTo>
                    <a:cubicBezTo>
                      <a:pt x="2490" y="3791"/>
                      <a:pt x="1358" y="6236"/>
                      <a:pt x="1358" y="6236"/>
                    </a:cubicBezTo>
                    <a:lnTo>
                      <a:pt x="0" y="7594"/>
                    </a:lnTo>
                    <a:lnTo>
                      <a:pt x="3395" y="6824"/>
                    </a:lnTo>
                    <a:cubicBezTo>
                      <a:pt x="4934" y="5511"/>
                      <a:pt x="5296" y="2660"/>
                      <a:pt x="5296" y="2660"/>
                    </a:cubicBezTo>
                    <a:cubicBezTo>
                      <a:pt x="5296" y="2660"/>
                      <a:pt x="6428" y="215"/>
                      <a:pt x="6066" y="34"/>
                    </a:cubicBezTo>
                    <a:cubicBezTo>
                      <a:pt x="6017" y="12"/>
                      <a:pt x="5966" y="1"/>
                      <a:pt x="5912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3"/>
              <p:cNvSpPr/>
              <p:nvPr/>
            </p:nvSpPr>
            <p:spPr>
              <a:xfrm>
                <a:off x="6939499" y="2380656"/>
                <a:ext cx="567950" cy="378963"/>
              </a:xfrm>
              <a:custGeom>
                <a:avLst/>
                <a:gdLst/>
                <a:ahLst/>
                <a:cxnLst/>
                <a:rect l="l" t="t" r="r" b="b"/>
                <a:pathLst>
                  <a:path w="38479" h="25675" extrusionOk="0">
                    <a:moveTo>
                      <a:pt x="33952" y="0"/>
                    </a:moveTo>
                    <a:lnTo>
                      <a:pt x="19420" y="11136"/>
                    </a:lnTo>
                    <a:lnTo>
                      <a:pt x="13988" y="4346"/>
                    </a:lnTo>
                    <a:lnTo>
                      <a:pt x="0" y="9054"/>
                    </a:lnTo>
                    <a:cubicBezTo>
                      <a:pt x="0" y="9054"/>
                      <a:pt x="11136" y="24898"/>
                      <a:pt x="17564" y="25622"/>
                    </a:cubicBezTo>
                    <a:cubicBezTo>
                      <a:pt x="17834" y="25657"/>
                      <a:pt x="18106" y="25675"/>
                      <a:pt x="18377" y="25675"/>
                    </a:cubicBezTo>
                    <a:cubicBezTo>
                      <a:pt x="25491" y="25675"/>
                      <a:pt x="33203" y="13987"/>
                      <a:pt x="38479" y="5659"/>
                    </a:cubicBezTo>
                    <a:cubicBezTo>
                      <a:pt x="38297" y="3214"/>
                      <a:pt x="33952" y="0"/>
                      <a:pt x="33952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3"/>
              <p:cNvSpPr/>
              <p:nvPr/>
            </p:nvSpPr>
            <p:spPr>
              <a:xfrm>
                <a:off x="7159320" y="2545024"/>
                <a:ext cx="66833" cy="91556"/>
              </a:xfrm>
              <a:custGeom>
                <a:avLst/>
                <a:gdLst/>
                <a:ahLst/>
                <a:cxnLst/>
                <a:rect l="l" t="t" r="r" b="b"/>
                <a:pathLst>
                  <a:path w="4528" h="6203" fill="none" extrusionOk="0">
                    <a:moveTo>
                      <a:pt x="4527" y="0"/>
                    </a:moveTo>
                    <a:cubicBezTo>
                      <a:pt x="4527" y="0"/>
                      <a:pt x="2083" y="2445"/>
                      <a:pt x="1" y="6202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p3"/>
              <p:cNvSpPr/>
              <p:nvPr/>
            </p:nvSpPr>
            <p:spPr>
              <a:xfrm>
                <a:off x="7488054" y="2330384"/>
                <a:ext cx="125637" cy="153179"/>
              </a:xfrm>
              <a:custGeom>
                <a:avLst/>
                <a:gdLst/>
                <a:ahLst/>
                <a:cxnLst/>
                <a:rect l="l" t="t" r="r" b="b"/>
                <a:pathLst>
                  <a:path w="8512" h="10378" extrusionOk="0">
                    <a:moveTo>
                      <a:pt x="7853" y="1"/>
                    </a:moveTo>
                    <a:cubicBezTo>
                      <a:pt x="7209" y="1"/>
                      <a:pt x="5101" y="2114"/>
                      <a:pt x="4709" y="2637"/>
                    </a:cubicBezTo>
                    <a:cubicBezTo>
                      <a:pt x="3396" y="2818"/>
                      <a:pt x="770" y="4130"/>
                      <a:pt x="182" y="6032"/>
                    </a:cubicBezTo>
                    <a:lnTo>
                      <a:pt x="1" y="10378"/>
                    </a:lnTo>
                    <a:cubicBezTo>
                      <a:pt x="1" y="10378"/>
                      <a:pt x="4890" y="4900"/>
                      <a:pt x="5659" y="3949"/>
                    </a:cubicBezTo>
                    <a:cubicBezTo>
                      <a:pt x="6429" y="2818"/>
                      <a:pt x="8511" y="192"/>
                      <a:pt x="7923" y="11"/>
                    </a:cubicBezTo>
                    <a:cubicBezTo>
                      <a:pt x="7902" y="4"/>
                      <a:pt x="7879" y="1"/>
                      <a:pt x="7853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3"/>
              <p:cNvSpPr/>
              <p:nvPr/>
            </p:nvSpPr>
            <p:spPr>
              <a:xfrm>
                <a:off x="6736372" y="2185337"/>
                <a:ext cx="465058" cy="459922"/>
              </a:xfrm>
              <a:custGeom>
                <a:avLst/>
                <a:gdLst/>
                <a:ahLst/>
                <a:cxnLst/>
                <a:rect l="l" t="t" r="r" b="b"/>
                <a:pathLst>
                  <a:path w="31508" h="31160" extrusionOk="0">
                    <a:moveTo>
                      <a:pt x="5339" y="0"/>
                    </a:moveTo>
                    <a:cubicBezTo>
                      <a:pt x="2224" y="0"/>
                      <a:pt x="0" y="377"/>
                      <a:pt x="0" y="377"/>
                    </a:cubicBezTo>
                    <a:lnTo>
                      <a:pt x="9416" y="15089"/>
                    </a:lnTo>
                    <a:cubicBezTo>
                      <a:pt x="9416" y="15089"/>
                      <a:pt x="13219" y="26633"/>
                      <a:pt x="16614" y="31160"/>
                    </a:cubicBezTo>
                    <a:cubicBezTo>
                      <a:pt x="19421" y="30933"/>
                      <a:pt x="29606" y="23962"/>
                      <a:pt x="31507" y="20974"/>
                    </a:cubicBezTo>
                    <a:cubicBezTo>
                      <a:pt x="26981" y="13233"/>
                      <a:pt x="22997" y="5854"/>
                      <a:pt x="18289" y="3048"/>
                    </a:cubicBezTo>
                    <a:cubicBezTo>
                      <a:pt x="14260" y="560"/>
                      <a:pt x="9137" y="0"/>
                      <a:pt x="5339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3"/>
              <p:cNvSpPr/>
              <p:nvPr/>
            </p:nvSpPr>
            <p:spPr>
              <a:xfrm>
                <a:off x="6886702" y="2436110"/>
                <a:ext cx="94907" cy="209149"/>
              </a:xfrm>
              <a:custGeom>
                <a:avLst/>
                <a:gdLst/>
                <a:ahLst/>
                <a:cxnLst/>
                <a:rect l="l" t="t" r="r" b="b"/>
                <a:pathLst>
                  <a:path w="6430" h="14170" fill="none" extrusionOk="0">
                    <a:moveTo>
                      <a:pt x="6429" y="14170"/>
                    </a:moveTo>
                    <a:lnTo>
                      <a:pt x="1" y="1"/>
                    </a:lnTo>
                  </a:path>
                </a:pathLst>
              </a:custGeom>
              <a:noFill/>
              <a:ln w="14700" cap="flat" cmpd="sng">
                <a:solidFill>
                  <a:srgbClr val="28316B"/>
                </a:solidFill>
                <a:prstDash val="solid"/>
                <a:miter lim="4526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3"/>
              <p:cNvSpPr/>
              <p:nvPr/>
            </p:nvSpPr>
            <p:spPr>
              <a:xfrm>
                <a:off x="7499420" y="2335889"/>
                <a:ext cx="14037" cy="55468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758" fill="none" extrusionOk="0">
                    <a:moveTo>
                      <a:pt x="181" y="0"/>
                    </a:moveTo>
                    <a:cubicBezTo>
                      <a:pt x="181" y="0"/>
                      <a:pt x="951" y="1901"/>
                      <a:pt x="0" y="3757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3"/>
              <p:cNvSpPr/>
              <p:nvPr/>
            </p:nvSpPr>
            <p:spPr>
              <a:xfrm>
                <a:off x="6555296" y="1834758"/>
                <a:ext cx="283982" cy="296307"/>
              </a:xfrm>
              <a:custGeom>
                <a:avLst/>
                <a:gdLst/>
                <a:ahLst/>
                <a:cxnLst/>
                <a:rect l="l" t="t" r="r" b="b"/>
                <a:pathLst>
                  <a:path w="19240" h="20075" extrusionOk="0">
                    <a:moveTo>
                      <a:pt x="7198" y="0"/>
                    </a:moveTo>
                    <a:cubicBezTo>
                      <a:pt x="1313" y="363"/>
                      <a:pt x="1" y="6972"/>
                      <a:pt x="589" y="11906"/>
                    </a:cubicBezTo>
                    <a:cubicBezTo>
                      <a:pt x="770" y="15075"/>
                      <a:pt x="2445" y="18108"/>
                      <a:pt x="4935" y="19240"/>
                    </a:cubicBezTo>
                    <a:cubicBezTo>
                      <a:pt x="6497" y="19830"/>
                      <a:pt x="8326" y="20074"/>
                      <a:pt x="10012" y="20074"/>
                    </a:cubicBezTo>
                    <a:cubicBezTo>
                      <a:pt x="10525" y="20074"/>
                      <a:pt x="11024" y="20052"/>
                      <a:pt x="11499" y="20009"/>
                    </a:cubicBezTo>
                    <a:cubicBezTo>
                      <a:pt x="12268" y="19828"/>
                      <a:pt x="13219" y="18878"/>
                      <a:pt x="13762" y="18697"/>
                    </a:cubicBezTo>
                    <a:cubicBezTo>
                      <a:pt x="16614" y="17338"/>
                      <a:pt x="18515" y="13943"/>
                      <a:pt x="18697" y="11680"/>
                    </a:cubicBezTo>
                    <a:cubicBezTo>
                      <a:pt x="19059" y="9054"/>
                      <a:pt x="19240" y="5659"/>
                      <a:pt x="17927" y="3215"/>
                    </a:cubicBezTo>
                    <a:cubicBezTo>
                      <a:pt x="16795" y="1494"/>
                      <a:pt x="13038" y="1902"/>
                      <a:pt x="11137" y="1132"/>
                    </a:cubicBezTo>
                    <a:lnTo>
                      <a:pt x="7198" y="0"/>
                    </a:ln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3"/>
              <p:cNvSpPr/>
              <p:nvPr/>
            </p:nvSpPr>
            <p:spPr>
              <a:xfrm>
                <a:off x="6555296" y="1990904"/>
                <a:ext cx="50125" cy="62036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4203" extrusionOk="0">
                    <a:moveTo>
                      <a:pt x="1592" y="0"/>
                    </a:moveTo>
                    <a:cubicBezTo>
                      <a:pt x="1285" y="0"/>
                      <a:pt x="967" y="155"/>
                      <a:pt x="770" y="377"/>
                    </a:cubicBezTo>
                    <a:cubicBezTo>
                      <a:pt x="182" y="739"/>
                      <a:pt x="1" y="1689"/>
                      <a:pt x="182" y="2233"/>
                    </a:cubicBezTo>
                    <a:cubicBezTo>
                      <a:pt x="379" y="3218"/>
                      <a:pt x="1090" y="4203"/>
                      <a:pt x="2017" y="4203"/>
                    </a:cubicBezTo>
                    <a:cubicBezTo>
                      <a:pt x="2156" y="4203"/>
                      <a:pt x="2298" y="4181"/>
                      <a:pt x="2445" y="4134"/>
                    </a:cubicBezTo>
                    <a:cubicBezTo>
                      <a:pt x="2853" y="3953"/>
                      <a:pt x="3215" y="3591"/>
                      <a:pt x="3396" y="3183"/>
                    </a:cubicBezTo>
                    <a:lnTo>
                      <a:pt x="2264" y="377"/>
                    </a:lnTo>
                    <a:cubicBezTo>
                      <a:pt x="2099" y="108"/>
                      <a:pt x="1849" y="0"/>
                      <a:pt x="1592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3"/>
              <p:cNvSpPr/>
              <p:nvPr/>
            </p:nvSpPr>
            <p:spPr>
              <a:xfrm>
                <a:off x="6758423" y="1996217"/>
                <a:ext cx="50125" cy="56752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3845" extrusionOk="0">
                    <a:moveTo>
                      <a:pt x="2087" y="0"/>
                    </a:moveTo>
                    <a:cubicBezTo>
                      <a:pt x="1876" y="0"/>
                      <a:pt x="1678" y="59"/>
                      <a:pt x="1539" y="198"/>
                    </a:cubicBezTo>
                    <a:lnTo>
                      <a:pt x="0" y="2823"/>
                    </a:lnTo>
                    <a:cubicBezTo>
                      <a:pt x="227" y="3231"/>
                      <a:pt x="589" y="3593"/>
                      <a:pt x="951" y="3774"/>
                    </a:cubicBezTo>
                    <a:cubicBezTo>
                      <a:pt x="1109" y="3822"/>
                      <a:pt x="1263" y="3845"/>
                      <a:pt x="1416" y="3845"/>
                    </a:cubicBezTo>
                    <a:cubicBezTo>
                      <a:pt x="1834" y="3845"/>
                      <a:pt x="2240" y="3677"/>
                      <a:pt x="2671" y="3412"/>
                    </a:cubicBezTo>
                    <a:cubicBezTo>
                      <a:pt x="3033" y="2823"/>
                      <a:pt x="3214" y="2280"/>
                      <a:pt x="3214" y="1873"/>
                    </a:cubicBezTo>
                    <a:cubicBezTo>
                      <a:pt x="3395" y="1329"/>
                      <a:pt x="3214" y="741"/>
                      <a:pt x="3033" y="379"/>
                    </a:cubicBezTo>
                    <a:cubicBezTo>
                      <a:pt x="2809" y="155"/>
                      <a:pt x="2430" y="0"/>
                      <a:pt x="2087" y="0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3"/>
              <p:cNvSpPr/>
              <p:nvPr/>
            </p:nvSpPr>
            <p:spPr>
              <a:xfrm>
                <a:off x="6616772" y="1979745"/>
                <a:ext cx="138995" cy="261370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7708" extrusionOk="0">
                    <a:moveTo>
                      <a:pt x="5840" y="1"/>
                    </a:moveTo>
                    <a:lnTo>
                      <a:pt x="0" y="7923"/>
                    </a:lnTo>
                    <a:lnTo>
                      <a:pt x="181" y="15438"/>
                    </a:lnTo>
                    <a:cubicBezTo>
                      <a:pt x="664" y="16794"/>
                      <a:pt x="2561" y="17707"/>
                      <a:pt x="4554" y="17707"/>
                    </a:cubicBezTo>
                    <a:cubicBezTo>
                      <a:pt x="6483" y="17707"/>
                      <a:pt x="8503" y="16851"/>
                      <a:pt x="9416" y="14713"/>
                    </a:cubicBezTo>
                    <a:lnTo>
                      <a:pt x="9054" y="7153"/>
                    </a:lnTo>
                    <a:lnTo>
                      <a:pt x="5840" y="1"/>
                    </a:ln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3"/>
              <p:cNvSpPr/>
              <p:nvPr/>
            </p:nvSpPr>
            <p:spPr>
              <a:xfrm>
                <a:off x="6574676" y="1891599"/>
                <a:ext cx="225858" cy="258448"/>
              </a:xfrm>
              <a:custGeom>
                <a:avLst/>
                <a:gdLst/>
                <a:ahLst/>
                <a:cxnLst/>
                <a:rect l="l" t="t" r="r" b="b"/>
                <a:pathLst>
                  <a:path w="15302" h="17510" extrusionOk="0">
                    <a:moveTo>
                      <a:pt x="4764" y="1"/>
                    </a:moveTo>
                    <a:cubicBezTo>
                      <a:pt x="3074" y="1"/>
                      <a:pt x="1670" y="550"/>
                      <a:pt x="1132" y="1989"/>
                    </a:cubicBezTo>
                    <a:cubicBezTo>
                      <a:pt x="0" y="4841"/>
                      <a:pt x="408" y="15389"/>
                      <a:pt x="2671" y="16702"/>
                    </a:cubicBezTo>
                    <a:cubicBezTo>
                      <a:pt x="3623" y="17254"/>
                      <a:pt x="5072" y="17510"/>
                      <a:pt x="6558" y="17510"/>
                    </a:cubicBezTo>
                    <a:cubicBezTo>
                      <a:pt x="8607" y="17510"/>
                      <a:pt x="10728" y="17024"/>
                      <a:pt x="11725" y="16158"/>
                    </a:cubicBezTo>
                    <a:cubicBezTo>
                      <a:pt x="13219" y="14619"/>
                      <a:pt x="15301" y="5792"/>
                      <a:pt x="13400" y="3528"/>
                    </a:cubicBezTo>
                    <a:cubicBezTo>
                      <a:pt x="12045" y="1908"/>
                      <a:pt x="7911" y="1"/>
                      <a:pt x="4764" y="1"/>
                    </a:cubicBezTo>
                    <a:close/>
                  </a:path>
                </a:pathLst>
              </a:custGeom>
              <a:solidFill>
                <a:srgbClr val="FACA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3"/>
              <p:cNvSpPr/>
              <p:nvPr/>
            </p:nvSpPr>
            <p:spPr>
              <a:xfrm>
                <a:off x="6535916" y="1799349"/>
                <a:ext cx="314727" cy="224514"/>
              </a:xfrm>
              <a:custGeom>
                <a:avLst/>
                <a:gdLst/>
                <a:ahLst/>
                <a:cxnLst/>
                <a:rect l="l" t="t" r="r" b="b"/>
                <a:pathLst>
                  <a:path w="21323" h="15211" extrusionOk="0">
                    <a:moveTo>
                      <a:pt x="8839" y="1"/>
                    </a:moveTo>
                    <a:cubicBezTo>
                      <a:pt x="7094" y="1"/>
                      <a:pt x="5324" y="417"/>
                      <a:pt x="3758" y="1268"/>
                    </a:cubicBezTo>
                    <a:cubicBezTo>
                      <a:pt x="951" y="2988"/>
                      <a:pt x="182" y="5976"/>
                      <a:pt x="1" y="9190"/>
                    </a:cubicBezTo>
                    <a:cubicBezTo>
                      <a:pt x="1267" y="9492"/>
                      <a:pt x="2564" y="9639"/>
                      <a:pt x="3862" y="9639"/>
                    </a:cubicBezTo>
                    <a:cubicBezTo>
                      <a:pt x="6649" y="9639"/>
                      <a:pt x="9436" y="8962"/>
                      <a:pt x="11906" y="7696"/>
                    </a:cubicBezTo>
                    <a:cubicBezTo>
                      <a:pt x="11906" y="9009"/>
                      <a:pt x="16977" y="13717"/>
                      <a:pt x="18470" y="15211"/>
                    </a:cubicBezTo>
                    <a:cubicBezTo>
                      <a:pt x="21322" y="11815"/>
                      <a:pt x="20553" y="6745"/>
                      <a:pt x="18878" y="4301"/>
                    </a:cubicBezTo>
                    <a:cubicBezTo>
                      <a:pt x="17904" y="2976"/>
                      <a:pt x="16629" y="1954"/>
                      <a:pt x="14994" y="1954"/>
                    </a:cubicBezTo>
                    <a:cubicBezTo>
                      <a:pt x="14729" y="1954"/>
                      <a:pt x="14454" y="1980"/>
                      <a:pt x="14170" y="2037"/>
                    </a:cubicBezTo>
                    <a:cubicBezTo>
                      <a:pt x="13038" y="724"/>
                      <a:pt x="12450" y="498"/>
                      <a:pt x="10548" y="136"/>
                    </a:cubicBezTo>
                    <a:cubicBezTo>
                      <a:pt x="9987" y="46"/>
                      <a:pt x="9414" y="1"/>
                      <a:pt x="8839" y="1"/>
                    </a:cubicBezTo>
                    <a:close/>
                  </a:path>
                </a:pathLst>
              </a:custGeom>
              <a:solidFill>
                <a:srgbClr val="EC64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3"/>
              <p:cNvSpPr/>
              <p:nvPr/>
            </p:nvSpPr>
            <p:spPr>
              <a:xfrm>
                <a:off x="6636151" y="2135434"/>
                <a:ext cx="100235" cy="25402"/>
              </a:xfrm>
              <a:custGeom>
                <a:avLst/>
                <a:gdLst/>
                <a:ahLst/>
                <a:cxnLst/>
                <a:rect l="l" t="t" r="r" b="b"/>
                <a:pathLst>
                  <a:path w="6791" h="1721" fill="none" extrusionOk="0">
                    <a:moveTo>
                      <a:pt x="0" y="951"/>
                    </a:moveTo>
                    <a:cubicBezTo>
                      <a:pt x="0" y="951"/>
                      <a:pt x="4708" y="1721"/>
                      <a:pt x="6790" y="0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3"/>
              <p:cNvSpPr/>
              <p:nvPr/>
            </p:nvSpPr>
            <p:spPr>
              <a:xfrm>
                <a:off x="6650173" y="2004468"/>
                <a:ext cx="33431" cy="66833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4528" fill="none" extrusionOk="0">
                    <a:moveTo>
                      <a:pt x="1314" y="1"/>
                    </a:moveTo>
                    <a:cubicBezTo>
                      <a:pt x="1314" y="1"/>
                      <a:pt x="1" y="3034"/>
                      <a:pt x="544" y="3803"/>
                    </a:cubicBezTo>
                    <a:cubicBezTo>
                      <a:pt x="951" y="4528"/>
                      <a:pt x="2264" y="4166"/>
                      <a:pt x="2264" y="4166"/>
                    </a:cubicBezTo>
                  </a:path>
                </a:pathLst>
              </a:custGeom>
              <a:noFill/>
              <a:ln w="14700" cap="flat" cmpd="sng">
                <a:solidFill>
                  <a:srgbClr val="F4A2A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3"/>
              <p:cNvSpPr/>
              <p:nvPr/>
            </p:nvSpPr>
            <p:spPr>
              <a:xfrm>
                <a:off x="6706350" y="2001797"/>
                <a:ext cx="16000" cy="17771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204" extrusionOk="0">
                    <a:moveTo>
                      <a:pt x="541" y="1"/>
                    </a:moveTo>
                    <a:cubicBezTo>
                      <a:pt x="359" y="1"/>
                      <a:pt x="359" y="1"/>
                      <a:pt x="133" y="182"/>
                    </a:cubicBezTo>
                    <a:lnTo>
                      <a:pt x="133" y="770"/>
                    </a:lnTo>
                    <a:cubicBezTo>
                      <a:pt x="1" y="1035"/>
                      <a:pt x="183" y="1203"/>
                      <a:pt x="362" y="1203"/>
                    </a:cubicBezTo>
                    <a:cubicBezTo>
                      <a:pt x="427" y="1203"/>
                      <a:pt x="492" y="1181"/>
                      <a:pt x="541" y="1132"/>
                    </a:cubicBezTo>
                    <a:cubicBezTo>
                      <a:pt x="1084" y="1132"/>
                      <a:pt x="1084" y="1"/>
                      <a:pt x="541" y="1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p3"/>
              <p:cNvSpPr/>
              <p:nvPr/>
            </p:nvSpPr>
            <p:spPr>
              <a:xfrm>
                <a:off x="6608078" y="1996454"/>
                <a:ext cx="16723" cy="1939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1314" extrusionOk="0">
                    <a:moveTo>
                      <a:pt x="589" y="1"/>
                    </a:moveTo>
                    <a:cubicBezTo>
                      <a:pt x="408" y="1"/>
                      <a:pt x="227" y="182"/>
                      <a:pt x="227" y="363"/>
                    </a:cubicBezTo>
                    <a:cubicBezTo>
                      <a:pt x="227" y="544"/>
                      <a:pt x="227" y="725"/>
                      <a:pt x="1" y="951"/>
                    </a:cubicBezTo>
                    <a:cubicBezTo>
                      <a:pt x="1" y="1132"/>
                      <a:pt x="408" y="1313"/>
                      <a:pt x="589" y="1313"/>
                    </a:cubicBezTo>
                    <a:cubicBezTo>
                      <a:pt x="1133" y="1132"/>
                      <a:pt x="1133" y="1"/>
                      <a:pt x="589" y="1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p3"/>
              <p:cNvSpPr/>
              <p:nvPr/>
            </p:nvSpPr>
            <p:spPr>
              <a:xfrm>
                <a:off x="6636151" y="2085324"/>
                <a:ext cx="69121" cy="33564"/>
              </a:xfrm>
              <a:custGeom>
                <a:avLst/>
                <a:gdLst/>
                <a:ahLst/>
                <a:cxnLst/>
                <a:rect l="l" t="t" r="r" b="b"/>
                <a:pathLst>
                  <a:path w="4683" h="2274" extrusionOk="0">
                    <a:moveTo>
                      <a:pt x="181" y="0"/>
                    </a:moveTo>
                    <a:cubicBezTo>
                      <a:pt x="181" y="0"/>
                      <a:pt x="0" y="2264"/>
                      <a:pt x="2264" y="2264"/>
                    </a:cubicBezTo>
                    <a:cubicBezTo>
                      <a:pt x="2351" y="2270"/>
                      <a:pt x="2435" y="2273"/>
                      <a:pt x="2515" y="2273"/>
                    </a:cubicBezTo>
                    <a:cubicBezTo>
                      <a:pt x="4683" y="2273"/>
                      <a:pt x="4346" y="0"/>
                      <a:pt x="43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3"/>
              <p:cNvSpPr/>
              <p:nvPr/>
            </p:nvSpPr>
            <p:spPr>
              <a:xfrm>
                <a:off x="6700284" y="1971066"/>
                <a:ext cx="38775" cy="2273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1540" extrusionOk="0">
                    <a:moveTo>
                      <a:pt x="182" y="0"/>
                    </a:moveTo>
                    <a:cubicBezTo>
                      <a:pt x="182" y="0"/>
                      <a:pt x="1" y="589"/>
                      <a:pt x="182" y="770"/>
                    </a:cubicBezTo>
                    <a:cubicBezTo>
                      <a:pt x="952" y="770"/>
                      <a:pt x="1676" y="1132"/>
                      <a:pt x="2264" y="1539"/>
                    </a:cubicBezTo>
                    <a:cubicBezTo>
                      <a:pt x="2445" y="1313"/>
                      <a:pt x="2626" y="1132"/>
                      <a:pt x="2626" y="770"/>
                    </a:cubicBezTo>
                    <a:cubicBezTo>
                      <a:pt x="2445" y="589"/>
                      <a:pt x="1314" y="181"/>
                      <a:pt x="182" y="0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3"/>
              <p:cNvSpPr/>
              <p:nvPr/>
            </p:nvSpPr>
            <p:spPr>
              <a:xfrm>
                <a:off x="6602735" y="1970343"/>
                <a:ext cx="28074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1000" extrusionOk="0">
                    <a:moveTo>
                      <a:pt x="1273" y="0"/>
                    </a:moveTo>
                    <a:cubicBezTo>
                      <a:pt x="626" y="0"/>
                      <a:pt x="1" y="273"/>
                      <a:pt x="1" y="457"/>
                    </a:cubicBezTo>
                    <a:lnTo>
                      <a:pt x="1" y="1000"/>
                    </a:lnTo>
                    <a:cubicBezTo>
                      <a:pt x="589" y="819"/>
                      <a:pt x="1132" y="638"/>
                      <a:pt x="1721" y="638"/>
                    </a:cubicBezTo>
                    <a:cubicBezTo>
                      <a:pt x="1902" y="638"/>
                      <a:pt x="1721" y="49"/>
                      <a:pt x="1721" y="49"/>
                    </a:cubicBezTo>
                    <a:cubicBezTo>
                      <a:pt x="1575" y="15"/>
                      <a:pt x="1424" y="0"/>
                      <a:pt x="1273" y="0"/>
                    </a:cubicBezTo>
                    <a:close/>
                  </a:path>
                </a:pathLst>
              </a:custGeom>
              <a:solidFill>
                <a:srgbClr val="3E12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6" name="Google Shape;1636;p3"/>
            <p:cNvGrpSpPr/>
            <p:nvPr/>
          </p:nvGrpSpPr>
          <p:grpSpPr>
            <a:xfrm>
              <a:off x="7285310" y="3333307"/>
              <a:ext cx="1101108" cy="1532280"/>
              <a:chOff x="7285310" y="3333307"/>
              <a:chExt cx="1101108" cy="1532280"/>
            </a:xfrm>
          </p:grpSpPr>
          <p:sp>
            <p:nvSpPr>
              <p:cNvPr id="1637" name="Google Shape;1637;p3"/>
              <p:cNvSpPr/>
              <p:nvPr/>
            </p:nvSpPr>
            <p:spPr>
              <a:xfrm>
                <a:off x="7768692" y="4483792"/>
                <a:ext cx="254219" cy="42"/>
              </a:xfrm>
              <a:custGeom>
                <a:avLst/>
                <a:gdLst/>
                <a:ahLst/>
                <a:cxnLst/>
                <a:rect l="l" t="t" r="r" b="b"/>
                <a:pathLst>
                  <a:path w="6027" h="1" fill="none" extrusionOk="0">
                    <a:moveTo>
                      <a:pt x="1" y="1"/>
                    </a:moveTo>
                    <a:lnTo>
                      <a:pt x="6026" y="1"/>
                    </a:lnTo>
                  </a:path>
                </a:pathLst>
              </a:custGeom>
              <a:noFill/>
              <a:ln w="95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3"/>
              <p:cNvSpPr/>
              <p:nvPr/>
            </p:nvSpPr>
            <p:spPr>
              <a:xfrm>
                <a:off x="8004647" y="4369647"/>
                <a:ext cx="165936" cy="42"/>
              </a:xfrm>
              <a:custGeom>
                <a:avLst/>
                <a:gdLst/>
                <a:ahLst/>
                <a:cxnLst/>
                <a:rect l="l" t="t" r="r" b="b"/>
                <a:pathLst>
                  <a:path w="3934" h="1" fill="none" extrusionOk="0">
                    <a:moveTo>
                      <a:pt x="0" y="1"/>
                    </a:moveTo>
                    <a:lnTo>
                      <a:pt x="3934" y="1"/>
                    </a:lnTo>
                  </a:path>
                </a:pathLst>
              </a:custGeom>
              <a:noFill/>
              <a:ln w="95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3"/>
              <p:cNvSpPr/>
              <p:nvPr/>
            </p:nvSpPr>
            <p:spPr>
              <a:xfrm>
                <a:off x="7984485" y="4397951"/>
                <a:ext cx="42" cy="638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3" fill="none" extrusionOk="0">
                    <a:moveTo>
                      <a:pt x="1" y="0"/>
                    </a:moveTo>
                    <a:lnTo>
                      <a:pt x="1" y="1513"/>
                    </a:lnTo>
                  </a:path>
                </a:pathLst>
              </a:custGeom>
              <a:noFill/>
              <a:ln w="95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3"/>
              <p:cNvSpPr/>
              <p:nvPr/>
            </p:nvSpPr>
            <p:spPr>
              <a:xfrm>
                <a:off x="7952850" y="4429588"/>
                <a:ext cx="63818" cy="42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" fill="none" extrusionOk="0">
                    <a:moveTo>
                      <a:pt x="0" y="1"/>
                    </a:moveTo>
                    <a:lnTo>
                      <a:pt x="1513" y="1"/>
                    </a:lnTo>
                  </a:path>
                </a:pathLst>
              </a:custGeom>
              <a:noFill/>
              <a:ln w="9525" cap="flat" cmpd="sng">
                <a:solidFill>
                  <a:srgbClr val="E8ECF8"/>
                </a:solidFill>
                <a:prstDash val="solid"/>
                <a:miter lim="113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3"/>
              <p:cNvSpPr/>
              <p:nvPr/>
            </p:nvSpPr>
            <p:spPr>
              <a:xfrm>
                <a:off x="7690997" y="3544304"/>
                <a:ext cx="153999" cy="42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1" fill="none" extrusionOk="0">
                    <a:moveTo>
                      <a:pt x="3650" y="1"/>
                    </a:moveTo>
                    <a:lnTo>
                      <a:pt x="1" y="1"/>
                    </a:lnTo>
                  </a:path>
                </a:pathLst>
              </a:custGeom>
              <a:noFill/>
              <a:ln w="9525" cap="flat" cmpd="sng">
                <a:solidFill>
                  <a:srgbClr val="B9C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3"/>
              <p:cNvSpPr/>
              <p:nvPr/>
            </p:nvSpPr>
            <p:spPr>
              <a:xfrm>
                <a:off x="8010890" y="4093900"/>
                <a:ext cx="221572" cy="136587"/>
              </a:xfrm>
              <a:custGeom>
                <a:avLst/>
                <a:gdLst/>
                <a:ahLst/>
                <a:cxnLst/>
                <a:rect l="l" t="t" r="r" b="b"/>
                <a:pathLst>
                  <a:path w="5253" h="3238" extrusionOk="0">
                    <a:moveTo>
                      <a:pt x="0" y="1"/>
                    </a:moveTo>
                    <a:lnTo>
                      <a:pt x="155" y="8"/>
                    </a:lnTo>
                    <a:lnTo>
                      <a:pt x="155" y="8"/>
                    </a:lnTo>
                    <a:cubicBezTo>
                      <a:pt x="104" y="3"/>
                      <a:pt x="52" y="1"/>
                      <a:pt x="0" y="1"/>
                    </a:cubicBezTo>
                    <a:close/>
                    <a:moveTo>
                      <a:pt x="155" y="8"/>
                    </a:moveTo>
                    <a:cubicBezTo>
                      <a:pt x="948" y="83"/>
                      <a:pt x="1663" y="723"/>
                      <a:pt x="1887" y="1524"/>
                    </a:cubicBezTo>
                    <a:cubicBezTo>
                      <a:pt x="1990" y="1808"/>
                      <a:pt x="1990" y="2092"/>
                      <a:pt x="2126" y="2377"/>
                    </a:cubicBezTo>
                    <a:cubicBezTo>
                      <a:pt x="2319" y="2843"/>
                      <a:pt x="2786" y="3127"/>
                      <a:pt x="3263" y="3229"/>
                    </a:cubicBezTo>
                    <a:cubicBezTo>
                      <a:pt x="3319" y="3235"/>
                      <a:pt x="3376" y="3237"/>
                      <a:pt x="3434" y="3237"/>
                    </a:cubicBezTo>
                    <a:cubicBezTo>
                      <a:pt x="3863" y="3237"/>
                      <a:pt x="4313" y="3088"/>
                      <a:pt x="4684" y="2797"/>
                    </a:cubicBezTo>
                    <a:cubicBezTo>
                      <a:pt x="4775" y="2706"/>
                      <a:pt x="4923" y="2604"/>
                      <a:pt x="4968" y="2468"/>
                    </a:cubicBezTo>
                    <a:cubicBezTo>
                      <a:pt x="5253" y="2092"/>
                      <a:pt x="5162" y="1615"/>
                      <a:pt x="4968" y="1183"/>
                    </a:cubicBezTo>
                    <a:cubicBezTo>
                      <a:pt x="4775" y="808"/>
                      <a:pt x="4400" y="523"/>
                      <a:pt x="4070" y="194"/>
                    </a:cubicBezTo>
                    <a:lnTo>
                      <a:pt x="155" y="8"/>
                    </a:ln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3"/>
              <p:cNvSpPr/>
              <p:nvPr/>
            </p:nvSpPr>
            <p:spPr>
              <a:xfrm>
                <a:off x="7858873" y="4030120"/>
                <a:ext cx="367852" cy="212979"/>
              </a:xfrm>
              <a:custGeom>
                <a:avLst/>
                <a:gdLst/>
                <a:ahLst/>
                <a:cxnLst/>
                <a:rect l="l" t="t" r="r" b="b"/>
                <a:pathLst>
                  <a:path w="8721" h="5049" extrusionOk="0">
                    <a:moveTo>
                      <a:pt x="4502" y="0"/>
                    </a:moveTo>
                    <a:cubicBezTo>
                      <a:pt x="2751" y="0"/>
                      <a:pt x="1046" y="1183"/>
                      <a:pt x="330" y="2888"/>
                    </a:cubicBezTo>
                    <a:cubicBezTo>
                      <a:pt x="91" y="3457"/>
                      <a:pt x="0" y="4218"/>
                      <a:pt x="478" y="4594"/>
                    </a:cubicBezTo>
                    <a:cubicBezTo>
                      <a:pt x="837" y="4907"/>
                      <a:pt x="1348" y="5048"/>
                      <a:pt x="1862" y="5048"/>
                    </a:cubicBezTo>
                    <a:cubicBezTo>
                      <a:pt x="2355" y="5048"/>
                      <a:pt x="2850" y="4918"/>
                      <a:pt x="3218" y="4684"/>
                    </a:cubicBezTo>
                    <a:cubicBezTo>
                      <a:pt x="4264" y="4025"/>
                      <a:pt x="4832" y="2843"/>
                      <a:pt x="6014" y="2274"/>
                    </a:cubicBezTo>
                    <a:cubicBezTo>
                      <a:pt x="6304" y="2145"/>
                      <a:pt x="6629" y="2061"/>
                      <a:pt x="6956" y="2061"/>
                    </a:cubicBezTo>
                    <a:cubicBezTo>
                      <a:pt x="7117" y="2061"/>
                      <a:pt x="7278" y="2081"/>
                      <a:pt x="7435" y="2126"/>
                    </a:cubicBezTo>
                    <a:cubicBezTo>
                      <a:pt x="7913" y="2274"/>
                      <a:pt x="8288" y="2604"/>
                      <a:pt x="8720" y="2843"/>
                    </a:cubicBezTo>
                    <a:cubicBezTo>
                      <a:pt x="7811" y="853"/>
                      <a:pt x="5446" y="0"/>
                      <a:pt x="4502" y="0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3"/>
              <p:cNvSpPr/>
              <p:nvPr/>
            </p:nvSpPr>
            <p:spPr>
              <a:xfrm>
                <a:off x="7285310" y="3847765"/>
                <a:ext cx="243674" cy="134731"/>
              </a:xfrm>
              <a:custGeom>
                <a:avLst/>
                <a:gdLst/>
                <a:ahLst/>
                <a:cxnLst/>
                <a:rect l="l" t="t" r="r" b="b"/>
                <a:pathLst>
                  <a:path w="5777" h="3194" extrusionOk="0">
                    <a:moveTo>
                      <a:pt x="2549" y="0"/>
                    </a:moveTo>
                    <a:cubicBezTo>
                      <a:pt x="2168" y="0"/>
                      <a:pt x="1800" y="44"/>
                      <a:pt x="1467" y="151"/>
                    </a:cubicBezTo>
                    <a:cubicBezTo>
                      <a:pt x="853" y="390"/>
                      <a:pt x="330" y="867"/>
                      <a:pt x="194" y="1481"/>
                    </a:cubicBezTo>
                    <a:cubicBezTo>
                      <a:pt x="1" y="2095"/>
                      <a:pt x="330" y="2857"/>
                      <a:pt x="899" y="3096"/>
                    </a:cubicBezTo>
                    <a:cubicBezTo>
                      <a:pt x="1059" y="3164"/>
                      <a:pt x="1221" y="3193"/>
                      <a:pt x="1383" y="3193"/>
                    </a:cubicBezTo>
                    <a:cubicBezTo>
                      <a:pt x="1899" y="3193"/>
                      <a:pt x="2410" y="2893"/>
                      <a:pt x="2843" y="2573"/>
                    </a:cubicBezTo>
                    <a:cubicBezTo>
                      <a:pt x="3127" y="2334"/>
                      <a:pt x="3411" y="2095"/>
                      <a:pt x="3741" y="1902"/>
                    </a:cubicBezTo>
                    <a:cubicBezTo>
                      <a:pt x="4058" y="1768"/>
                      <a:pt x="4383" y="1709"/>
                      <a:pt x="4706" y="1709"/>
                    </a:cubicBezTo>
                    <a:cubicBezTo>
                      <a:pt x="5068" y="1709"/>
                      <a:pt x="5428" y="1782"/>
                      <a:pt x="5776" y="1902"/>
                    </a:cubicBezTo>
                    <a:lnTo>
                      <a:pt x="3366" y="60"/>
                    </a:lnTo>
                    <a:cubicBezTo>
                      <a:pt x="3093" y="22"/>
                      <a:pt x="2818" y="0"/>
                      <a:pt x="2549" y="0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3"/>
              <p:cNvSpPr/>
              <p:nvPr/>
            </p:nvSpPr>
            <p:spPr>
              <a:xfrm>
                <a:off x="7381227" y="3383715"/>
                <a:ext cx="417709" cy="624385"/>
              </a:xfrm>
              <a:custGeom>
                <a:avLst/>
                <a:gdLst/>
                <a:ahLst/>
                <a:cxnLst/>
                <a:rect l="l" t="t" r="r" b="b"/>
                <a:pathLst>
                  <a:path w="9903" h="14802" extrusionOk="0">
                    <a:moveTo>
                      <a:pt x="2871" y="0"/>
                    </a:moveTo>
                    <a:cubicBezTo>
                      <a:pt x="2457" y="0"/>
                      <a:pt x="2047" y="48"/>
                      <a:pt x="1660" y="170"/>
                    </a:cubicBezTo>
                    <a:cubicBezTo>
                      <a:pt x="853" y="397"/>
                      <a:pt x="148" y="1022"/>
                      <a:pt x="46" y="1773"/>
                    </a:cubicBezTo>
                    <a:cubicBezTo>
                      <a:pt x="1" y="1966"/>
                      <a:pt x="46" y="2159"/>
                      <a:pt x="148" y="2296"/>
                    </a:cubicBezTo>
                    <a:cubicBezTo>
                      <a:pt x="239" y="2489"/>
                      <a:pt x="478" y="2580"/>
                      <a:pt x="660" y="2671"/>
                    </a:cubicBezTo>
                    <a:cubicBezTo>
                      <a:pt x="2706" y="3580"/>
                      <a:pt x="4218" y="5331"/>
                      <a:pt x="4787" y="7321"/>
                    </a:cubicBezTo>
                    <a:cubicBezTo>
                      <a:pt x="5208" y="8742"/>
                      <a:pt x="5117" y="10254"/>
                      <a:pt x="5549" y="11720"/>
                    </a:cubicBezTo>
                    <a:cubicBezTo>
                      <a:pt x="5924" y="13142"/>
                      <a:pt x="6913" y="14563"/>
                      <a:pt x="8527" y="14801"/>
                    </a:cubicBezTo>
                    <a:cubicBezTo>
                      <a:pt x="9903" y="14142"/>
                      <a:pt x="9755" y="12243"/>
                      <a:pt x="9664" y="11061"/>
                    </a:cubicBezTo>
                    <a:cubicBezTo>
                      <a:pt x="9573" y="9162"/>
                      <a:pt x="9528" y="7275"/>
                      <a:pt x="9050" y="5422"/>
                    </a:cubicBezTo>
                    <a:cubicBezTo>
                      <a:pt x="8482" y="2955"/>
                      <a:pt x="6867" y="545"/>
                      <a:pt x="4071" y="113"/>
                    </a:cubicBezTo>
                    <a:cubicBezTo>
                      <a:pt x="3679" y="46"/>
                      <a:pt x="3273" y="0"/>
                      <a:pt x="2871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3"/>
              <p:cNvSpPr/>
              <p:nvPr/>
            </p:nvSpPr>
            <p:spPr>
              <a:xfrm>
                <a:off x="7363469" y="3829373"/>
                <a:ext cx="397589" cy="372514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8831" extrusionOk="0">
                    <a:moveTo>
                      <a:pt x="3467" y="1"/>
                    </a:moveTo>
                    <a:cubicBezTo>
                      <a:pt x="2050" y="1"/>
                      <a:pt x="302" y="238"/>
                      <a:pt x="1" y="451"/>
                    </a:cubicBezTo>
                    <a:cubicBezTo>
                      <a:pt x="41" y="449"/>
                      <a:pt x="81" y="448"/>
                      <a:pt x="121" y="448"/>
                    </a:cubicBezTo>
                    <a:cubicBezTo>
                      <a:pt x="1141" y="448"/>
                      <a:pt x="1913" y="1007"/>
                      <a:pt x="2559" y="1872"/>
                    </a:cubicBezTo>
                    <a:cubicBezTo>
                      <a:pt x="3457" y="3145"/>
                      <a:pt x="3548" y="4850"/>
                      <a:pt x="4492" y="6135"/>
                    </a:cubicBezTo>
                    <a:cubicBezTo>
                      <a:pt x="5054" y="6787"/>
                      <a:pt x="5060" y="8830"/>
                      <a:pt x="7217" y="8830"/>
                    </a:cubicBezTo>
                    <a:cubicBezTo>
                      <a:pt x="7241" y="8830"/>
                      <a:pt x="7264" y="8830"/>
                      <a:pt x="7288" y="8830"/>
                    </a:cubicBezTo>
                    <a:cubicBezTo>
                      <a:pt x="9426" y="7693"/>
                      <a:pt x="7573" y="3577"/>
                      <a:pt x="7107" y="2440"/>
                    </a:cubicBezTo>
                    <a:cubicBezTo>
                      <a:pt x="6629" y="1485"/>
                      <a:pt x="6152" y="780"/>
                      <a:pt x="5208" y="257"/>
                    </a:cubicBezTo>
                    <a:cubicBezTo>
                      <a:pt x="4922" y="72"/>
                      <a:pt x="4244" y="1"/>
                      <a:pt x="3467" y="1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3"/>
              <p:cNvSpPr/>
              <p:nvPr/>
            </p:nvSpPr>
            <p:spPr>
              <a:xfrm>
                <a:off x="7403287" y="3839497"/>
                <a:ext cx="309812" cy="645772"/>
              </a:xfrm>
              <a:custGeom>
                <a:avLst/>
                <a:gdLst/>
                <a:ahLst/>
                <a:cxnLst/>
                <a:rect l="l" t="t" r="r" b="b"/>
                <a:pathLst>
                  <a:path w="7345" h="15309" extrusionOk="0">
                    <a:moveTo>
                      <a:pt x="440" y="1"/>
                    </a:moveTo>
                    <a:cubicBezTo>
                      <a:pt x="309" y="1"/>
                      <a:pt x="177" y="6"/>
                      <a:pt x="46" y="17"/>
                    </a:cubicBezTo>
                    <a:cubicBezTo>
                      <a:pt x="1" y="17"/>
                      <a:pt x="1" y="63"/>
                      <a:pt x="46" y="63"/>
                    </a:cubicBezTo>
                    <a:cubicBezTo>
                      <a:pt x="121" y="59"/>
                      <a:pt x="196" y="58"/>
                      <a:pt x="269" y="58"/>
                    </a:cubicBezTo>
                    <a:cubicBezTo>
                      <a:pt x="3207" y="58"/>
                      <a:pt x="4805" y="2684"/>
                      <a:pt x="5537" y="5224"/>
                    </a:cubicBezTo>
                    <a:cubicBezTo>
                      <a:pt x="6538" y="8499"/>
                      <a:pt x="6629" y="11909"/>
                      <a:pt x="7243" y="15275"/>
                    </a:cubicBezTo>
                    <a:cubicBezTo>
                      <a:pt x="7243" y="15297"/>
                      <a:pt x="7268" y="15309"/>
                      <a:pt x="7294" y="15309"/>
                    </a:cubicBezTo>
                    <a:cubicBezTo>
                      <a:pt x="7319" y="15309"/>
                      <a:pt x="7345" y="15297"/>
                      <a:pt x="7345" y="15275"/>
                    </a:cubicBezTo>
                    <a:cubicBezTo>
                      <a:pt x="6958" y="12432"/>
                      <a:pt x="6674" y="9590"/>
                      <a:pt x="6060" y="6793"/>
                    </a:cubicBezTo>
                    <a:cubicBezTo>
                      <a:pt x="5640" y="4656"/>
                      <a:pt x="4878" y="2291"/>
                      <a:pt x="3082" y="915"/>
                    </a:cubicBezTo>
                    <a:cubicBezTo>
                      <a:pt x="2331" y="295"/>
                      <a:pt x="1397" y="1"/>
                      <a:pt x="440" y="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3"/>
              <p:cNvSpPr/>
              <p:nvPr/>
            </p:nvSpPr>
            <p:spPr>
              <a:xfrm>
                <a:off x="7749036" y="3333307"/>
                <a:ext cx="423487" cy="642650"/>
              </a:xfrm>
              <a:custGeom>
                <a:avLst/>
                <a:gdLst/>
                <a:ahLst/>
                <a:cxnLst/>
                <a:rect l="l" t="t" r="r" b="b"/>
                <a:pathLst>
                  <a:path w="10040" h="15235" extrusionOk="0">
                    <a:moveTo>
                      <a:pt x="7472" y="1"/>
                    </a:moveTo>
                    <a:cubicBezTo>
                      <a:pt x="6498" y="1"/>
                      <a:pt x="5423" y="608"/>
                      <a:pt x="4639" y="1308"/>
                    </a:cubicBezTo>
                    <a:cubicBezTo>
                      <a:pt x="2741" y="3013"/>
                      <a:pt x="1138" y="5526"/>
                      <a:pt x="705" y="7993"/>
                    </a:cubicBezTo>
                    <a:cubicBezTo>
                      <a:pt x="421" y="9550"/>
                      <a:pt x="1" y="13586"/>
                      <a:pt x="2843" y="15235"/>
                    </a:cubicBezTo>
                    <a:cubicBezTo>
                      <a:pt x="3696" y="15189"/>
                      <a:pt x="4400" y="14484"/>
                      <a:pt x="4730" y="13677"/>
                    </a:cubicBezTo>
                    <a:cubicBezTo>
                      <a:pt x="5583" y="11824"/>
                      <a:pt x="5401" y="9744"/>
                      <a:pt x="6583" y="8038"/>
                    </a:cubicBezTo>
                    <a:cubicBezTo>
                      <a:pt x="7197" y="7140"/>
                      <a:pt x="8004" y="6424"/>
                      <a:pt x="8664" y="5571"/>
                    </a:cubicBezTo>
                    <a:cubicBezTo>
                      <a:pt x="9619" y="4343"/>
                      <a:pt x="10039" y="2638"/>
                      <a:pt x="9335" y="1262"/>
                    </a:cubicBezTo>
                    <a:cubicBezTo>
                      <a:pt x="8885" y="347"/>
                      <a:pt x="8207" y="1"/>
                      <a:pt x="7472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3"/>
              <p:cNvSpPr/>
              <p:nvPr/>
            </p:nvSpPr>
            <p:spPr>
              <a:xfrm>
                <a:off x="7846852" y="3412441"/>
                <a:ext cx="235997" cy="1002341"/>
              </a:xfrm>
              <a:custGeom>
                <a:avLst/>
                <a:gdLst/>
                <a:ahLst/>
                <a:cxnLst/>
                <a:rect l="l" t="t" r="r" b="b"/>
                <a:pathLst>
                  <a:path w="5595" h="23762" extrusionOk="0">
                    <a:moveTo>
                      <a:pt x="5538" y="0"/>
                    </a:moveTo>
                    <a:cubicBezTo>
                      <a:pt x="4458" y="57"/>
                      <a:pt x="3605" y="1137"/>
                      <a:pt x="3036" y="1944"/>
                    </a:cubicBezTo>
                    <a:cubicBezTo>
                      <a:pt x="2184" y="3183"/>
                      <a:pt x="1752" y="4741"/>
                      <a:pt x="1377" y="6208"/>
                    </a:cubicBezTo>
                    <a:cubicBezTo>
                      <a:pt x="524" y="9812"/>
                      <a:pt x="376" y="13507"/>
                      <a:pt x="194" y="17156"/>
                    </a:cubicBezTo>
                    <a:cubicBezTo>
                      <a:pt x="46" y="19327"/>
                      <a:pt x="1" y="21510"/>
                      <a:pt x="1" y="23693"/>
                    </a:cubicBezTo>
                    <a:cubicBezTo>
                      <a:pt x="1" y="23739"/>
                      <a:pt x="24" y="23761"/>
                      <a:pt x="46" y="23761"/>
                    </a:cubicBezTo>
                    <a:cubicBezTo>
                      <a:pt x="69" y="23761"/>
                      <a:pt x="92" y="23739"/>
                      <a:pt x="92" y="23693"/>
                    </a:cubicBezTo>
                    <a:cubicBezTo>
                      <a:pt x="137" y="20135"/>
                      <a:pt x="285" y="16588"/>
                      <a:pt x="569" y="13029"/>
                    </a:cubicBezTo>
                    <a:cubicBezTo>
                      <a:pt x="706" y="11278"/>
                      <a:pt x="899" y="9527"/>
                      <a:pt x="1183" y="7822"/>
                    </a:cubicBezTo>
                    <a:cubicBezTo>
                      <a:pt x="1468" y="6208"/>
                      <a:pt x="1843" y="4548"/>
                      <a:pt x="2513" y="3081"/>
                    </a:cubicBezTo>
                    <a:cubicBezTo>
                      <a:pt x="2843" y="2376"/>
                      <a:pt x="3264" y="1762"/>
                      <a:pt x="3741" y="1194"/>
                    </a:cubicBezTo>
                    <a:cubicBezTo>
                      <a:pt x="4219" y="671"/>
                      <a:pt x="4833" y="102"/>
                      <a:pt x="5538" y="102"/>
                    </a:cubicBezTo>
                    <a:cubicBezTo>
                      <a:pt x="5594" y="102"/>
                      <a:pt x="5594" y="0"/>
                      <a:pt x="5538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3"/>
              <p:cNvSpPr/>
              <p:nvPr/>
            </p:nvSpPr>
            <p:spPr>
              <a:xfrm>
                <a:off x="8068423" y="3786094"/>
                <a:ext cx="317995" cy="208466"/>
              </a:xfrm>
              <a:custGeom>
                <a:avLst/>
                <a:gdLst/>
                <a:ahLst/>
                <a:cxnLst/>
                <a:rect l="l" t="t" r="r" b="b"/>
                <a:pathLst>
                  <a:path w="7539" h="4942" extrusionOk="0">
                    <a:moveTo>
                      <a:pt x="3256" y="0"/>
                    </a:moveTo>
                    <a:cubicBezTo>
                      <a:pt x="3145" y="0"/>
                      <a:pt x="3040" y="3"/>
                      <a:pt x="2945" y="10"/>
                    </a:cubicBezTo>
                    <a:lnTo>
                      <a:pt x="0" y="999"/>
                    </a:lnTo>
                    <a:cubicBezTo>
                      <a:pt x="37" y="998"/>
                      <a:pt x="74" y="997"/>
                      <a:pt x="111" y="997"/>
                    </a:cubicBezTo>
                    <a:cubicBezTo>
                      <a:pt x="1208" y="997"/>
                      <a:pt x="2246" y="1646"/>
                      <a:pt x="2752" y="2613"/>
                    </a:cubicBezTo>
                    <a:cubicBezTo>
                      <a:pt x="3127" y="3318"/>
                      <a:pt x="3320" y="4273"/>
                      <a:pt x="3980" y="4694"/>
                    </a:cubicBezTo>
                    <a:cubicBezTo>
                      <a:pt x="4264" y="4887"/>
                      <a:pt x="4605" y="4933"/>
                      <a:pt x="4935" y="4933"/>
                    </a:cubicBezTo>
                    <a:cubicBezTo>
                      <a:pt x="5009" y="4938"/>
                      <a:pt x="5084" y="4941"/>
                      <a:pt x="5160" y="4941"/>
                    </a:cubicBezTo>
                    <a:cubicBezTo>
                      <a:pt x="5715" y="4941"/>
                      <a:pt x="6311" y="4790"/>
                      <a:pt x="6731" y="4410"/>
                    </a:cubicBezTo>
                    <a:cubicBezTo>
                      <a:pt x="7390" y="3841"/>
                      <a:pt x="7538" y="2852"/>
                      <a:pt x="7208" y="2045"/>
                    </a:cubicBezTo>
                    <a:cubicBezTo>
                      <a:pt x="6924" y="1238"/>
                      <a:pt x="6310" y="715"/>
                      <a:pt x="5969" y="431"/>
                    </a:cubicBezTo>
                    <a:cubicBezTo>
                      <a:pt x="5307" y="180"/>
                      <a:pt x="4089" y="0"/>
                      <a:pt x="3256" y="0"/>
                    </a:cubicBezTo>
                    <a:close/>
                  </a:path>
                </a:pathLst>
              </a:custGeom>
              <a:solidFill>
                <a:srgbClr val="4B54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3"/>
              <p:cNvSpPr/>
              <p:nvPr/>
            </p:nvSpPr>
            <p:spPr>
              <a:xfrm>
                <a:off x="8148523" y="3767744"/>
                <a:ext cx="153957" cy="159787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88" extrusionOk="0">
                    <a:moveTo>
                      <a:pt x="524" y="0"/>
                    </a:moveTo>
                    <a:cubicBezTo>
                      <a:pt x="348" y="0"/>
                      <a:pt x="173" y="19"/>
                      <a:pt x="0" y="58"/>
                    </a:cubicBezTo>
                    <a:cubicBezTo>
                      <a:pt x="1091" y="161"/>
                      <a:pt x="2081" y="388"/>
                      <a:pt x="2842" y="1241"/>
                    </a:cubicBezTo>
                    <a:cubicBezTo>
                      <a:pt x="3411" y="1957"/>
                      <a:pt x="3559" y="2855"/>
                      <a:pt x="3559" y="3753"/>
                    </a:cubicBezTo>
                    <a:cubicBezTo>
                      <a:pt x="3581" y="3776"/>
                      <a:pt x="3604" y="3787"/>
                      <a:pt x="3621" y="3787"/>
                    </a:cubicBezTo>
                    <a:cubicBezTo>
                      <a:pt x="3638" y="3787"/>
                      <a:pt x="3650" y="3776"/>
                      <a:pt x="3650" y="3753"/>
                    </a:cubicBezTo>
                    <a:cubicBezTo>
                      <a:pt x="3650" y="2810"/>
                      <a:pt x="3502" y="1866"/>
                      <a:pt x="2888" y="1150"/>
                    </a:cubicBezTo>
                    <a:cubicBezTo>
                      <a:pt x="2299" y="476"/>
                      <a:pt x="1410" y="0"/>
                      <a:pt x="524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3"/>
              <p:cNvSpPr/>
              <p:nvPr/>
            </p:nvSpPr>
            <p:spPr>
              <a:xfrm>
                <a:off x="7992668" y="3752010"/>
                <a:ext cx="327570" cy="171809"/>
              </a:xfrm>
              <a:custGeom>
                <a:avLst/>
                <a:gdLst/>
                <a:ahLst/>
                <a:cxnLst/>
                <a:rect l="l" t="t" r="r" b="b"/>
                <a:pathLst>
                  <a:path w="7766" h="4073" extrusionOk="0">
                    <a:moveTo>
                      <a:pt x="3992" y="0"/>
                    </a:moveTo>
                    <a:cubicBezTo>
                      <a:pt x="3828" y="0"/>
                      <a:pt x="3682" y="5"/>
                      <a:pt x="3559" y="11"/>
                    </a:cubicBezTo>
                    <a:cubicBezTo>
                      <a:pt x="2797" y="102"/>
                      <a:pt x="1990" y="250"/>
                      <a:pt x="1376" y="670"/>
                    </a:cubicBezTo>
                    <a:cubicBezTo>
                      <a:pt x="716" y="1102"/>
                      <a:pt x="0" y="1386"/>
                      <a:pt x="46" y="2614"/>
                    </a:cubicBezTo>
                    <a:cubicBezTo>
                      <a:pt x="46" y="3838"/>
                      <a:pt x="635" y="4072"/>
                      <a:pt x="1252" y="4072"/>
                    </a:cubicBezTo>
                    <a:cubicBezTo>
                      <a:pt x="1420" y="4072"/>
                      <a:pt x="1590" y="4055"/>
                      <a:pt x="1751" y="4035"/>
                    </a:cubicBezTo>
                    <a:cubicBezTo>
                      <a:pt x="2513" y="3990"/>
                      <a:pt x="2990" y="3274"/>
                      <a:pt x="3502" y="2751"/>
                    </a:cubicBezTo>
                    <a:cubicBezTo>
                      <a:pt x="4422" y="1792"/>
                      <a:pt x="5747" y="1173"/>
                      <a:pt x="7046" y="1173"/>
                    </a:cubicBezTo>
                    <a:cubicBezTo>
                      <a:pt x="7288" y="1173"/>
                      <a:pt x="7528" y="1194"/>
                      <a:pt x="7765" y="1239"/>
                    </a:cubicBezTo>
                    <a:cubicBezTo>
                      <a:pt x="6745" y="179"/>
                      <a:pt x="5022" y="0"/>
                      <a:pt x="3992" y="0"/>
                    </a:cubicBezTo>
                    <a:close/>
                  </a:path>
                </a:pathLst>
              </a:custGeom>
              <a:solidFill>
                <a:srgbClr val="E8EE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3"/>
              <p:cNvSpPr/>
              <p:nvPr/>
            </p:nvSpPr>
            <p:spPr>
              <a:xfrm>
                <a:off x="7932688" y="3760109"/>
                <a:ext cx="313693" cy="679138"/>
              </a:xfrm>
              <a:custGeom>
                <a:avLst/>
                <a:gdLst/>
                <a:ahLst/>
                <a:cxnLst/>
                <a:rect l="l" t="t" r="r" b="b"/>
                <a:pathLst>
                  <a:path w="7437" h="16100" extrusionOk="0">
                    <a:moveTo>
                      <a:pt x="7391" y="1"/>
                    </a:moveTo>
                    <a:cubicBezTo>
                      <a:pt x="4924" y="1"/>
                      <a:pt x="2843" y="1615"/>
                      <a:pt x="1797" y="3798"/>
                    </a:cubicBezTo>
                    <a:cubicBezTo>
                      <a:pt x="899" y="5640"/>
                      <a:pt x="615" y="7732"/>
                      <a:pt x="376" y="9721"/>
                    </a:cubicBezTo>
                    <a:cubicBezTo>
                      <a:pt x="149" y="11802"/>
                      <a:pt x="1" y="13928"/>
                      <a:pt x="46" y="16065"/>
                    </a:cubicBezTo>
                    <a:cubicBezTo>
                      <a:pt x="46" y="16088"/>
                      <a:pt x="58" y="16099"/>
                      <a:pt x="69" y="16099"/>
                    </a:cubicBezTo>
                    <a:cubicBezTo>
                      <a:pt x="81" y="16099"/>
                      <a:pt x="92" y="16088"/>
                      <a:pt x="92" y="16065"/>
                    </a:cubicBezTo>
                    <a:cubicBezTo>
                      <a:pt x="331" y="12984"/>
                      <a:pt x="331" y="9858"/>
                      <a:pt x="945" y="6822"/>
                    </a:cubicBezTo>
                    <a:cubicBezTo>
                      <a:pt x="1286" y="5174"/>
                      <a:pt x="1854" y="3605"/>
                      <a:pt x="2934" y="2274"/>
                    </a:cubicBezTo>
                    <a:cubicBezTo>
                      <a:pt x="4071" y="956"/>
                      <a:pt x="5640" y="103"/>
                      <a:pt x="7391" y="58"/>
                    </a:cubicBezTo>
                    <a:cubicBezTo>
                      <a:pt x="7436" y="58"/>
                      <a:pt x="7436" y="1"/>
                      <a:pt x="7391" y="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3"/>
              <p:cNvSpPr/>
              <p:nvPr/>
            </p:nvSpPr>
            <p:spPr>
              <a:xfrm>
                <a:off x="7864610" y="4059226"/>
                <a:ext cx="237895" cy="372345"/>
              </a:xfrm>
              <a:custGeom>
                <a:avLst/>
                <a:gdLst/>
                <a:ahLst/>
                <a:cxnLst/>
                <a:rect l="l" t="t" r="r" b="b"/>
                <a:pathLst>
                  <a:path w="5640" h="8827" extrusionOk="0">
                    <a:moveTo>
                      <a:pt x="4730" y="0"/>
                    </a:moveTo>
                    <a:cubicBezTo>
                      <a:pt x="4033" y="0"/>
                      <a:pt x="3346" y="142"/>
                      <a:pt x="2752" y="538"/>
                    </a:cubicBezTo>
                    <a:cubicBezTo>
                      <a:pt x="1990" y="1016"/>
                      <a:pt x="1479" y="1778"/>
                      <a:pt x="1092" y="2630"/>
                    </a:cubicBezTo>
                    <a:cubicBezTo>
                      <a:pt x="285" y="4472"/>
                      <a:pt x="1" y="6837"/>
                      <a:pt x="433" y="8826"/>
                    </a:cubicBezTo>
                    <a:cubicBezTo>
                      <a:pt x="433" y="8826"/>
                      <a:pt x="524" y="8826"/>
                      <a:pt x="478" y="8781"/>
                    </a:cubicBezTo>
                    <a:cubicBezTo>
                      <a:pt x="239" y="6894"/>
                      <a:pt x="387" y="4904"/>
                      <a:pt x="1047" y="3096"/>
                    </a:cubicBezTo>
                    <a:cubicBezTo>
                      <a:pt x="1331" y="2198"/>
                      <a:pt x="1854" y="1345"/>
                      <a:pt x="2559" y="777"/>
                    </a:cubicBezTo>
                    <a:cubicBezTo>
                      <a:pt x="3258" y="270"/>
                      <a:pt x="4059" y="65"/>
                      <a:pt x="4888" y="65"/>
                    </a:cubicBezTo>
                    <a:cubicBezTo>
                      <a:pt x="5137" y="65"/>
                      <a:pt x="5388" y="84"/>
                      <a:pt x="5640" y="118"/>
                    </a:cubicBezTo>
                    <a:lnTo>
                      <a:pt x="5640" y="72"/>
                    </a:lnTo>
                    <a:cubicBezTo>
                      <a:pt x="5339" y="27"/>
                      <a:pt x="5034" y="0"/>
                      <a:pt x="4730" y="0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3"/>
              <p:cNvSpPr/>
              <p:nvPr/>
            </p:nvSpPr>
            <p:spPr>
              <a:xfrm>
                <a:off x="7517215" y="3435557"/>
                <a:ext cx="257762" cy="1079450"/>
              </a:xfrm>
              <a:custGeom>
                <a:avLst/>
                <a:gdLst/>
                <a:ahLst/>
                <a:cxnLst/>
                <a:rect l="l" t="t" r="r" b="b"/>
                <a:pathLst>
                  <a:path w="6111" h="25590" extrusionOk="0">
                    <a:moveTo>
                      <a:pt x="13" y="0"/>
                    </a:moveTo>
                    <a:cubicBezTo>
                      <a:pt x="0" y="0"/>
                      <a:pt x="13" y="21"/>
                      <a:pt x="51" y="21"/>
                    </a:cubicBezTo>
                    <a:cubicBezTo>
                      <a:pt x="32" y="5"/>
                      <a:pt x="19" y="0"/>
                      <a:pt x="13" y="0"/>
                    </a:cubicBezTo>
                    <a:close/>
                    <a:moveTo>
                      <a:pt x="51" y="21"/>
                    </a:moveTo>
                    <a:cubicBezTo>
                      <a:pt x="1472" y="828"/>
                      <a:pt x="2370" y="2397"/>
                      <a:pt x="3075" y="3818"/>
                    </a:cubicBezTo>
                    <a:cubicBezTo>
                      <a:pt x="3791" y="5284"/>
                      <a:pt x="4257" y="6842"/>
                      <a:pt x="4598" y="8411"/>
                    </a:cubicBezTo>
                    <a:cubicBezTo>
                      <a:pt x="5349" y="11958"/>
                      <a:pt x="5679" y="15653"/>
                      <a:pt x="5826" y="19302"/>
                    </a:cubicBezTo>
                    <a:cubicBezTo>
                      <a:pt x="5872" y="21394"/>
                      <a:pt x="5826" y="23475"/>
                      <a:pt x="5781" y="25555"/>
                    </a:cubicBezTo>
                    <a:cubicBezTo>
                      <a:pt x="5781" y="25578"/>
                      <a:pt x="5804" y="25590"/>
                      <a:pt x="5826" y="25590"/>
                    </a:cubicBezTo>
                    <a:cubicBezTo>
                      <a:pt x="5849" y="25590"/>
                      <a:pt x="5872" y="25578"/>
                      <a:pt x="5872" y="25555"/>
                    </a:cubicBezTo>
                    <a:cubicBezTo>
                      <a:pt x="6111" y="21679"/>
                      <a:pt x="5917" y="17745"/>
                      <a:pt x="5497" y="13902"/>
                    </a:cubicBezTo>
                    <a:cubicBezTo>
                      <a:pt x="5167" y="10537"/>
                      <a:pt x="4689" y="7081"/>
                      <a:pt x="3268" y="4000"/>
                    </a:cubicBezTo>
                    <a:cubicBezTo>
                      <a:pt x="2552" y="2488"/>
                      <a:pt x="1563" y="828"/>
                      <a:pt x="51" y="21"/>
                    </a:cubicBezTo>
                    <a:close/>
                  </a:path>
                </a:pathLst>
              </a:custGeom>
              <a:solidFill>
                <a:srgbClr val="283C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3"/>
              <p:cNvSpPr/>
              <p:nvPr/>
            </p:nvSpPr>
            <p:spPr>
              <a:xfrm>
                <a:off x="7591283" y="4395547"/>
                <a:ext cx="451284" cy="470040"/>
              </a:xfrm>
              <a:custGeom>
                <a:avLst/>
                <a:gdLst/>
                <a:ahLst/>
                <a:cxnLst/>
                <a:rect l="l" t="t" r="r" b="b"/>
                <a:pathLst>
                  <a:path w="10699" h="11143" extrusionOk="0">
                    <a:moveTo>
                      <a:pt x="0" y="1"/>
                    </a:moveTo>
                    <a:lnTo>
                      <a:pt x="0" y="1808"/>
                    </a:lnTo>
                    <a:cubicBezTo>
                      <a:pt x="0" y="9050"/>
                      <a:pt x="2558" y="11142"/>
                      <a:pt x="2558" y="11142"/>
                    </a:cubicBezTo>
                    <a:lnTo>
                      <a:pt x="8140" y="11142"/>
                    </a:lnTo>
                    <a:cubicBezTo>
                      <a:pt x="8140" y="11142"/>
                      <a:pt x="10698" y="9050"/>
                      <a:pt x="10698" y="1808"/>
                    </a:cubicBezTo>
                    <a:lnTo>
                      <a:pt x="1069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4"/>
          <p:cNvSpPr txBox="1">
            <a:spLocks noGrp="1"/>
          </p:cNvSpPr>
          <p:nvPr>
            <p:ph type="subTitle" idx="1"/>
          </p:nvPr>
        </p:nvSpPr>
        <p:spPr>
          <a:xfrm>
            <a:off x="308350" y="340800"/>
            <a:ext cx="5041800" cy="40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Привет, меня зовут Петр Федин, и я написал для вас эту тетрадку вместе со своими коллегами по Университету 20.35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Когда-то я работал в Яндексе, и мы с коллегами открыли нового страшного зверя — Ежупу.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Этот зверь приходил к неопытным командам и убивал их проекты. Иногда менеджеры проектов так и не успевали понять, что же их погубило.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Что же это за зверь и откуда он взялся?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62" name="Google Shape;1662;p4"/>
          <p:cNvPicPr preferRelativeResize="0"/>
          <p:nvPr/>
        </p:nvPicPr>
        <p:blipFill rotWithShape="1">
          <a:blip r:embed="rId3">
            <a:alphaModFix/>
          </a:blip>
          <a:srcRect l="2476" t="445" b="514"/>
          <a:stretch/>
        </p:blipFill>
        <p:spPr>
          <a:xfrm>
            <a:off x="5350150" y="1177425"/>
            <a:ext cx="2378949" cy="364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5"/>
          <p:cNvSpPr txBox="1">
            <a:spLocks noGrp="1"/>
          </p:cNvSpPr>
          <p:nvPr>
            <p:ph type="subTitle" idx="1"/>
          </p:nvPr>
        </p:nvSpPr>
        <p:spPr>
          <a:xfrm>
            <a:off x="145500" y="911550"/>
            <a:ext cx="8853000" cy="3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00"/>
                </a:solidFill>
              </a:rPr>
              <a:t>Часто у нас бывает внутренняя уверенность, что нам в команде всё совершенно понятно и мы лучше всех всё про свои проекты понимаем. Да </a:t>
            </a:r>
            <a:r>
              <a:rPr lang="en" sz="1500" b="1">
                <a:solidFill>
                  <a:srgbClr val="000000"/>
                </a:solidFill>
              </a:rPr>
              <a:t>ежу по</a:t>
            </a:r>
            <a:r>
              <a:rPr lang="en" sz="1500">
                <a:solidFill>
                  <a:srgbClr val="000000"/>
                </a:solidFill>
              </a:rPr>
              <a:t>нятно! Ежупа.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00"/>
                </a:solidFill>
              </a:rPr>
              <a:t>Проекты задыхаются из-за таких ежуп — иллюзий понимания, умозрительных галлюцинаций. Это наши слепые пятна в понимании того, что же </a:t>
            </a:r>
            <a:r>
              <a:rPr lang="en" sz="1500" b="1">
                <a:solidFill>
                  <a:srgbClr val="000000"/>
                </a:solidFill>
              </a:rPr>
              <a:t>на самом деле</a:t>
            </a:r>
            <a:r>
              <a:rPr lang="en" sz="1500">
                <a:solidFill>
                  <a:srgbClr val="000000"/>
                </a:solidFill>
              </a:rPr>
              <a:t> нужно людям в реальном мире и как </a:t>
            </a:r>
            <a:r>
              <a:rPr lang="en" sz="1500" b="1">
                <a:solidFill>
                  <a:srgbClr val="000000"/>
                </a:solidFill>
              </a:rPr>
              <a:t>на самом деле</a:t>
            </a:r>
            <a:r>
              <a:rPr lang="en" sz="1500">
                <a:solidFill>
                  <a:srgbClr val="000000"/>
                </a:solidFill>
              </a:rPr>
              <a:t> устроена их жизнь. То как они ведут себя в разных ситуациях.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00"/>
                </a:solidFill>
              </a:rPr>
              <a:t>Нам нужно их истреблять с помощью </a:t>
            </a:r>
            <a:r>
              <a:rPr lang="en" sz="1500" b="1">
                <a:solidFill>
                  <a:srgbClr val="000000"/>
                </a:solidFill>
              </a:rPr>
              <a:t>фактов о реальном мире</a:t>
            </a:r>
            <a:r>
              <a:rPr lang="en" sz="1500">
                <a:solidFill>
                  <a:srgbClr val="000000"/>
                </a:solidFill>
              </a:rPr>
              <a:t>. Чем больше мы таких пробелов в понимании найдем — тем выше наши шансы сделать живой и востребованный проект, и не забыть о важном.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rgbClr val="000000"/>
                </a:solidFill>
              </a:rPr>
              <a:t>В этой рабочей тетради мы предлагаем вам проверенные инструменты-ловушки</a:t>
            </a:r>
            <a:r>
              <a:rPr lang="en" sz="1500">
                <a:solidFill>
                  <a:srgbClr val="000000"/>
                </a:solidFill>
              </a:rPr>
              <a:t>, при помощи которых можно словить всех Ежуп вашего проекта.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</a:pP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6"/>
          <p:cNvSpPr txBox="1">
            <a:spLocks noGrp="1"/>
          </p:cNvSpPr>
          <p:nvPr>
            <p:ph type="title" idx="6"/>
          </p:nvPr>
        </p:nvSpPr>
        <p:spPr>
          <a:xfrm>
            <a:off x="921000" y="0"/>
            <a:ext cx="8223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>
                <a:latin typeface="Comfortaa"/>
                <a:ea typeface="Comfortaa"/>
                <a:cs typeface="Comfortaa"/>
                <a:sym typeface="Comfortaa"/>
              </a:rPr>
              <a:t>Вот краткий обзор того, что мы предлагаем вам сделать:</a:t>
            </a:r>
            <a:endParaRPr sz="1400" b="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1673" name="Google Shape;1673;p6"/>
          <p:cNvSpPr txBox="1">
            <a:spLocks noGrp="1"/>
          </p:cNvSpPr>
          <p:nvPr>
            <p:ph type="title" idx="2"/>
          </p:nvPr>
        </p:nvSpPr>
        <p:spPr>
          <a:xfrm>
            <a:off x="590425" y="482575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1400">
                <a:solidFill>
                  <a:srgbClr val="4B54A1"/>
                </a:solidFill>
              </a:rPr>
              <a:t>HADI-таблица</a:t>
            </a:r>
            <a:endParaRPr sz="2000">
              <a:solidFill>
                <a:srgbClr val="4B54A1"/>
              </a:solidFill>
            </a:endParaRPr>
          </a:p>
        </p:txBody>
      </p:sp>
      <p:sp>
        <p:nvSpPr>
          <p:cNvPr id="1674" name="Google Shape;1674;p6"/>
          <p:cNvSpPr txBox="1">
            <a:spLocks noGrp="1"/>
          </p:cNvSpPr>
          <p:nvPr>
            <p:ph type="subTitle" idx="3"/>
          </p:nvPr>
        </p:nvSpPr>
        <p:spPr>
          <a:xfrm>
            <a:off x="213675" y="851500"/>
            <a:ext cx="3104100" cy="1465200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</a:rPr>
              <a:t>1. Подготовьтесь к работе: заведите «реестр ежуп» — табличку со списком появляющихся по ходу работы над этой рабочей тетрадью вопросов по проекту. Потом вы последовательно будете искать ответы на эти вопросы.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675" name="Google Shape;1675;p6"/>
          <p:cNvSpPr/>
          <p:nvPr/>
        </p:nvSpPr>
        <p:spPr>
          <a:xfrm>
            <a:off x="4263175" y="5731500"/>
            <a:ext cx="5048100" cy="667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6" name="Google Shape;1676;p6"/>
          <p:cNvGrpSpPr/>
          <p:nvPr/>
        </p:nvGrpSpPr>
        <p:grpSpPr>
          <a:xfrm>
            <a:off x="234284" y="2399505"/>
            <a:ext cx="356138" cy="356138"/>
            <a:chOff x="5561384" y="1266162"/>
            <a:chExt cx="356138" cy="356138"/>
          </a:xfrm>
        </p:grpSpPr>
        <p:sp>
          <p:nvSpPr>
            <p:cNvPr id="1677" name="Google Shape;1677;p6"/>
            <p:cNvSpPr/>
            <p:nvPr/>
          </p:nvSpPr>
          <p:spPr>
            <a:xfrm>
              <a:off x="5681760" y="1455655"/>
              <a:ext cx="114888" cy="97792"/>
            </a:xfrm>
            <a:custGeom>
              <a:avLst/>
              <a:gdLst/>
              <a:ahLst/>
              <a:cxnLst/>
              <a:rect l="l" t="t" r="r" b="b"/>
              <a:pathLst>
                <a:path w="4375" h="3724" extrusionOk="0">
                  <a:moveTo>
                    <a:pt x="1532" y="0"/>
                  </a:moveTo>
                  <a:lnTo>
                    <a:pt x="1532" y="297"/>
                  </a:lnTo>
                  <a:cubicBezTo>
                    <a:pt x="1532" y="383"/>
                    <a:pt x="1484" y="460"/>
                    <a:pt x="1398" y="498"/>
                  </a:cubicBezTo>
                  <a:lnTo>
                    <a:pt x="402" y="929"/>
                  </a:lnTo>
                  <a:cubicBezTo>
                    <a:pt x="163" y="1024"/>
                    <a:pt x="0" y="1264"/>
                    <a:pt x="0" y="1522"/>
                  </a:cubicBezTo>
                  <a:lnTo>
                    <a:pt x="0" y="3723"/>
                  </a:lnTo>
                  <a:lnTo>
                    <a:pt x="4374" y="3723"/>
                  </a:lnTo>
                  <a:lnTo>
                    <a:pt x="4374" y="1532"/>
                  </a:lnTo>
                  <a:cubicBezTo>
                    <a:pt x="4374" y="1264"/>
                    <a:pt x="4221" y="1024"/>
                    <a:pt x="3982" y="929"/>
                  </a:cubicBezTo>
                  <a:lnTo>
                    <a:pt x="2986" y="498"/>
                  </a:lnTo>
                  <a:cubicBezTo>
                    <a:pt x="2900" y="460"/>
                    <a:pt x="2852" y="383"/>
                    <a:pt x="2852" y="297"/>
                  </a:cubicBezTo>
                  <a:lnTo>
                    <a:pt x="2852" y="0"/>
                  </a:lnTo>
                  <a:close/>
                </a:path>
              </a:pathLst>
            </a:custGeom>
            <a:solidFill>
              <a:srgbClr val="ACBD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6"/>
            <p:cNvSpPr/>
            <p:nvPr/>
          </p:nvSpPr>
          <p:spPr>
            <a:xfrm>
              <a:off x="5719207" y="1455655"/>
              <a:ext cx="40230" cy="17358"/>
            </a:xfrm>
            <a:custGeom>
              <a:avLst/>
              <a:gdLst/>
              <a:ahLst/>
              <a:cxnLst/>
              <a:rect l="l" t="t" r="r" b="b"/>
              <a:pathLst>
                <a:path w="1532" h="661" extrusionOk="0">
                  <a:moveTo>
                    <a:pt x="106" y="0"/>
                  </a:moveTo>
                  <a:lnTo>
                    <a:pt x="106" y="297"/>
                  </a:lnTo>
                  <a:cubicBezTo>
                    <a:pt x="106" y="374"/>
                    <a:pt x="67" y="441"/>
                    <a:pt x="0" y="479"/>
                  </a:cubicBezTo>
                  <a:cubicBezTo>
                    <a:pt x="240" y="594"/>
                    <a:pt x="498" y="661"/>
                    <a:pt x="766" y="661"/>
                  </a:cubicBezTo>
                  <a:cubicBezTo>
                    <a:pt x="1034" y="651"/>
                    <a:pt x="1292" y="594"/>
                    <a:pt x="1532" y="479"/>
                  </a:cubicBezTo>
                  <a:cubicBezTo>
                    <a:pt x="1465" y="441"/>
                    <a:pt x="1426" y="374"/>
                    <a:pt x="1426" y="297"/>
                  </a:cubicBezTo>
                  <a:lnTo>
                    <a:pt x="14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6"/>
            <p:cNvSpPr/>
            <p:nvPr/>
          </p:nvSpPr>
          <p:spPr>
            <a:xfrm>
              <a:off x="5681760" y="1470229"/>
              <a:ext cx="115124" cy="83218"/>
            </a:xfrm>
            <a:custGeom>
              <a:avLst/>
              <a:gdLst/>
              <a:ahLst/>
              <a:cxnLst/>
              <a:rect l="l" t="t" r="r" b="b"/>
              <a:pathLst>
                <a:path w="4384" h="3169" extrusionOk="0">
                  <a:moveTo>
                    <a:pt x="1254" y="0"/>
                  </a:moveTo>
                  <a:lnTo>
                    <a:pt x="402" y="374"/>
                  </a:lnTo>
                  <a:cubicBezTo>
                    <a:pt x="163" y="469"/>
                    <a:pt x="10" y="709"/>
                    <a:pt x="0" y="967"/>
                  </a:cubicBezTo>
                  <a:lnTo>
                    <a:pt x="0" y="3168"/>
                  </a:lnTo>
                  <a:lnTo>
                    <a:pt x="4374" y="3168"/>
                  </a:lnTo>
                  <a:lnTo>
                    <a:pt x="4374" y="977"/>
                  </a:lnTo>
                  <a:cubicBezTo>
                    <a:pt x="4384" y="709"/>
                    <a:pt x="4221" y="469"/>
                    <a:pt x="3982" y="374"/>
                  </a:cubicBezTo>
                  <a:lnTo>
                    <a:pt x="3130" y="0"/>
                  </a:lnTo>
                  <a:cubicBezTo>
                    <a:pt x="2919" y="359"/>
                    <a:pt x="2556" y="539"/>
                    <a:pt x="2192" y="539"/>
                  </a:cubicBezTo>
                  <a:cubicBezTo>
                    <a:pt x="1828" y="539"/>
                    <a:pt x="1465" y="359"/>
                    <a:pt x="12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6"/>
            <p:cNvSpPr/>
            <p:nvPr/>
          </p:nvSpPr>
          <p:spPr>
            <a:xfrm>
              <a:off x="5699092" y="1375220"/>
              <a:ext cx="28676" cy="63103"/>
            </a:xfrm>
            <a:custGeom>
              <a:avLst/>
              <a:gdLst/>
              <a:ahLst/>
              <a:cxnLst/>
              <a:rect l="l" t="t" r="r" b="b"/>
              <a:pathLst>
                <a:path w="1092" h="2403" extrusionOk="0">
                  <a:moveTo>
                    <a:pt x="661" y="1"/>
                  </a:moveTo>
                  <a:cubicBezTo>
                    <a:pt x="297" y="1"/>
                    <a:pt x="1" y="288"/>
                    <a:pt x="1" y="652"/>
                  </a:cubicBezTo>
                  <a:lnTo>
                    <a:pt x="1" y="805"/>
                  </a:lnTo>
                  <a:cubicBezTo>
                    <a:pt x="1" y="996"/>
                    <a:pt x="30" y="1178"/>
                    <a:pt x="87" y="1360"/>
                  </a:cubicBezTo>
                  <a:lnTo>
                    <a:pt x="441" y="2403"/>
                  </a:lnTo>
                  <a:lnTo>
                    <a:pt x="1092" y="2403"/>
                  </a:lnTo>
                  <a:lnTo>
                    <a:pt x="10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6"/>
            <p:cNvSpPr/>
            <p:nvPr/>
          </p:nvSpPr>
          <p:spPr>
            <a:xfrm>
              <a:off x="5710672" y="1369443"/>
              <a:ext cx="69116" cy="68880"/>
            </a:xfrm>
            <a:custGeom>
              <a:avLst/>
              <a:gdLst/>
              <a:ahLst/>
              <a:cxnLst/>
              <a:rect l="l" t="t" r="r" b="b"/>
              <a:pathLst>
                <a:path w="2632" h="2623" extrusionOk="0">
                  <a:moveTo>
                    <a:pt x="660" y="1"/>
                  </a:moveTo>
                  <a:cubicBezTo>
                    <a:pt x="297" y="1"/>
                    <a:pt x="0" y="297"/>
                    <a:pt x="0" y="661"/>
                  </a:cubicBezTo>
                  <a:cubicBezTo>
                    <a:pt x="0" y="900"/>
                    <a:pt x="201" y="1092"/>
                    <a:pt x="440" y="1092"/>
                  </a:cubicBezTo>
                  <a:lnTo>
                    <a:pt x="2192" y="2623"/>
                  </a:lnTo>
                  <a:lnTo>
                    <a:pt x="2555" y="1331"/>
                  </a:lnTo>
                  <a:cubicBezTo>
                    <a:pt x="2603" y="1178"/>
                    <a:pt x="2622" y="1015"/>
                    <a:pt x="2632" y="853"/>
                  </a:cubicBezTo>
                  <a:lnTo>
                    <a:pt x="2632" y="441"/>
                  </a:lnTo>
                  <a:cubicBezTo>
                    <a:pt x="2632" y="192"/>
                    <a:pt x="2431" y="1"/>
                    <a:pt x="2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6"/>
            <p:cNvSpPr/>
            <p:nvPr/>
          </p:nvSpPr>
          <p:spPr>
            <a:xfrm>
              <a:off x="5704869" y="1398329"/>
              <a:ext cx="68906" cy="63129"/>
            </a:xfrm>
            <a:custGeom>
              <a:avLst/>
              <a:gdLst/>
              <a:ahLst/>
              <a:cxnLst/>
              <a:rect l="l" t="t" r="r" b="b"/>
              <a:pathLst>
                <a:path w="2624" h="2404" extrusionOk="0">
                  <a:moveTo>
                    <a:pt x="812" y="0"/>
                  </a:moveTo>
                  <a:cubicBezTo>
                    <a:pt x="699" y="0"/>
                    <a:pt x="597" y="47"/>
                    <a:pt x="518" y="126"/>
                  </a:cubicBezTo>
                  <a:lnTo>
                    <a:pt x="125" y="528"/>
                  </a:lnTo>
                  <a:cubicBezTo>
                    <a:pt x="39" y="604"/>
                    <a:pt x="1" y="719"/>
                    <a:pt x="1" y="834"/>
                  </a:cubicBezTo>
                  <a:lnTo>
                    <a:pt x="1" y="1092"/>
                  </a:lnTo>
                  <a:cubicBezTo>
                    <a:pt x="1" y="1810"/>
                    <a:pt x="585" y="2403"/>
                    <a:pt x="1312" y="2403"/>
                  </a:cubicBezTo>
                  <a:cubicBezTo>
                    <a:pt x="2039" y="2403"/>
                    <a:pt x="2623" y="1810"/>
                    <a:pt x="2623" y="1092"/>
                  </a:cubicBezTo>
                  <a:lnTo>
                    <a:pt x="2623" y="815"/>
                  </a:lnTo>
                  <a:cubicBezTo>
                    <a:pt x="2623" y="690"/>
                    <a:pt x="2575" y="585"/>
                    <a:pt x="2499" y="499"/>
                  </a:cubicBezTo>
                  <a:cubicBezTo>
                    <a:pt x="2154" y="174"/>
                    <a:pt x="1542" y="20"/>
                    <a:pt x="843" y="1"/>
                  </a:cubicBezTo>
                  <a:cubicBezTo>
                    <a:pt x="833" y="1"/>
                    <a:pt x="822" y="0"/>
                    <a:pt x="8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6"/>
            <p:cNvSpPr/>
            <p:nvPr/>
          </p:nvSpPr>
          <p:spPr>
            <a:xfrm>
              <a:off x="5704869" y="1398355"/>
              <a:ext cx="68906" cy="61606"/>
            </a:xfrm>
            <a:custGeom>
              <a:avLst/>
              <a:gdLst/>
              <a:ahLst/>
              <a:cxnLst/>
              <a:rect l="l" t="t" r="r" b="b"/>
              <a:pathLst>
                <a:path w="2624" h="2346" extrusionOk="0">
                  <a:moveTo>
                    <a:pt x="843" y="0"/>
                  </a:moveTo>
                  <a:cubicBezTo>
                    <a:pt x="728" y="0"/>
                    <a:pt x="613" y="48"/>
                    <a:pt x="527" y="134"/>
                  </a:cubicBezTo>
                  <a:lnTo>
                    <a:pt x="125" y="527"/>
                  </a:lnTo>
                  <a:cubicBezTo>
                    <a:pt x="49" y="613"/>
                    <a:pt x="1" y="718"/>
                    <a:pt x="1" y="843"/>
                  </a:cubicBezTo>
                  <a:lnTo>
                    <a:pt x="1" y="1091"/>
                  </a:lnTo>
                  <a:cubicBezTo>
                    <a:pt x="1" y="1675"/>
                    <a:pt x="384" y="2182"/>
                    <a:pt x="948" y="2345"/>
                  </a:cubicBezTo>
                  <a:cubicBezTo>
                    <a:pt x="757" y="2115"/>
                    <a:pt x="652" y="1828"/>
                    <a:pt x="661" y="1522"/>
                  </a:cubicBezTo>
                  <a:lnTo>
                    <a:pt x="661" y="890"/>
                  </a:lnTo>
                  <a:cubicBezTo>
                    <a:pt x="652" y="643"/>
                    <a:pt x="853" y="449"/>
                    <a:pt x="1088" y="449"/>
                  </a:cubicBezTo>
                  <a:cubicBezTo>
                    <a:pt x="1099" y="449"/>
                    <a:pt x="1110" y="449"/>
                    <a:pt x="1121" y="450"/>
                  </a:cubicBezTo>
                  <a:cubicBezTo>
                    <a:pt x="1561" y="479"/>
                    <a:pt x="2221" y="555"/>
                    <a:pt x="2623" y="747"/>
                  </a:cubicBezTo>
                  <a:cubicBezTo>
                    <a:pt x="2604" y="651"/>
                    <a:pt x="2566" y="575"/>
                    <a:pt x="2499" y="508"/>
                  </a:cubicBezTo>
                  <a:cubicBezTo>
                    <a:pt x="2164" y="173"/>
                    <a:pt x="1542" y="29"/>
                    <a:pt x="8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6"/>
            <p:cNvSpPr/>
            <p:nvPr/>
          </p:nvSpPr>
          <p:spPr>
            <a:xfrm>
              <a:off x="5682023" y="1485066"/>
              <a:ext cx="22872" cy="68381"/>
            </a:xfrm>
            <a:custGeom>
              <a:avLst/>
              <a:gdLst/>
              <a:ahLst/>
              <a:cxnLst/>
              <a:rect l="l" t="t" r="r" b="b"/>
              <a:pathLst>
                <a:path w="871" h="2604" extrusionOk="0">
                  <a:moveTo>
                    <a:pt x="144" y="0"/>
                  </a:moveTo>
                  <a:cubicBezTo>
                    <a:pt x="48" y="115"/>
                    <a:pt x="0" y="258"/>
                    <a:pt x="0" y="412"/>
                  </a:cubicBezTo>
                  <a:lnTo>
                    <a:pt x="0" y="2603"/>
                  </a:lnTo>
                  <a:lnTo>
                    <a:pt x="871" y="2603"/>
                  </a:lnTo>
                  <a:lnTo>
                    <a:pt x="871" y="995"/>
                  </a:lnTo>
                  <a:cubicBezTo>
                    <a:pt x="871" y="823"/>
                    <a:pt x="804" y="660"/>
                    <a:pt x="680" y="536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6"/>
            <p:cNvSpPr/>
            <p:nvPr/>
          </p:nvSpPr>
          <p:spPr>
            <a:xfrm>
              <a:off x="5773749" y="1485066"/>
              <a:ext cx="23135" cy="68381"/>
            </a:xfrm>
            <a:custGeom>
              <a:avLst/>
              <a:gdLst/>
              <a:ahLst/>
              <a:cxnLst/>
              <a:rect l="l" t="t" r="r" b="b"/>
              <a:pathLst>
                <a:path w="881" h="2604" extrusionOk="0">
                  <a:moveTo>
                    <a:pt x="728" y="0"/>
                  </a:moveTo>
                  <a:lnTo>
                    <a:pt x="192" y="536"/>
                  </a:lnTo>
                  <a:cubicBezTo>
                    <a:pt x="77" y="660"/>
                    <a:pt x="0" y="823"/>
                    <a:pt x="0" y="995"/>
                  </a:cubicBezTo>
                  <a:lnTo>
                    <a:pt x="0" y="2603"/>
                  </a:lnTo>
                  <a:lnTo>
                    <a:pt x="881" y="2603"/>
                  </a:lnTo>
                  <a:lnTo>
                    <a:pt x="881" y="412"/>
                  </a:lnTo>
                  <a:cubicBezTo>
                    <a:pt x="881" y="258"/>
                    <a:pt x="823" y="115"/>
                    <a:pt x="7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6"/>
            <p:cNvSpPr/>
            <p:nvPr/>
          </p:nvSpPr>
          <p:spPr>
            <a:xfrm>
              <a:off x="5561384" y="1266162"/>
              <a:ext cx="356138" cy="356138"/>
            </a:xfrm>
            <a:custGeom>
              <a:avLst/>
              <a:gdLst/>
              <a:ahLst/>
              <a:cxnLst/>
              <a:rect l="l" t="t" r="r" b="b"/>
              <a:pathLst>
                <a:path w="13562" h="13562" extrusionOk="0">
                  <a:moveTo>
                    <a:pt x="6777" y="2623"/>
                  </a:moveTo>
                  <a:cubicBezTo>
                    <a:pt x="7312" y="2623"/>
                    <a:pt x="7851" y="2726"/>
                    <a:pt x="8365" y="2938"/>
                  </a:cubicBezTo>
                  <a:cubicBezTo>
                    <a:pt x="9925" y="3580"/>
                    <a:pt x="10939" y="5101"/>
                    <a:pt x="10939" y="6776"/>
                  </a:cubicBezTo>
                  <a:cubicBezTo>
                    <a:pt x="10939" y="9073"/>
                    <a:pt x="9073" y="10939"/>
                    <a:pt x="6776" y="10939"/>
                  </a:cubicBezTo>
                  <a:cubicBezTo>
                    <a:pt x="5092" y="10939"/>
                    <a:pt x="3580" y="9925"/>
                    <a:pt x="2938" y="8365"/>
                  </a:cubicBezTo>
                  <a:cubicBezTo>
                    <a:pt x="2297" y="6814"/>
                    <a:pt x="2651" y="5025"/>
                    <a:pt x="3838" y="3838"/>
                  </a:cubicBezTo>
                  <a:cubicBezTo>
                    <a:pt x="4632" y="3044"/>
                    <a:pt x="5695" y="2623"/>
                    <a:pt x="6777" y="2623"/>
                  </a:cubicBezTo>
                  <a:close/>
                  <a:moveTo>
                    <a:pt x="5905" y="0"/>
                  </a:moveTo>
                  <a:cubicBezTo>
                    <a:pt x="5790" y="0"/>
                    <a:pt x="5685" y="96"/>
                    <a:pt x="5685" y="220"/>
                  </a:cubicBezTo>
                  <a:lnTo>
                    <a:pt x="5685" y="795"/>
                  </a:lnTo>
                  <a:cubicBezTo>
                    <a:pt x="5685" y="900"/>
                    <a:pt x="5618" y="986"/>
                    <a:pt x="5513" y="1015"/>
                  </a:cubicBezTo>
                  <a:cubicBezTo>
                    <a:pt x="4833" y="1158"/>
                    <a:pt x="4182" y="1426"/>
                    <a:pt x="3599" y="1800"/>
                  </a:cubicBezTo>
                  <a:cubicBezTo>
                    <a:pt x="3561" y="1825"/>
                    <a:pt x="3517" y="1837"/>
                    <a:pt x="3474" y="1837"/>
                  </a:cubicBezTo>
                  <a:cubicBezTo>
                    <a:pt x="3420" y="1837"/>
                    <a:pt x="3368" y="1818"/>
                    <a:pt x="3331" y="1780"/>
                  </a:cubicBezTo>
                  <a:lnTo>
                    <a:pt x="2919" y="1369"/>
                  </a:lnTo>
                  <a:cubicBezTo>
                    <a:pt x="2876" y="1326"/>
                    <a:pt x="2819" y="1304"/>
                    <a:pt x="2761" y="1304"/>
                  </a:cubicBezTo>
                  <a:cubicBezTo>
                    <a:pt x="2704" y="1304"/>
                    <a:pt x="2646" y="1326"/>
                    <a:pt x="2603" y="1369"/>
                  </a:cubicBezTo>
                  <a:lnTo>
                    <a:pt x="1369" y="2603"/>
                  </a:lnTo>
                  <a:cubicBezTo>
                    <a:pt x="1283" y="2690"/>
                    <a:pt x="1283" y="2824"/>
                    <a:pt x="1369" y="2910"/>
                  </a:cubicBezTo>
                  <a:lnTo>
                    <a:pt x="1780" y="3321"/>
                  </a:lnTo>
                  <a:cubicBezTo>
                    <a:pt x="1857" y="3398"/>
                    <a:pt x="1866" y="3513"/>
                    <a:pt x="1809" y="3599"/>
                  </a:cubicBezTo>
                  <a:cubicBezTo>
                    <a:pt x="1436" y="4183"/>
                    <a:pt x="1168" y="4833"/>
                    <a:pt x="1015" y="5513"/>
                  </a:cubicBezTo>
                  <a:cubicBezTo>
                    <a:pt x="996" y="5609"/>
                    <a:pt x="909" y="5685"/>
                    <a:pt x="804" y="5685"/>
                  </a:cubicBezTo>
                  <a:lnTo>
                    <a:pt x="220" y="5685"/>
                  </a:lnTo>
                  <a:cubicBezTo>
                    <a:pt x="96" y="5685"/>
                    <a:pt x="0" y="5781"/>
                    <a:pt x="0" y="5905"/>
                  </a:cubicBezTo>
                  <a:lnTo>
                    <a:pt x="0" y="7657"/>
                  </a:lnTo>
                  <a:cubicBezTo>
                    <a:pt x="0" y="7771"/>
                    <a:pt x="96" y="7877"/>
                    <a:pt x="220" y="7877"/>
                  </a:cubicBezTo>
                  <a:lnTo>
                    <a:pt x="804" y="7877"/>
                  </a:lnTo>
                  <a:cubicBezTo>
                    <a:pt x="909" y="7877"/>
                    <a:pt x="996" y="7944"/>
                    <a:pt x="1015" y="8049"/>
                  </a:cubicBezTo>
                  <a:cubicBezTo>
                    <a:pt x="1168" y="8728"/>
                    <a:pt x="1436" y="9379"/>
                    <a:pt x="1809" y="9963"/>
                  </a:cubicBezTo>
                  <a:cubicBezTo>
                    <a:pt x="1866" y="10049"/>
                    <a:pt x="1857" y="10164"/>
                    <a:pt x="1780" y="10231"/>
                  </a:cubicBezTo>
                  <a:lnTo>
                    <a:pt x="1369" y="10642"/>
                  </a:lnTo>
                  <a:cubicBezTo>
                    <a:pt x="1283" y="10729"/>
                    <a:pt x="1283" y="10872"/>
                    <a:pt x="1369" y="10958"/>
                  </a:cubicBezTo>
                  <a:lnTo>
                    <a:pt x="2603" y="12193"/>
                  </a:lnTo>
                  <a:cubicBezTo>
                    <a:pt x="2646" y="12236"/>
                    <a:pt x="2704" y="12257"/>
                    <a:pt x="2761" y="12257"/>
                  </a:cubicBezTo>
                  <a:cubicBezTo>
                    <a:pt x="2819" y="12257"/>
                    <a:pt x="2876" y="12236"/>
                    <a:pt x="2919" y="12193"/>
                  </a:cubicBezTo>
                  <a:lnTo>
                    <a:pt x="3331" y="11781"/>
                  </a:lnTo>
                  <a:cubicBezTo>
                    <a:pt x="3369" y="11738"/>
                    <a:pt x="3423" y="11716"/>
                    <a:pt x="3478" y="11716"/>
                  </a:cubicBezTo>
                  <a:cubicBezTo>
                    <a:pt x="3520" y="11716"/>
                    <a:pt x="3562" y="11728"/>
                    <a:pt x="3599" y="11753"/>
                  </a:cubicBezTo>
                  <a:cubicBezTo>
                    <a:pt x="4182" y="12126"/>
                    <a:pt x="4833" y="12394"/>
                    <a:pt x="5513" y="12547"/>
                  </a:cubicBezTo>
                  <a:cubicBezTo>
                    <a:pt x="5618" y="12566"/>
                    <a:pt x="5685" y="12652"/>
                    <a:pt x="5685" y="12758"/>
                  </a:cubicBezTo>
                  <a:lnTo>
                    <a:pt x="5685" y="13341"/>
                  </a:lnTo>
                  <a:cubicBezTo>
                    <a:pt x="5685" y="13466"/>
                    <a:pt x="5790" y="13561"/>
                    <a:pt x="5905" y="13561"/>
                  </a:cubicBezTo>
                  <a:lnTo>
                    <a:pt x="7657" y="13561"/>
                  </a:lnTo>
                  <a:cubicBezTo>
                    <a:pt x="7781" y="13561"/>
                    <a:pt x="7877" y="13466"/>
                    <a:pt x="7877" y="13341"/>
                  </a:cubicBezTo>
                  <a:lnTo>
                    <a:pt x="7877" y="12758"/>
                  </a:lnTo>
                  <a:cubicBezTo>
                    <a:pt x="7877" y="12652"/>
                    <a:pt x="7953" y="12566"/>
                    <a:pt x="8049" y="12547"/>
                  </a:cubicBezTo>
                  <a:cubicBezTo>
                    <a:pt x="8728" y="12394"/>
                    <a:pt x="9379" y="12126"/>
                    <a:pt x="9963" y="11753"/>
                  </a:cubicBezTo>
                  <a:cubicBezTo>
                    <a:pt x="10000" y="11728"/>
                    <a:pt x="10042" y="11716"/>
                    <a:pt x="10084" y="11716"/>
                  </a:cubicBezTo>
                  <a:cubicBezTo>
                    <a:pt x="10140" y="11716"/>
                    <a:pt x="10197" y="11738"/>
                    <a:pt x="10240" y="11781"/>
                  </a:cubicBezTo>
                  <a:lnTo>
                    <a:pt x="10652" y="12193"/>
                  </a:lnTo>
                  <a:cubicBezTo>
                    <a:pt x="10695" y="12236"/>
                    <a:pt x="10750" y="12257"/>
                    <a:pt x="10805" y="12257"/>
                  </a:cubicBezTo>
                  <a:cubicBezTo>
                    <a:pt x="10860" y="12257"/>
                    <a:pt x="10915" y="12236"/>
                    <a:pt x="10958" y="12193"/>
                  </a:cubicBezTo>
                  <a:lnTo>
                    <a:pt x="12193" y="10958"/>
                  </a:lnTo>
                  <a:cubicBezTo>
                    <a:pt x="12279" y="10872"/>
                    <a:pt x="12279" y="10729"/>
                    <a:pt x="12193" y="10642"/>
                  </a:cubicBezTo>
                  <a:lnTo>
                    <a:pt x="11781" y="10231"/>
                  </a:lnTo>
                  <a:cubicBezTo>
                    <a:pt x="11714" y="10164"/>
                    <a:pt x="11695" y="10049"/>
                    <a:pt x="11753" y="9963"/>
                  </a:cubicBezTo>
                  <a:cubicBezTo>
                    <a:pt x="12135" y="9379"/>
                    <a:pt x="12403" y="8728"/>
                    <a:pt x="12547" y="8049"/>
                  </a:cubicBezTo>
                  <a:cubicBezTo>
                    <a:pt x="12566" y="7944"/>
                    <a:pt x="12662" y="7877"/>
                    <a:pt x="12767" y="7877"/>
                  </a:cubicBezTo>
                  <a:lnTo>
                    <a:pt x="13341" y="7877"/>
                  </a:lnTo>
                  <a:cubicBezTo>
                    <a:pt x="13466" y="7877"/>
                    <a:pt x="13561" y="7781"/>
                    <a:pt x="13561" y="7657"/>
                  </a:cubicBezTo>
                  <a:lnTo>
                    <a:pt x="13561" y="5905"/>
                  </a:lnTo>
                  <a:cubicBezTo>
                    <a:pt x="13561" y="5781"/>
                    <a:pt x="13466" y="5685"/>
                    <a:pt x="13341" y="5685"/>
                  </a:cubicBezTo>
                  <a:lnTo>
                    <a:pt x="12757" y="5685"/>
                  </a:lnTo>
                  <a:cubicBezTo>
                    <a:pt x="12652" y="5685"/>
                    <a:pt x="12566" y="5609"/>
                    <a:pt x="12547" y="5513"/>
                  </a:cubicBezTo>
                  <a:cubicBezTo>
                    <a:pt x="12394" y="4833"/>
                    <a:pt x="12126" y="4183"/>
                    <a:pt x="11753" y="3599"/>
                  </a:cubicBezTo>
                  <a:cubicBezTo>
                    <a:pt x="11695" y="3513"/>
                    <a:pt x="11705" y="3398"/>
                    <a:pt x="11781" y="3321"/>
                  </a:cubicBezTo>
                  <a:lnTo>
                    <a:pt x="12193" y="2910"/>
                  </a:lnTo>
                  <a:cubicBezTo>
                    <a:pt x="12269" y="2824"/>
                    <a:pt x="12269" y="2690"/>
                    <a:pt x="12193" y="2603"/>
                  </a:cubicBezTo>
                  <a:lnTo>
                    <a:pt x="10949" y="1369"/>
                  </a:lnTo>
                  <a:cubicBezTo>
                    <a:pt x="10906" y="1326"/>
                    <a:pt x="10851" y="1304"/>
                    <a:pt x="10796" y="1304"/>
                  </a:cubicBezTo>
                  <a:cubicBezTo>
                    <a:pt x="10741" y="1304"/>
                    <a:pt x="10686" y="1326"/>
                    <a:pt x="10642" y="1369"/>
                  </a:cubicBezTo>
                  <a:lnTo>
                    <a:pt x="10231" y="1780"/>
                  </a:lnTo>
                  <a:cubicBezTo>
                    <a:pt x="10188" y="1818"/>
                    <a:pt x="10134" y="1837"/>
                    <a:pt x="10079" y="1837"/>
                  </a:cubicBezTo>
                  <a:cubicBezTo>
                    <a:pt x="10035" y="1837"/>
                    <a:pt x="9992" y="1825"/>
                    <a:pt x="9953" y="1800"/>
                  </a:cubicBezTo>
                  <a:cubicBezTo>
                    <a:pt x="9370" y="1426"/>
                    <a:pt x="8719" y="1158"/>
                    <a:pt x="8039" y="1015"/>
                  </a:cubicBezTo>
                  <a:cubicBezTo>
                    <a:pt x="7944" y="986"/>
                    <a:pt x="7877" y="900"/>
                    <a:pt x="7877" y="795"/>
                  </a:cubicBezTo>
                  <a:lnTo>
                    <a:pt x="7877" y="220"/>
                  </a:lnTo>
                  <a:cubicBezTo>
                    <a:pt x="7877" y="96"/>
                    <a:pt x="7781" y="0"/>
                    <a:pt x="76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6"/>
            <p:cNvSpPr/>
            <p:nvPr/>
          </p:nvSpPr>
          <p:spPr>
            <a:xfrm>
              <a:off x="5602849" y="1317685"/>
              <a:ext cx="262889" cy="252936"/>
            </a:xfrm>
            <a:custGeom>
              <a:avLst/>
              <a:gdLst/>
              <a:ahLst/>
              <a:cxnLst/>
              <a:rect l="l" t="t" r="r" b="b"/>
              <a:pathLst>
                <a:path w="10011" h="9632" extrusionOk="0">
                  <a:moveTo>
                    <a:pt x="5205" y="877"/>
                  </a:moveTo>
                  <a:cubicBezTo>
                    <a:pt x="5711" y="877"/>
                    <a:pt x="6222" y="975"/>
                    <a:pt x="6709" y="1177"/>
                  </a:cubicBezTo>
                  <a:cubicBezTo>
                    <a:pt x="8173" y="1790"/>
                    <a:pt x="9140" y="3225"/>
                    <a:pt x="9140" y="4814"/>
                  </a:cubicBezTo>
                  <a:cubicBezTo>
                    <a:pt x="9140" y="6996"/>
                    <a:pt x="7370" y="8757"/>
                    <a:pt x="5197" y="8757"/>
                  </a:cubicBezTo>
                  <a:cubicBezTo>
                    <a:pt x="3608" y="8757"/>
                    <a:pt x="2173" y="7790"/>
                    <a:pt x="1560" y="6326"/>
                  </a:cubicBezTo>
                  <a:cubicBezTo>
                    <a:pt x="948" y="4852"/>
                    <a:pt x="1283" y="3158"/>
                    <a:pt x="2412" y="2029"/>
                  </a:cubicBezTo>
                  <a:cubicBezTo>
                    <a:pt x="3168" y="1279"/>
                    <a:pt x="4178" y="877"/>
                    <a:pt x="5205" y="877"/>
                  </a:cubicBezTo>
                  <a:close/>
                  <a:moveTo>
                    <a:pt x="5197" y="0"/>
                  </a:moveTo>
                  <a:cubicBezTo>
                    <a:pt x="3254" y="0"/>
                    <a:pt x="1493" y="1177"/>
                    <a:pt x="747" y="2967"/>
                  </a:cubicBezTo>
                  <a:cubicBezTo>
                    <a:pt x="0" y="4766"/>
                    <a:pt x="412" y="6843"/>
                    <a:pt x="1790" y="8221"/>
                  </a:cubicBezTo>
                  <a:cubicBezTo>
                    <a:pt x="2711" y="9143"/>
                    <a:pt x="3941" y="9632"/>
                    <a:pt x="5192" y="9632"/>
                  </a:cubicBezTo>
                  <a:cubicBezTo>
                    <a:pt x="5813" y="9632"/>
                    <a:pt x="6438" y="9512"/>
                    <a:pt x="7035" y="9264"/>
                  </a:cubicBezTo>
                  <a:cubicBezTo>
                    <a:pt x="8834" y="8518"/>
                    <a:pt x="10001" y="6766"/>
                    <a:pt x="10011" y="4814"/>
                  </a:cubicBezTo>
                  <a:cubicBezTo>
                    <a:pt x="10011" y="2163"/>
                    <a:pt x="7858" y="10"/>
                    <a:pt x="5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8" name="Google Shape;1688;p6"/>
          <p:cNvGrpSpPr/>
          <p:nvPr/>
        </p:nvGrpSpPr>
        <p:grpSpPr>
          <a:xfrm>
            <a:off x="3480313" y="2150599"/>
            <a:ext cx="382529" cy="382530"/>
            <a:chOff x="2778137" y="1329174"/>
            <a:chExt cx="382529" cy="382530"/>
          </a:xfrm>
        </p:grpSpPr>
        <p:sp>
          <p:nvSpPr>
            <p:cNvPr id="1689" name="Google Shape;1689;p6"/>
            <p:cNvSpPr/>
            <p:nvPr/>
          </p:nvSpPr>
          <p:spPr>
            <a:xfrm>
              <a:off x="2968390" y="1342252"/>
              <a:ext cx="96768" cy="94510"/>
            </a:xfrm>
            <a:custGeom>
              <a:avLst/>
              <a:gdLst/>
              <a:ahLst/>
              <a:cxnLst/>
              <a:rect l="l" t="t" r="r" b="b"/>
              <a:pathLst>
                <a:path w="3685" h="3599" extrusionOk="0">
                  <a:moveTo>
                    <a:pt x="0" y="0"/>
                  </a:moveTo>
                  <a:lnTo>
                    <a:pt x="0" y="3599"/>
                  </a:lnTo>
                  <a:lnTo>
                    <a:pt x="2929" y="3599"/>
                  </a:lnTo>
                  <a:lnTo>
                    <a:pt x="2709" y="3149"/>
                  </a:lnTo>
                  <a:cubicBezTo>
                    <a:pt x="2651" y="3044"/>
                    <a:pt x="2594" y="2939"/>
                    <a:pt x="2517" y="2843"/>
                  </a:cubicBezTo>
                  <a:cubicBezTo>
                    <a:pt x="2087" y="2240"/>
                    <a:pt x="2297" y="1991"/>
                    <a:pt x="2335" y="1953"/>
                  </a:cubicBezTo>
                  <a:cubicBezTo>
                    <a:pt x="2410" y="1886"/>
                    <a:pt x="2508" y="1848"/>
                    <a:pt x="2611" y="1848"/>
                  </a:cubicBezTo>
                  <a:cubicBezTo>
                    <a:pt x="2640" y="1848"/>
                    <a:pt x="2669" y="1851"/>
                    <a:pt x="2699" y="1857"/>
                  </a:cubicBezTo>
                  <a:cubicBezTo>
                    <a:pt x="2852" y="1895"/>
                    <a:pt x="2986" y="1982"/>
                    <a:pt x="3091" y="2106"/>
                  </a:cubicBezTo>
                  <a:lnTo>
                    <a:pt x="3627" y="2651"/>
                  </a:lnTo>
                  <a:lnTo>
                    <a:pt x="3627" y="412"/>
                  </a:lnTo>
                  <a:cubicBezTo>
                    <a:pt x="3627" y="393"/>
                    <a:pt x="3627" y="374"/>
                    <a:pt x="3627" y="355"/>
                  </a:cubicBezTo>
                  <a:lnTo>
                    <a:pt x="3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6"/>
            <p:cNvSpPr/>
            <p:nvPr/>
          </p:nvSpPr>
          <p:spPr>
            <a:xfrm>
              <a:off x="2968390" y="1413127"/>
              <a:ext cx="76916" cy="23634"/>
            </a:xfrm>
            <a:custGeom>
              <a:avLst/>
              <a:gdLst/>
              <a:ahLst/>
              <a:cxnLst/>
              <a:rect l="l" t="t" r="r" b="b"/>
              <a:pathLst>
                <a:path w="2929" h="900" extrusionOk="0">
                  <a:moveTo>
                    <a:pt x="0" y="0"/>
                  </a:moveTo>
                  <a:lnTo>
                    <a:pt x="0" y="900"/>
                  </a:lnTo>
                  <a:lnTo>
                    <a:pt x="2929" y="900"/>
                  </a:lnTo>
                  <a:lnTo>
                    <a:pt x="2709" y="450"/>
                  </a:lnTo>
                  <a:cubicBezTo>
                    <a:pt x="2661" y="335"/>
                    <a:pt x="2594" y="230"/>
                    <a:pt x="2527" y="134"/>
                  </a:cubicBezTo>
                  <a:cubicBezTo>
                    <a:pt x="2489" y="86"/>
                    <a:pt x="2460" y="39"/>
                    <a:pt x="2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6"/>
            <p:cNvSpPr/>
            <p:nvPr/>
          </p:nvSpPr>
          <p:spPr>
            <a:xfrm>
              <a:off x="2873880" y="1605640"/>
              <a:ext cx="96794" cy="94247"/>
            </a:xfrm>
            <a:custGeom>
              <a:avLst/>
              <a:gdLst/>
              <a:ahLst/>
              <a:cxnLst/>
              <a:rect l="l" t="t" r="r" b="b"/>
              <a:pathLst>
                <a:path w="3686" h="3589" extrusionOk="0">
                  <a:moveTo>
                    <a:pt x="766" y="0"/>
                  </a:moveTo>
                  <a:lnTo>
                    <a:pt x="977" y="440"/>
                  </a:lnTo>
                  <a:cubicBezTo>
                    <a:pt x="1034" y="555"/>
                    <a:pt x="1092" y="651"/>
                    <a:pt x="1168" y="756"/>
                  </a:cubicBezTo>
                  <a:cubicBezTo>
                    <a:pt x="1599" y="1349"/>
                    <a:pt x="1389" y="1608"/>
                    <a:pt x="1350" y="1637"/>
                  </a:cubicBezTo>
                  <a:cubicBezTo>
                    <a:pt x="1276" y="1704"/>
                    <a:pt x="1178" y="1742"/>
                    <a:pt x="1075" y="1742"/>
                  </a:cubicBezTo>
                  <a:cubicBezTo>
                    <a:pt x="1046" y="1742"/>
                    <a:pt x="1016" y="1739"/>
                    <a:pt x="987" y="1732"/>
                  </a:cubicBezTo>
                  <a:cubicBezTo>
                    <a:pt x="843" y="1684"/>
                    <a:pt x="699" y="1598"/>
                    <a:pt x="594" y="1483"/>
                  </a:cubicBezTo>
                  <a:lnTo>
                    <a:pt x="58" y="938"/>
                  </a:lnTo>
                  <a:lnTo>
                    <a:pt x="58" y="3177"/>
                  </a:lnTo>
                  <a:cubicBezTo>
                    <a:pt x="58" y="3197"/>
                    <a:pt x="58" y="3216"/>
                    <a:pt x="58" y="3225"/>
                  </a:cubicBezTo>
                  <a:lnTo>
                    <a:pt x="1" y="3589"/>
                  </a:lnTo>
                  <a:lnTo>
                    <a:pt x="3685" y="3589"/>
                  </a:lnTo>
                  <a:lnTo>
                    <a:pt x="3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6"/>
            <p:cNvSpPr/>
            <p:nvPr/>
          </p:nvSpPr>
          <p:spPr>
            <a:xfrm>
              <a:off x="2893996" y="1605640"/>
              <a:ext cx="76679" cy="23398"/>
            </a:xfrm>
            <a:custGeom>
              <a:avLst/>
              <a:gdLst/>
              <a:ahLst/>
              <a:cxnLst/>
              <a:rect l="l" t="t" r="r" b="b"/>
              <a:pathLst>
                <a:path w="2920" h="891" extrusionOk="0">
                  <a:moveTo>
                    <a:pt x="0" y="0"/>
                  </a:moveTo>
                  <a:lnTo>
                    <a:pt x="211" y="440"/>
                  </a:lnTo>
                  <a:cubicBezTo>
                    <a:pt x="268" y="555"/>
                    <a:pt x="326" y="651"/>
                    <a:pt x="402" y="756"/>
                  </a:cubicBezTo>
                  <a:cubicBezTo>
                    <a:pt x="441" y="804"/>
                    <a:pt x="469" y="852"/>
                    <a:pt x="498" y="890"/>
                  </a:cubicBezTo>
                  <a:lnTo>
                    <a:pt x="2919" y="890"/>
                  </a:lnTo>
                  <a:lnTo>
                    <a:pt x="29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6"/>
            <p:cNvSpPr/>
            <p:nvPr/>
          </p:nvSpPr>
          <p:spPr>
            <a:xfrm>
              <a:off x="2784912" y="1546056"/>
              <a:ext cx="132744" cy="165648"/>
            </a:xfrm>
            <a:custGeom>
              <a:avLst/>
              <a:gdLst/>
              <a:ahLst/>
              <a:cxnLst/>
              <a:rect l="l" t="t" r="r" b="b"/>
              <a:pathLst>
                <a:path w="5055" h="6308" extrusionOk="0">
                  <a:moveTo>
                    <a:pt x="585" y="1"/>
                  </a:moveTo>
                  <a:lnTo>
                    <a:pt x="585" y="1121"/>
                  </a:lnTo>
                  <a:cubicBezTo>
                    <a:pt x="1" y="1551"/>
                    <a:pt x="20" y="3159"/>
                    <a:pt x="30" y="3226"/>
                  </a:cubicBezTo>
                  <a:lnTo>
                    <a:pt x="30" y="4422"/>
                  </a:lnTo>
                  <a:cubicBezTo>
                    <a:pt x="30" y="4700"/>
                    <a:pt x="250" y="4920"/>
                    <a:pt x="527" y="4920"/>
                  </a:cubicBezTo>
                  <a:lnTo>
                    <a:pt x="546" y="4920"/>
                  </a:lnTo>
                  <a:cubicBezTo>
                    <a:pt x="661" y="4920"/>
                    <a:pt x="776" y="4882"/>
                    <a:pt x="872" y="4805"/>
                  </a:cubicBezTo>
                  <a:lnTo>
                    <a:pt x="872" y="5399"/>
                  </a:lnTo>
                  <a:cubicBezTo>
                    <a:pt x="872" y="5676"/>
                    <a:pt x="1092" y="5906"/>
                    <a:pt x="1369" y="5906"/>
                  </a:cubicBezTo>
                  <a:lnTo>
                    <a:pt x="1389" y="5906"/>
                  </a:lnTo>
                  <a:cubicBezTo>
                    <a:pt x="1503" y="5906"/>
                    <a:pt x="1618" y="5868"/>
                    <a:pt x="1704" y="5791"/>
                  </a:cubicBezTo>
                  <a:lnTo>
                    <a:pt x="1704" y="5801"/>
                  </a:lnTo>
                  <a:cubicBezTo>
                    <a:pt x="1704" y="6078"/>
                    <a:pt x="1934" y="6308"/>
                    <a:pt x="2212" y="6308"/>
                  </a:cubicBezTo>
                  <a:lnTo>
                    <a:pt x="2221" y="6308"/>
                  </a:lnTo>
                  <a:cubicBezTo>
                    <a:pt x="2499" y="6308"/>
                    <a:pt x="2728" y="6078"/>
                    <a:pt x="2728" y="5801"/>
                  </a:cubicBezTo>
                  <a:lnTo>
                    <a:pt x="2728" y="5791"/>
                  </a:lnTo>
                  <a:cubicBezTo>
                    <a:pt x="2815" y="5868"/>
                    <a:pt x="2929" y="5906"/>
                    <a:pt x="3044" y="5906"/>
                  </a:cubicBezTo>
                  <a:lnTo>
                    <a:pt x="3063" y="5906"/>
                  </a:lnTo>
                  <a:cubicBezTo>
                    <a:pt x="3341" y="5906"/>
                    <a:pt x="3571" y="5686"/>
                    <a:pt x="3571" y="5408"/>
                  </a:cubicBezTo>
                  <a:lnTo>
                    <a:pt x="3571" y="3561"/>
                  </a:lnTo>
                  <a:cubicBezTo>
                    <a:pt x="3724" y="3791"/>
                    <a:pt x="3982" y="4087"/>
                    <a:pt x="4288" y="4145"/>
                  </a:cubicBezTo>
                  <a:cubicBezTo>
                    <a:pt x="4330" y="4155"/>
                    <a:pt x="4372" y="4159"/>
                    <a:pt x="4413" y="4159"/>
                  </a:cubicBezTo>
                  <a:cubicBezTo>
                    <a:pt x="4536" y="4159"/>
                    <a:pt x="4657" y="4118"/>
                    <a:pt x="4757" y="4040"/>
                  </a:cubicBezTo>
                  <a:lnTo>
                    <a:pt x="4805" y="4001"/>
                  </a:lnTo>
                  <a:lnTo>
                    <a:pt x="4834" y="3953"/>
                  </a:lnTo>
                  <a:cubicBezTo>
                    <a:pt x="4920" y="3829"/>
                    <a:pt x="5054" y="3504"/>
                    <a:pt x="4633" y="2920"/>
                  </a:cubicBezTo>
                  <a:cubicBezTo>
                    <a:pt x="4451" y="2681"/>
                    <a:pt x="4346" y="2413"/>
                    <a:pt x="4308" y="2126"/>
                  </a:cubicBezTo>
                  <a:cubicBezTo>
                    <a:pt x="4231" y="1685"/>
                    <a:pt x="4126" y="1360"/>
                    <a:pt x="3456" y="843"/>
                  </a:cubicBezTo>
                  <a:lnTo>
                    <a:pt x="34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6"/>
            <p:cNvSpPr/>
            <p:nvPr/>
          </p:nvSpPr>
          <p:spPr>
            <a:xfrm>
              <a:off x="2784912" y="1546056"/>
              <a:ext cx="24159" cy="129225"/>
            </a:xfrm>
            <a:custGeom>
              <a:avLst/>
              <a:gdLst/>
              <a:ahLst/>
              <a:cxnLst/>
              <a:rect l="l" t="t" r="r" b="b"/>
              <a:pathLst>
                <a:path w="920" h="4921" extrusionOk="0">
                  <a:moveTo>
                    <a:pt x="585" y="1"/>
                  </a:moveTo>
                  <a:lnTo>
                    <a:pt x="585" y="1121"/>
                  </a:lnTo>
                  <a:cubicBezTo>
                    <a:pt x="1" y="1542"/>
                    <a:pt x="20" y="3159"/>
                    <a:pt x="30" y="3226"/>
                  </a:cubicBezTo>
                  <a:lnTo>
                    <a:pt x="30" y="4422"/>
                  </a:lnTo>
                  <a:cubicBezTo>
                    <a:pt x="30" y="4700"/>
                    <a:pt x="250" y="4920"/>
                    <a:pt x="527" y="4920"/>
                  </a:cubicBezTo>
                  <a:lnTo>
                    <a:pt x="546" y="4920"/>
                  </a:lnTo>
                  <a:cubicBezTo>
                    <a:pt x="604" y="4920"/>
                    <a:pt x="652" y="4910"/>
                    <a:pt x="700" y="4901"/>
                  </a:cubicBezTo>
                  <a:cubicBezTo>
                    <a:pt x="499" y="4824"/>
                    <a:pt x="355" y="4633"/>
                    <a:pt x="355" y="4422"/>
                  </a:cubicBezTo>
                  <a:lnTo>
                    <a:pt x="355" y="3226"/>
                  </a:lnTo>
                  <a:cubicBezTo>
                    <a:pt x="355" y="3159"/>
                    <a:pt x="326" y="1637"/>
                    <a:pt x="920" y="1216"/>
                  </a:cubicBezTo>
                  <a:lnTo>
                    <a:pt x="9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6"/>
            <p:cNvSpPr/>
            <p:nvPr/>
          </p:nvSpPr>
          <p:spPr>
            <a:xfrm>
              <a:off x="2807548" y="1632398"/>
              <a:ext cx="17857" cy="68749"/>
            </a:xfrm>
            <a:custGeom>
              <a:avLst/>
              <a:gdLst/>
              <a:ahLst/>
              <a:cxnLst/>
              <a:rect l="l" t="t" r="r" b="b"/>
              <a:pathLst>
                <a:path w="680" h="2618" extrusionOk="0">
                  <a:moveTo>
                    <a:pt x="163" y="0"/>
                  </a:moveTo>
                  <a:cubicBezTo>
                    <a:pt x="82" y="0"/>
                    <a:pt x="0" y="53"/>
                    <a:pt x="0" y="158"/>
                  </a:cubicBezTo>
                  <a:lnTo>
                    <a:pt x="0" y="1776"/>
                  </a:lnTo>
                  <a:lnTo>
                    <a:pt x="0" y="2120"/>
                  </a:lnTo>
                  <a:cubicBezTo>
                    <a:pt x="0" y="2398"/>
                    <a:pt x="230" y="2618"/>
                    <a:pt x="507" y="2618"/>
                  </a:cubicBezTo>
                  <a:lnTo>
                    <a:pt x="527" y="2618"/>
                  </a:lnTo>
                  <a:cubicBezTo>
                    <a:pt x="574" y="2618"/>
                    <a:pt x="632" y="2608"/>
                    <a:pt x="680" y="2599"/>
                  </a:cubicBezTo>
                  <a:cubicBezTo>
                    <a:pt x="469" y="2522"/>
                    <a:pt x="335" y="2331"/>
                    <a:pt x="335" y="2111"/>
                  </a:cubicBezTo>
                  <a:lnTo>
                    <a:pt x="335" y="1517"/>
                  </a:lnTo>
                  <a:lnTo>
                    <a:pt x="326" y="1527"/>
                  </a:lnTo>
                  <a:lnTo>
                    <a:pt x="326" y="158"/>
                  </a:lnTo>
                  <a:cubicBezTo>
                    <a:pt x="326" y="53"/>
                    <a:pt x="244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6"/>
            <p:cNvSpPr/>
            <p:nvPr/>
          </p:nvSpPr>
          <p:spPr>
            <a:xfrm>
              <a:off x="2855787" y="1648968"/>
              <a:ext cx="13603" cy="51995"/>
            </a:xfrm>
            <a:custGeom>
              <a:avLst/>
              <a:gdLst/>
              <a:ahLst/>
              <a:cxnLst/>
              <a:rect l="l" t="t" r="r" b="b"/>
              <a:pathLst>
                <a:path w="518" h="1980" extrusionOk="0">
                  <a:moveTo>
                    <a:pt x="163" y="1"/>
                  </a:moveTo>
                  <a:cubicBezTo>
                    <a:pt x="82" y="1"/>
                    <a:pt x="1" y="54"/>
                    <a:pt x="1" y="159"/>
                  </a:cubicBezTo>
                  <a:lnTo>
                    <a:pt x="1" y="1776"/>
                  </a:lnTo>
                  <a:cubicBezTo>
                    <a:pt x="1" y="1805"/>
                    <a:pt x="10" y="1834"/>
                    <a:pt x="29" y="1862"/>
                  </a:cubicBezTo>
                  <a:cubicBezTo>
                    <a:pt x="39" y="1882"/>
                    <a:pt x="58" y="1891"/>
                    <a:pt x="77" y="1901"/>
                  </a:cubicBezTo>
                  <a:cubicBezTo>
                    <a:pt x="153" y="1951"/>
                    <a:pt x="250" y="1979"/>
                    <a:pt x="343" y="1979"/>
                  </a:cubicBezTo>
                  <a:cubicBezTo>
                    <a:pt x="357" y="1979"/>
                    <a:pt x="370" y="1978"/>
                    <a:pt x="384" y="1977"/>
                  </a:cubicBezTo>
                  <a:cubicBezTo>
                    <a:pt x="431" y="1977"/>
                    <a:pt x="470" y="1968"/>
                    <a:pt x="518" y="1958"/>
                  </a:cubicBezTo>
                  <a:cubicBezTo>
                    <a:pt x="460" y="1939"/>
                    <a:pt x="412" y="1910"/>
                    <a:pt x="364" y="1872"/>
                  </a:cubicBezTo>
                  <a:cubicBezTo>
                    <a:pt x="345" y="1853"/>
                    <a:pt x="326" y="1824"/>
                    <a:pt x="326" y="1786"/>
                  </a:cubicBezTo>
                  <a:lnTo>
                    <a:pt x="326" y="1776"/>
                  </a:lnTo>
                  <a:lnTo>
                    <a:pt x="326" y="159"/>
                  </a:lnTo>
                  <a:cubicBezTo>
                    <a:pt x="326" y="54"/>
                    <a:pt x="245" y="1"/>
                    <a:pt x="1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6"/>
            <p:cNvSpPr/>
            <p:nvPr/>
          </p:nvSpPr>
          <p:spPr>
            <a:xfrm>
              <a:off x="2829921" y="1653065"/>
              <a:ext cx="17358" cy="58639"/>
            </a:xfrm>
            <a:custGeom>
              <a:avLst/>
              <a:gdLst/>
              <a:ahLst/>
              <a:cxnLst/>
              <a:rect l="l" t="t" r="r" b="b"/>
              <a:pathLst>
                <a:path w="661" h="2233" extrusionOk="0">
                  <a:moveTo>
                    <a:pt x="158" y="0"/>
                  </a:moveTo>
                  <a:cubicBezTo>
                    <a:pt x="79" y="0"/>
                    <a:pt x="0" y="56"/>
                    <a:pt x="0" y="166"/>
                  </a:cubicBezTo>
                  <a:lnTo>
                    <a:pt x="0" y="1783"/>
                  </a:lnTo>
                  <a:cubicBezTo>
                    <a:pt x="0" y="1793"/>
                    <a:pt x="0" y="1812"/>
                    <a:pt x="10" y="1831"/>
                  </a:cubicBezTo>
                  <a:lnTo>
                    <a:pt x="0" y="1831"/>
                  </a:lnTo>
                  <a:cubicBezTo>
                    <a:pt x="48" y="2060"/>
                    <a:pt x="249" y="2233"/>
                    <a:pt x="488" y="2233"/>
                  </a:cubicBezTo>
                  <a:lnTo>
                    <a:pt x="507" y="2233"/>
                  </a:lnTo>
                  <a:cubicBezTo>
                    <a:pt x="565" y="2233"/>
                    <a:pt x="613" y="2223"/>
                    <a:pt x="660" y="2204"/>
                  </a:cubicBezTo>
                  <a:cubicBezTo>
                    <a:pt x="459" y="2137"/>
                    <a:pt x="316" y="1946"/>
                    <a:pt x="316" y="1726"/>
                  </a:cubicBezTo>
                  <a:lnTo>
                    <a:pt x="316" y="166"/>
                  </a:lnTo>
                  <a:cubicBezTo>
                    <a:pt x="316" y="56"/>
                    <a:pt x="237" y="0"/>
                    <a:pt x="1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6"/>
            <p:cNvSpPr/>
            <p:nvPr/>
          </p:nvSpPr>
          <p:spPr>
            <a:xfrm>
              <a:off x="2878660" y="1627750"/>
              <a:ext cx="26155" cy="27520"/>
            </a:xfrm>
            <a:custGeom>
              <a:avLst/>
              <a:gdLst/>
              <a:ahLst/>
              <a:cxnLst/>
              <a:rect l="l" t="t" r="r" b="b"/>
              <a:pathLst>
                <a:path w="996" h="1048" extrusionOk="0">
                  <a:moveTo>
                    <a:pt x="1" y="0"/>
                  </a:moveTo>
                  <a:lnTo>
                    <a:pt x="1" y="441"/>
                  </a:lnTo>
                  <a:cubicBezTo>
                    <a:pt x="96" y="574"/>
                    <a:pt x="211" y="708"/>
                    <a:pt x="326" y="823"/>
                  </a:cubicBezTo>
                  <a:cubicBezTo>
                    <a:pt x="431" y="929"/>
                    <a:pt x="565" y="996"/>
                    <a:pt x="709" y="1034"/>
                  </a:cubicBezTo>
                  <a:cubicBezTo>
                    <a:pt x="752" y="1042"/>
                    <a:pt x="795" y="1047"/>
                    <a:pt x="838" y="1047"/>
                  </a:cubicBezTo>
                  <a:cubicBezTo>
                    <a:pt x="891" y="1047"/>
                    <a:pt x="943" y="1040"/>
                    <a:pt x="996" y="1024"/>
                  </a:cubicBezTo>
                  <a:cubicBezTo>
                    <a:pt x="805" y="948"/>
                    <a:pt x="632" y="833"/>
                    <a:pt x="498" y="670"/>
                  </a:cubicBezTo>
                  <a:cubicBezTo>
                    <a:pt x="470" y="632"/>
                    <a:pt x="412" y="555"/>
                    <a:pt x="355" y="479"/>
                  </a:cubicBezTo>
                  <a:lnTo>
                    <a:pt x="326" y="441"/>
                  </a:lnTo>
                  <a:cubicBezTo>
                    <a:pt x="173" y="24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6"/>
            <p:cNvSpPr/>
            <p:nvPr/>
          </p:nvSpPr>
          <p:spPr>
            <a:xfrm>
              <a:off x="2790715" y="1425443"/>
              <a:ext cx="94510" cy="96768"/>
            </a:xfrm>
            <a:custGeom>
              <a:avLst/>
              <a:gdLst/>
              <a:ahLst/>
              <a:cxnLst/>
              <a:rect l="l" t="t" r="r" b="b"/>
              <a:pathLst>
                <a:path w="3599" h="3685" extrusionOk="0">
                  <a:moveTo>
                    <a:pt x="0" y="0"/>
                  </a:moveTo>
                  <a:lnTo>
                    <a:pt x="0" y="3685"/>
                  </a:lnTo>
                  <a:lnTo>
                    <a:pt x="3598" y="3685"/>
                  </a:lnTo>
                  <a:lnTo>
                    <a:pt x="3598" y="756"/>
                  </a:lnTo>
                  <a:lnTo>
                    <a:pt x="3149" y="976"/>
                  </a:lnTo>
                  <a:cubicBezTo>
                    <a:pt x="3043" y="1024"/>
                    <a:pt x="2938" y="1091"/>
                    <a:pt x="2842" y="1158"/>
                  </a:cubicBezTo>
                  <a:cubicBezTo>
                    <a:pt x="2661" y="1311"/>
                    <a:pt x="2440" y="1407"/>
                    <a:pt x="2201" y="1426"/>
                  </a:cubicBezTo>
                  <a:cubicBezTo>
                    <a:pt x="2192" y="1427"/>
                    <a:pt x="2183" y="1428"/>
                    <a:pt x="2174" y="1428"/>
                  </a:cubicBezTo>
                  <a:cubicBezTo>
                    <a:pt x="2096" y="1428"/>
                    <a:pt x="2012" y="1392"/>
                    <a:pt x="1952" y="1340"/>
                  </a:cubicBezTo>
                  <a:cubicBezTo>
                    <a:pt x="1866" y="1244"/>
                    <a:pt x="1828" y="1110"/>
                    <a:pt x="1857" y="986"/>
                  </a:cubicBezTo>
                  <a:cubicBezTo>
                    <a:pt x="1905" y="833"/>
                    <a:pt x="1991" y="699"/>
                    <a:pt x="2106" y="594"/>
                  </a:cubicBezTo>
                  <a:lnTo>
                    <a:pt x="2651" y="48"/>
                  </a:lnTo>
                  <a:lnTo>
                    <a:pt x="354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6"/>
            <p:cNvSpPr/>
            <p:nvPr/>
          </p:nvSpPr>
          <p:spPr>
            <a:xfrm>
              <a:off x="3053840" y="1519927"/>
              <a:ext cx="94772" cy="96794"/>
            </a:xfrm>
            <a:custGeom>
              <a:avLst/>
              <a:gdLst/>
              <a:ahLst/>
              <a:cxnLst/>
              <a:rect l="l" t="t" r="r" b="b"/>
              <a:pathLst>
                <a:path w="3609" h="3686" extrusionOk="0">
                  <a:moveTo>
                    <a:pt x="0" y="1"/>
                  </a:moveTo>
                  <a:lnTo>
                    <a:pt x="0" y="2920"/>
                  </a:lnTo>
                  <a:lnTo>
                    <a:pt x="460" y="2709"/>
                  </a:lnTo>
                  <a:cubicBezTo>
                    <a:pt x="565" y="2652"/>
                    <a:pt x="670" y="2594"/>
                    <a:pt x="766" y="2518"/>
                  </a:cubicBezTo>
                  <a:cubicBezTo>
                    <a:pt x="948" y="2364"/>
                    <a:pt x="1168" y="2278"/>
                    <a:pt x="1407" y="2250"/>
                  </a:cubicBezTo>
                  <a:cubicBezTo>
                    <a:pt x="1493" y="2250"/>
                    <a:pt x="1579" y="2278"/>
                    <a:pt x="1656" y="2336"/>
                  </a:cubicBezTo>
                  <a:cubicBezTo>
                    <a:pt x="1742" y="2431"/>
                    <a:pt x="1780" y="2565"/>
                    <a:pt x="1752" y="2699"/>
                  </a:cubicBezTo>
                  <a:cubicBezTo>
                    <a:pt x="1704" y="2853"/>
                    <a:pt x="1618" y="2987"/>
                    <a:pt x="1503" y="3092"/>
                  </a:cubicBezTo>
                  <a:lnTo>
                    <a:pt x="948" y="3628"/>
                  </a:lnTo>
                  <a:lnTo>
                    <a:pt x="3244" y="3628"/>
                  </a:lnTo>
                  <a:lnTo>
                    <a:pt x="3608" y="3685"/>
                  </a:lnTo>
                  <a:lnTo>
                    <a:pt x="36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6"/>
            <p:cNvSpPr/>
            <p:nvPr/>
          </p:nvSpPr>
          <p:spPr>
            <a:xfrm>
              <a:off x="3053840" y="1519927"/>
              <a:ext cx="23897" cy="76942"/>
            </a:xfrm>
            <a:custGeom>
              <a:avLst/>
              <a:gdLst/>
              <a:ahLst/>
              <a:cxnLst/>
              <a:rect l="l" t="t" r="r" b="b"/>
              <a:pathLst>
                <a:path w="910" h="2930" extrusionOk="0">
                  <a:moveTo>
                    <a:pt x="0" y="1"/>
                  </a:moveTo>
                  <a:lnTo>
                    <a:pt x="0" y="2920"/>
                  </a:lnTo>
                  <a:lnTo>
                    <a:pt x="0" y="2929"/>
                  </a:lnTo>
                  <a:lnTo>
                    <a:pt x="460" y="2709"/>
                  </a:lnTo>
                  <a:cubicBezTo>
                    <a:pt x="565" y="2652"/>
                    <a:pt x="670" y="2594"/>
                    <a:pt x="766" y="2518"/>
                  </a:cubicBezTo>
                  <a:cubicBezTo>
                    <a:pt x="814" y="2489"/>
                    <a:pt x="861" y="2451"/>
                    <a:pt x="909" y="2422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6"/>
            <p:cNvSpPr/>
            <p:nvPr/>
          </p:nvSpPr>
          <p:spPr>
            <a:xfrm>
              <a:off x="2790715" y="1401573"/>
              <a:ext cx="23634" cy="120638"/>
            </a:xfrm>
            <a:custGeom>
              <a:avLst/>
              <a:gdLst/>
              <a:ahLst/>
              <a:cxnLst/>
              <a:rect l="l" t="t" r="r" b="b"/>
              <a:pathLst>
                <a:path w="900" h="4594" extrusionOk="0">
                  <a:moveTo>
                    <a:pt x="900" y="0"/>
                  </a:moveTo>
                  <a:lnTo>
                    <a:pt x="450" y="345"/>
                  </a:lnTo>
                  <a:cubicBezTo>
                    <a:pt x="335" y="431"/>
                    <a:pt x="230" y="526"/>
                    <a:pt x="134" y="641"/>
                  </a:cubicBezTo>
                  <a:cubicBezTo>
                    <a:pt x="86" y="689"/>
                    <a:pt x="48" y="747"/>
                    <a:pt x="0" y="785"/>
                  </a:cubicBezTo>
                  <a:lnTo>
                    <a:pt x="0" y="4594"/>
                  </a:lnTo>
                  <a:lnTo>
                    <a:pt x="900" y="4594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6"/>
            <p:cNvSpPr/>
            <p:nvPr/>
          </p:nvSpPr>
          <p:spPr>
            <a:xfrm>
              <a:off x="3021409" y="1329174"/>
              <a:ext cx="132718" cy="165412"/>
            </a:xfrm>
            <a:custGeom>
              <a:avLst/>
              <a:gdLst/>
              <a:ahLst/>
              <a:cxnLst/>
              <a:rect l="l" t="t" r="r" b="b"/>
              <a:pathLst>
                <a:path w="5054" h="6299" extrusionOk="0">
                  <a:moveTo>
                    <a:pt x="2824" y="1"/>
                  </a:moveTo>
                  <a:cubicBezTo>
                    <a:pt x="2546" y="1"/>
                    <a:pt x="2326" y="221"/>
                    <a:pt x="2326" y="498"/>
                  </a:cubicBezTo>
                  <a:lnTo>
                    <a:pt x="2326" y="518"/>
                  </a:lnTo>
                  <a:cubicBezTo>
                    <a:pt x="2240" y="441"/>
                    <a:pt x="2125" y="393"/>
                    <a:pt x="2001" y="393"/>
                  </a:cubicBezTo>
                  <a:lnTo>
                    <a:pt x="1991" y="393"/>
                  </a:lnTo>
                  <a:cubicBezTo>
                    <a:pt x="1714" y="393"/>
                    <a:pt x="1484" y="623"/>
                    <a:pt x="1484" y="900"/>
                  </a:cubicBezTo>
                  <a:lnTo>
                    <a:pt x="1484" y="2747"/>
                  </a:lnTo>
                  <a:cubicBezTo>
                    <a:pt x="1321" y="2518"/>
                    <a:pt x="1072" y="2221"/>
                    <a:pt x="766" y="2154"/>
                  </a:cubicBezTo>
                  <a:cubicBezTo>
                    <a:pt x="731" y="2148"/>
                    <a:pt x="696" y="2145"/>
                    <a:pt x="661" y="2145"/>
                  </a:cubicBezTo>
                  <a:cubicBezTo>
                    <a:pt x="531" y="2145"/>
                    <a:pt x="403" y="2186"/>
                    <a:pt x="297" y="2269"/>
                  </a:cubicBezTo>
                  <a:lnTo>
                    <a:pt x="249" y="2307"/>
                  </a:lnTo>
                  <a:lnTo>
                    <a:pt x="211" y="2355"/>
                  </a:lnTo>
                  <a:cubicBezTo>
                    <a:pt x="135" y="2470"/>
                    <a:pt x="1" y="2805"/>
                    <a:pt x="422" y="3389"/>
                  </a:cubicBezTo>
                  <a:cubicBezTo>
                    <a:pt x="594" y="3618"/>
                    <a:pt x="709" y="3896"/>
                    <a:pt x="747" y="4183"/>
                  </a:cubicBezTo>
                  <a:cubicBezTo>
                    <a:pt x="824" y="4623"/>
                    <a:pt x="929" y="4949"/>
                    <a:pt x="1599" y="5465"/>
                  </a:cubicBezTo>
                  <a:lnTo>
                    <a:pt x="1599" y="6298"/>
                  </a:lnTo>
                  <a:lnTo>
                    <a:pt x="4470" y="6298"/>
                  </a:lnTo>
                  <a:lnTo>
                    <a:pt x="4470" y="5188"/>
                  </a:lnTo>
                  <a:cubicBezTo>
                    <a:pt x="5054" y="4757"/>
                    <a:pt x="5025" y="3140"/>
                    <a:pt x="5025" y="3073"/>
                  </a:cubicBezTo>
                  <a:lnTo>
                    <a:pt x="5025" y="1886"/>
                  </a:lnTo>
                  <a:cubicBezTo>
                    <a:pt x="5025" y="1609"/>
                    <a:pt x="4805" y="1388"/>
                    <a:pt x="4518" y="1388"/>
                  </a:cubicBezTo>
                  <a:lnTo>
                    <a:pt x="4508" y="1388"/>
                  </a:lnTo>
                  <a:cubicBezTo>
                    <a:pt x="4384" y="1388"/>
                    <a:pt x="4279" y="1427"/>
                    <a:pt x="4183" y="1503"/>
                  </a:cubicBezTo>
                  <a:lnTo>
                    <a:pt x="4183" y="910"/>
                  </a:lnTo>
                  <a:cubicBezTo>
                    <a:pt x="4183" y="632"/>
                    <a:pt x="3963" y="403"/>
                    <a:pt x="3685" y="403"/>
                  </a:cubicBezTo>
                  <a:lnTo>
                    <a:pt x="3666" y="403"/>
                  </a:lnTo>
                  <a:cubicBezTo>
                    <a:pt x="3551" y="403"/>
                    <a:pt x="3436" y="441"/>
                    <a:pt x="3350" y="518"/>
                  </a:cubicBezTo>
                  <a:lnTo>
                    <a:pt x="3350" y="508"/>
                  </a:lnTo>
                  <a:cubicBezTo>
                    <a:pt x="3350" y="221"/>
                    <a:pt x="3121" y="1"/>
                    <a:pt x="28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6"/>
            <p:cNvSpPr/>
            <p:nvPr/>
          </p:nvSpPr>
          <p:spPr>
            <a:xfrm>
              <a:off x="3021409" y="1385476"/>
              <a:ext cx="48528" cy="109110"/>
            </a:xfrm>
            <a:custGeom>
              <a:avLst/>
              <a:gdLst/>
              <a:ahLst/>
              <a:cxnLst/>
              <a:rect l="l" t="t" r="r" b="b"/>
              <a:pathLst>
                <a:path w="1848" h="4155" extrusionOk="0">
                  <a:moveTo>
                    <a:pt x="661" y="1"/>
                  </a:moveTo>
                  <a:cubicBezTo>
                    <a:pt x="532" y="1"/>
                    <a:pt x="405" y="42"/>
                    <a:pt x="307" y="125"/>
                  </a:cubicBezTo>
                  <a:lnTo>
                    <a:pt x="249" y="163"/>
                  </a:lnTo>
                  <a:lnTo>
                    <a:pt x="221" y="211"/>
                  </a:lnTo>
                  <a:cubicBezTo>
                    <a:pt x="135" y="336"/>
                    <a:pt x="1" y="661"/>
                    <a:pt x="431" y="1245"/>
                  </a:cubicBezTo>
                  <a:cubicBezTo>
                    <a:pt x="604" y="1474"/>
                    <a:pt x="709" y="1752"/>
                    <a:pt x="747" y="2039"/>
                  </a:cubicBezTo>
                  <a:cubicBezTo>
                    <a:pt x="824" y="2479"/>
                    <a:pt x="929" y="2805"/>
                    <a:pt x="1599" y="3321"/>
                  </a:cubicBezTo>
                  <a:lnTo>
                    <a:pt x="1599" y="4154"/>
                  </a:lnTo>
                  <a:lnTo>
                    <a:pt x="1848" y="4154"/>
                  </a:lnTo>
                  <a:lnTo>
                    <a:pt x="1848" y="3235"/>
                  </a:lnTo>
                  <a:cubicBezTo>
                    <a:pt x="1187" y="2718"/>
                    <a:pt x="1082" y="2479"/>
                    <a:pt x="996" y="2039"/>
                  </a:cubicBezTo>
                  <a:cubicBezTo>
                    <a:pt x="967" y="1752"/>
                    <a:pt x="852" y="1474"/>
                    <a:pt x="680" y="1245"/>
                  </a:cubicBezTo>
                  <a:cubicBezTo>
                    <a:pt x="249" y="661"/>
                    <a:pt x="393" y="326"/>
                    <a:pt x="470" y="211"/>
                  </a:cubicBezTo>
                  <a:lnTo>
                    <a:pt x="508" y="163"/>
                  </a:lnTo>
                  <a:lnTo>
                    <a:pt x="556" y="125"/>
                  </a:lnTo>
                  <a:cubicBezTo>
                    <a:pt x="623" y="68"/>
                    <a:pt x="699" y="39"/>
                    <a:pt x="776" y="10"/>
                  </a:cubicBezTo>
                  <a:lnTo>
                    <a:pt x="766" y="10"/>
                  </a:lnTo>
                  <a:cubicBezTo>
                    <a:pt x="731" y="4"/>
                    <a:pt x="696" y="1"/>
                    <a:pt x="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6"/>
            <p:cNvSpPr/>
            <p:nvPr/>
          </p:nvSpPr>
          <p:spPr>
            <a:xfrm>
              <a:off x="3108120" y="1339731"/>
              <a:ext cx="13603" cy="52179"/>
            </a:xfrm>
            <a:custGeom>
              <a:avLst/>
              <a:gdLst/>
              <a:ahLst/>
              <a:cxnLst/>
              <a:rect l="l" t="t" r="r" b="b"/>
              <a:pathLst>
                <a:path w="518" h="1987" extrusionOk="0">
                  <a:moveTo>
                    <a:pt x="383" y="1"/>
                  </a:moveTo>
                  <a:cubicBezTo>
                    <a:pt x="278" y="1"/>
                    <a:pt x="173" y="20"/>
                    <a:pt x="77" y="77"/>
                  </a:cubicBezTo>
                  <a:cubicBezTo>
                    <a:pt x="58" y="87"/>
                    <a:pt x="39" y="106"/>
                    <a:pt x="29" y="116"/>
                  </a:cubicBezTo>
                  <a:cubicBezTo>
                    <a:pt x="10" y="144"/>
                    <a:pt x="10" y="173"/>
                    <a:pt x="0" y="211"/>
                  </a:cubicBezTo>
                  <a:lnTo>
                    <a:pt x="0" y="1829"/>
                  </a:lnTo>
                  <a:cubicBezTo>
                    <a:pt x="0" y="1934"/>
                    <a:pt x="82" y="1987"/>
                    <a:pt x="163" y="1987"/>
                  </a:cubicBezTo>
                  <a:cubicBezTo>
                    <a:pt x="244" y="1987"/>
                    <a:pt x="326" y="1934"/>
                    <a:pt x="326" y="1829"/>
                  </a:cubicBezTo>
                  <a:lnTo>
                    <a:pt x="326" y="211"/>
                  </a:lnTo>
                  <a:lnTo>
                    <a:pt x="326" y="202"/>
                  </a:lnTo>
                  <a:cubicBezTo>
                    <a:pt x="326" y="163"/>
                    <a:pt x="345" y="135"/>
                    <a:pt x="364" y="106"/>
                  </a:cubicBezTo>
                  <a:cubicBezTo>
                    <a:pt x="412" y="68"/>
                    <a:pt x="460" y="39"/>
                    <a:pt x="517" y="29"/>
                  </a:cubicBezTo>
                  <a:cubicBezTo>
                    <a:pt x="479" y="10"/>
                    <a:pt x="431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6"/>
            <p:cNvSpPr/>
            <p:nvPr/>
          </p:nvSpPr>
          <p:spPr>
            <a:xfrm>
              <a:off x="3130992" y="1365833"/>
              <a:ext cx="13340" cy="35635"/>
            </a:xfrm>
            <a:custGeom>
              <a:avLst/>
              <a:gdLst/>
              <a:ahLst/>
              <a:cxnLst/>
              <a:rect l="l" t="t" r="r" b="b"/>
              <a:pathLst>
                <a:path w="508" h="1357" extrusionOk="0">
                  <a:moveTo>
                    <a:pt x="340" y="0"/>
                  </a:moveTo>
                  <a:cubicBezTo>
                    <a:pt x="242" y="0"/>
                    <a:pt x="151" y="29"/>
                    <a:pt x="67" y="79"/>
                  </a:cubicBezTo>
                  <a:cubicBezTo>
                    <a:pt x="48" y="88"/>
                    <a:pt x="39" y="107"/>
                    <a:pt x="19" y="117"/>
                  </a:cubicBezTo>
                  <a:cubicBezTo>
                    <a:pt x="10" y="146"/>
                    <a:pt x="0" y="174"/>
                    <a:pt x="0" y="213"/>
                  </a:cubicBezTo>
                  <a:lnTo>
                    <a:pt x="0" y="1198"/>
                  </a:lnTo>
                  <a:cubicBezTo>
                    <a:pt x="0" y="1304"/>
                    <a:pt x="79" y="1356"/>
                    <a:pt x="158" y="1356"/>
                  </a:cubicBezTo>
                  <a:cubicBezTo>
                    <a:pt x="237" y="1356"/>
                    <a:pt x="316" y="1304"/>
                    <a:pt x="316" y="1198"/>
                  </a:cubicBezTo>
                  <a:lnTo>
                    <a:pt x="316" y="213"/>
                  </a:lnTo>
                  <a:lnTo>
                    <a:pt x="316" y="193"/>
                  </a:lnTo>
                  <a:cubicBezTo>
                    <a:pt x="326" y="165"/>
                    <a:pt x="335" y="126"/>
                    <a:pt x="354" y="107"/>
                  </a:cubicBezTo>
                  <a:cubicBezTo>
                    <a:pt x="402" y="69"/>
                    <a:pt x="450" y="40"/>
                    <a:pt x="507" y="21"/>
                  </a:cubicBezTo>
                  <a:cubicBezTo>
                    <a:pt x="469" y="12"/>
                    <a:pt x="421" y="2"/>
                    <a:pt x="383" y="2"/>
                  </a:cubicBezTo>
                  <a:cubicBezTo>
                    <a:pt x="368" y="1"/>
                    <a:pt x="354" y="0"/>
                    <a:pt x="3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6"/>
            <p:cNvSpPr/>
            <p:nvPr/>
          </p:nvSpPr>
          <p:spPr>
            <a:xfrm>
              <a:off x="3082227" y="1329174"/>
              <a:ext cx="17620" cy="58665"/>
            </a:xfrm>
            <a:custGeom>
              <a:avLst/>
              <a:gdLst/>
              <a:ahLst/>
              <a:cxnLst/>
              <a:rect l="l" t="t" r="r" b="b"/>
              <a:pathLst>
                <a:path w="671" h="2234" extrusionOk="0">
                  <a:moveTo>
                    <a:pt x="498" y="1"/>
                  </a:moveTo>
                  <a:cubicBezTo>
                    <a:pt x="259" y="1"/>
                    <a:pt x="48" y="173"/>
                    <a:pt x="1" y="403"/>
                  </a:cubicBezTo>
                  <a:lnTo>
                    <a:pt x="10" y="403"/>
                  </a:lnTo>
                  <a:cubicBezTo>
                    <a:pt x="1" y="422"/>
                    <a:pt x="1" y="441"/>
                    <a:pt x="1" y="460"/>
                  </a:cubicBezTo>
                  <a:lnTo>
                    <a:pt x="1" y="2068"/>
                  </a:lnTo>
                  <a:cubicBezTo>
                    <a:pt x="1" y="2178"/>
                    <a:pt x="80" y="2233"/>
                    <a:pt x="159" y="2233"/>
                  </a:cubicBezTo>
                  <a:cubicBezTo>
                    <a:pt x="237" y="2233"/>
                    <a:pt x="316" y="2178"/>
                    <a:pt x="316" y="2068"/>
                  </a:cubicBezTo>
                  <a:lnTo>
                    <a:pt x="316" y="508"/>
                  </a:lnTo>
                  <a:cubicBezTo>
                    <a:pt x="316" y="288"/>
                    <a:pt x="460" y="97"/>
                    <a:pt x="671" y="30"/>
                  </a:cubicBezTo>
                  <a:cubicBezTo>
                    <a:pt x="613" y="10"/>
                    <a:pt x="565" y="1"/>
                    <a:pt x="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6"/>
            <p:cNvSpPr/>
            <p:nvPr/>
          </p:nvSpPr>
          <p:spPr>
            <a:xfrm>
              <a:off x="3060116" y="1339731"/>
              <a:ext cx="17620" cy="73160"/>
            </a:xfrm>
            <a:custGeom>
              <a:avLst/>
              <a:gdLst/>
              <a:ahLst/>
              <a:cxnLst/>
              <a:rect l="l" t="t" r="r" b="b"/>
              <a:pathLst>
                <a:path w="671" h="2786" extrusionOk="0">
                  <a:moveTo>
                    <a:pt x="498" y="1"/>
                  </a:moveTo>
                  <a:cubicBezTo>
                    <a:pt x="221" y="1"/>
                    <a:pt x="0" y="230"/>
                    <a:pt x="0" y="508"/>
                  </a:cubicBezTo>
                  <a:lnTo>
                    <a:pt x="0" y="843"/>
                  </a:lnTo>
                  <a:lnTo>
                    <a:pt x="0" y="2317"/>
                  </a:lnTo>
                  <a:cubicBezTo>
                    <a:pt x="115" y="2470"/>
                    <a:pt x="221" y="2623"/>
                    <a:pt x="316" y="2786"/>
                  </a:cubicBezTo>
                  <a:lnTo>
                    <a:pt x="316" y="1101"/>
                  </a:lnTo>
                  <a:lnTo>
                    <a:pt x="326" y="1111"/>
                  </a:lnTo>
                  <a:lnTo>
                    <a:pt x="326" y="508"/>
                  </a:lnTo>
                  <a:cubicBezTo>
                    <a:pt x="326" y="288"/>
                    <a:pt x="469" y="96"/>
                    <a:pt x="670" y="29"/>
                  </a:cubicBezTo>
                  <a:cubicBezTo>
                    <a:pt x="622" y="10"/>
                    <a:pt x="575" y="1"/>
                    <a:pt x="5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6"/>
            <p:cNvSpPr/>
            <p:nvPr/>
          </p:nvSpPr>
          <p:spPr>
            <a:xfrm>
              <a:off x="2778137" y="1336475"/>
              <a:ext cx="165648" cy="128674"/>
            </a:xfrm>
            <a:custGeom>
              <a:avLst/>
              <a:gdLst/>
              <a:ahLst/>
              <a:cxnLst/>
              <a:rect l="l" t="t" r="r" b="b"/>
              <a:pathLst>
                <a:path w="6308" h="4900" extrusionOk="0">
                  <a:moveTo>
                    <a:pt x="3134" y="0"/>
                  </a:moveTo>
                  <a:cubicBezTo>
                    <a:pt x="3106" y="0"/>
                    <a:pt x="3088" y="0"/>
                    <a:pt x="3082" y="0"/>
                  </a:cubicBezTo>
                  <a:lnTo>
                    <a:pt x="1895" y="0"/>
                  </a:lnTo>
                  <a:cubicBezTo>
                    <a:pt x="1618" y="0"/>
                    <a:pt x="1388" y="230"/>
                    <a:pt x="1388" y="508"/>
                  </a:cubicBezTo>
                  <a:lnTo>
                    <a:pt x="1388" y="527"/>
                  </a:lnTo>
                  <a:cubicBezTo>
                    <a:pt x="1388" y="642"/>
                    <a:pt x="1436" y="756"/>
                    <a:pt x="1513" y="843"/>
                  </a:cubicBezTo>
                  <a:lnTo>
                    <a:pt x="910" y="843"/>
                  </a:lnTo>
                  <a:cubicBezTo>
                    <a:pt x="632" y="843"/>
                    <a:pt x="402" y="1072"/>
                    <a:pt x="402" y="1350"/>
                  </a:cubicBezTo>
                  <a:lnTo>
                    <a:pt x="402" y="1359"/>
                  </a:lnTo>
                  <a:cubicBezTo>
                    <a:pt x="402" y="1484"/>
                    <a:pt x="450" y="1589"/>
                    <a:pt x="517" y="1685"/>
                  </a:cubicBezTo>
                  <a:lnTo>
                    <a:pt x="508" y="1685"/>
                  </a:lnTo>
                  <a:cubicBezTo>
                    <a:pt x="230" y="1685"/>
                    <a:pt x="1" y="1905"/>
                    <a:pt x="1" y="2182"/>
                  </a:cubicBezTo>
                  <a:lnTo>
                    <a:pt x="1" y="2202"/>
                  </a:lnTo>
                  <a:cubicBezTo>
                    <a:pt x="1" y="2479"/>
                    <a:pt x="230" y="2709"/>
                    <a:pt x="508" y="2709"/>
                  </a:cubicBezTo>
                  <a:lnTo>
                    <a:pt x="527" y="2709"/>
                  </a:lnTo>
                  <a:cubicBezTo>
                    <a:pt x="450" y="2795"/>
                    <a:pt x="402" y="2910"/>
                    <a:pt x="402" y="3025"/>
                  </a:cubicBezTo>
                  <a:lnTo>
                    <a:pt x="402" y="3044"/>
                  </a:lnTo>
                  <a:cubicBezTo>
                    <a:pt x="402" y="3321"/>
                    <a:pt x="632" y="3541"/>
                    <a:pt x="910" y="3541"/>
                  </a:cubicBezTo>
                  <a:lnTo>
                    <a:pt x="2757" y="3541"/>
                  </a:lnTo>
                  <a:cubicBezTo>
                    <a:pt x="2518" y="3704"/>
                    <a:pt x="2221" y="3962"/>
                    <a:pt x="2163" y="4259"/>
                  </a:cubicBezTo>
                  <a:cubicBezTo>
                    <a:pt x="2125" y="4431"/>
                    <a:pt x="2163" y="4594"/>
                    <a:pt x="2269" y="4728"/>
                  </a:cubicBezTo>
                  <a:lnTo>
                    <a:pt x="2307" y="4776"/>
                  </a:lnTo>
                  <a:lnTo>
                    <a:pt x="2355" y="4814"/>
                  </a:lnTo>
                  <a:cubicBezTo>
                    <a:pt x="2413" y="4850"/>
                    <a:pt x="2514" y="4900"/>
                    <a:pt x="2665" y="4900"/>
                  </a:cubicBezTo>
                  <a:cubicBezTo>
                    <a:pt x="2838" y="4900"/>
                    <a:pt x="3076" y="4834"/>
                    <a:pt x="3388" y="4604"/>
                  </a:cubicBezTo>
                  <a:cubicBezTo>
                    <a:pt x="3628" y="4431"/>
                    <a:pt x="3896" y="4326"/>
                    <a:pt x="4183" y="4288"/>
                  </a:cubicBezTo>
                  <a:cubicBezTo>
                    <a:pt x="4623" y="4202"/>
                    <a:pt x="4948" y="4106"/>
                    <a:pt x="5465" y="3436"/>
                  </a:cubicBezTo>
                  <a:lnTo>
                    <a:pt x="6307" y="3436"/>
                  </a:lnTo>
                  <a:lnTo>
                    <a:pt x="6307" y="565"/>
                  </a:lnTo>
                  <a:lnTo>
                    <a:pt x="5188" y="565"/>
                  </a:lnTo>
                  <a:cubicBezTo>
                    <a:pt x="4804" y="24"/>
                    <a:pt x="3425" y="0"/>
                    <a:pt x="31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6"/>
            <p:cNvSpPr/>
            <p:nvPr/>
          </p:nvSpPr>
          <p:spPr>
            <a:xfrm>
              <a:off x="2814822" y="1336475"/>
              <a:ext cx="128963" cy="21875"/>
            </a:xfrm>
            <a:custGeom>
              <a:avLst/>
              <a:gdLst/>
              <a:ahLst/>
              <a:cxnLst/>
              <a:rect l="l" t="t" r="r" b="b"/>
              <a:pathLst>
                <a:path w="4911" h="833" extrusionOk="0">
                  <a:moveTo>
                    <a:pt x="1737" y="0"/>
                  </a:moveTo>
                  <a:cubicBezTo>
                    <a:pt x="1709" y="0"/>
                    <a:pt x="1691" y="0"/>
                    <a:pt x="1685" y="0"/>
                  </a:cubicBezTo>
                  <a:lnTo>
                    <a:pt x="498" y="0"/>
                  </a:lnTo>
                  <a:cubicBezTo>
                    <a:pt x="221" y="0"/>
                    <a:pt x="1" y="230"/>
                    <a:pt x="1" y="508"/>
                  </a:cubicBezTo>
                  <a:lnTo>
                    <a:pt x="1" y="527"/>
                  </a:lnTo>
                  <a:cubicBezTo>
                    <a:pt x="1" y="575"/>
                    <a:pt x="10" y="632"/>
                    <a:pt x="20" y="680"/>
                  </a:cubicBezTo>
                  <a:cubicBezTo>
                    <a:pt x="87" y="479"/>
                    <a:pt x="278" y="268"/>
                    <a:pt x="498" y="268"/>
                  </a:cubicBezTo>
                  <a:lnTo>
                    <a:pt x="1685" y="268"/>
                  </a:lnTo>
                  <a:cubicBezTo>
                    <a:pt x="1692" y="268"/>
                    <a:pt x="1710" y="268"/>
                    <a:pt x="1737" y="268"/>
                  </a:cubicBezTo>
                  <a:cubicBezTo>
                    <a:pt x="2015" y="268"/>
                    <a:pt x="3283" y="292"/>
                    <a:pt x="3676" y="833"/>
                  </a:cubicBezTo>
                  <a:lnTo>
                    <a:pt x="4910" y="833"/>
                  </a:lnTo>
                  <a:lnTo>
                    <a:pt x="4910" y="565"/>
                  </a:lnTo>
                  <a:lnTo>
                    <a:pt x="3800" y="565"/>
                  </a:lnTo>
                  <a:cubicBezTo>
                    <a:pt x="3408" y="24"/>
                    <a:pt x="2028" y="0"/>
                    <a:pt x="1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6"/>
            <p:cNvSpPr/>
            <p:nvPr/>
          </p:nvSpPr>
          <p:spPr>
            <a:xfrm>
              <a:off x="2788693" y="1358585"/>
              <a:ext cx="70140" cy="17883"/>
            </a:xfrm>
            <a:custGeom>
              <a:avLst/>
              <a:gdLst/>
              <a:ahLst/>
              <a:cxnLst/>
              <a:rect l="l" t="t" r="r" b="b"/>
              <a:pathLst>
                <a:path w="2671" h="681" extrusionOk="0">
                  <a:moveTo>
                    <a:pt x="508" y="1"/>
                  </a:moveTo>
                  <a:cubicBezTo>
                    <a:pt x="230" y="1"/>
                    <a:pt x="0" y="230"/>
                    <a:pt x="0" y="508"/>
                  </a:cubicBezTo>
                  <a:lnTo>
                    <a:pt x="0" y="517"/>
                  </a:lnTo>
                  <a:cubicBezTo>
                    <a:pt x="0" y="575"/>
                    <a:pt x="10" y="623"/>
                    <a:pt x="29" y="680"/>
                  </a:cubicBezTo>
                  <a:cubicBezTo>
                    <a:pt x="94" y="476"/>
                    <a:pt x="276" y="335"/>
                    <a:pt x="487" y="335"/>
                  </a:cubicBezTo>
                  <a:cubicBezTo>
                    <a:pt x="494" y="335"/>
                    <a:pt x="501" y="335"/>
                    <a:pt x="508" y="335"/>
                  </a:cubicBezTo>
                  <a:lnTo>
                    <a:pt x="1101" y="335"/>
                  </a:lnTo>
                  <a:lnTo>
                    <a:pt x="1101" y="316"/>
                  </a:lnTo>
                  <a:lnTo>
                    <a:pt x="2460" y="316"/>
                  </a:lnTo>
                  <a:cubicBezTo>
                    <a:pt x="2671" y="316"/>
                    <a:pt x="2671" y="1"/>
                    <a:pt x="24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6"/>
            <p:cNvSpPr/>
            <p:nvPr/>
          </p:nvSpPr>
          <p:spPr>
            <a:xfrm>
              <a:off x="2788693" y="1406851"/>
              <a:ext cx="53807" cy="13576"/>
            </a:xfrm>
            <a:custGeom>
              <a:avLst/>
              <a:gdLst/>
              <a:ahLst/>
              <a:cxnLst/>
              <a:rect l="l" t="t" r="r" b="b"/>
              <a:pathLst>
                <a:path w="2049" h="517" extrusionOk="0">
                  <a:moveTo>
                    <a:pt x="211" y="0"/>
                  </a:moveTo>
                  <a:cubicBezTo>
                    <a:pt x="182" y="0"/>
                    <a:pt x="144" y="10"/>
                    <a:pt x="115" y="19"/>
                  </a:cubicBezTo>
                  <a:cubicBezTo>
                    <a:pt x="106" y="38"/>
                    <a:pt x="96" y="57"/>
                    <a:pt x="77" y="67"/>
                  </a:cubicBezTo>
                  <a:cubicBezTo>
                    <a:pt x="29" y="163"/>
                    <a:pt x="0" y="268"/>
                    <a:pt x="0" y="383"/>
                  </a:cubicBezTo>
                  <a:cubicBezTo>
                    <a:pt x="0" y="431"/>
                    <a:pt x="10" y="469"/>
                    <a:pt x="29" y="517"/>
                  </a:cubicBezTo>
                  <a:cubicBezTo>
                    <a:pt x="48" y="459"/>
                    <a:pt x="77" y="402"/>
                    <a:pt x="106" y="364"/>
                  </a:cubicBezTo>
                  <a:cubicBezTo>
                    <a:pt x="134" y="335"/>
                    <a:pt x="163" y="325"/>
                    <a:pt x="201" y="325"/>
                  </a:cubicBezTo>
                  <a:lnTo>
                    <a:pt x="1828" y="325"/>
                  </a:lnTo>
                  <a:cubicBezTo>
                    <a:pt x="2049" y="325"/>
                    <a:pt x="2049" y="0"/>
                    <a:pt x="18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6"/>
            <p:cNvSpPr/>
            <p:nvPr/>
          </p:nvSpPr>
          <p:spPr>
            <a:xfrm>
              <a:off x="2778399" y="1380959"/>
              <a:ext cx="59820" cy="17620"/>
            </a:xfrm>
            <a:custGeom>
              <a:avLst/>
              <a:gdLst/>
              <a:ahLst/>
              <a:cxnLst/>
              <a:rect l="l" t="t" r="r" b="b"/>
              <a:pathLst>
                <a:path w="2278" h="671" extrusionOk="0">
                  <a:moveTo>
                    <a:pt x="402" y="0"/>
                  </a:moveTo>
                  <a:cubicBezTo>
                    <a:pt x="163" y="48"/>
                    <a:pt x="0" y="249"/>
                    <a:pt x="0" y="488"/>
                  </a:cubicBezTo>
                  <a:lnTo>
                    <a:pt x="0" y="508"/>
                  </a:lnTo>
                  <a:cubicBezTo>
                    <a:pt x="0" y="565"/>
                    <a:pt x="10" y="613"/>
                    <a:pt x="19" y="670"/>
                  </a:cubicBezTo>
                  <a:cubicBezTo>
                    <a:pt x="86" y="460"/>
                    <a:pt x="278" y="316"/>
                    <a:pt x="498" y="316"/>
                  </a:cubicBezTo>
                  <a:lnTo>
                    <a:pt x="2067" y="316"/>
                  </a:lnTo>
                  <a:cubicBezTo>
                    <a:pt x="2278" y="316"/>
                    <a:pt x="2278" y="0"/>
                    <a:pt x="2067" y="0"/>
                  </a:cubicBezTo>
                  <a:lnTo>
                    <a:pt x="450" y="0"/>
                  </a:lnTo>
                  <a:cubicBezTo>
                    <a:pt x="431" y="0"/>
                    <a:pt x="412" y="0"/>
                    <a:pt x="402" y="10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6"/>
            <p:cNvSpPr/>
            <p:nvPr/>
          </p:nvSpPr>
          <p:spPr>
            <a:xfrm>
              <a:off x="2834438" y="1429698"/>
              <a:ext cx="27652" cy="26181"/>
            </a:xfrm>
            <a:custGeom>
              <a:avLst/>
              <a:gdLst/>
              <a:ahLst/>
              <a:cxnLst/>
              <a:rect l="l" t="t" r="r" b="b"/>
              <a:pathLst>
                <a:path w="1053" h="997" extrusionOk="0">
                  <a:moveTo>
                    <a:pt x="613" y="1"/>
                  </a:moveTo>
                  <a:cubicBezTo>
                    <a:pt x="479" y="97"/>
                    <a:pt x="354" y="202"/>
                    <a:pt x="240" y="326"/>
                  </a:cubicBezTo>
                  <a:cubicBezTo>
                    <a:pt x="134" y="432"/>
                    <a:pt x="58" y="566"/>
                    <a:pt x="29" y="709"/>
                  </a:cubicBezTo>
                  <a:cubicBezTo>
                    <a:pt x="0" y="805"/>
                    <a:pt x="10" y="901"/>
                    <a:pt x="39" y="996"/>
                  </a:cubicBezTo>
                  <a:cubicBezTo>
                    <a:pt x="106" y="795"/>
                    <a:pt x="230" y="623"/>
                    <a:pt x="393" y="499"/>
                  </a:cubicBezTo>
                  <a:cubicBezTo>
                    <a:pt x="431" y="460"/>
                    <a:pt x="498" y="412"/>
                    <a:pt x="584" y="345"/>
                  </a:cubicBezTo>
                  <a:lnTo>
                    <a:pt x="613" y="326"/>
                  </a:lnTo>
                  <a:cubicBezTo>
                    <a:pt x="814" y="173"/>
                    <a:pt x="1053" y="1"/>
                    <a:pt x="1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6"/>
            <p:cNvSpPr/>
            <p:nvPr/>
          </p:nvSpPr>
          <p:spPr>
            <a:xfrm>
              <a:off x="2995280" y="1575729"/>
              <a:ext cx="165385" cy="128700"/>
            </a:xfrm>
            <a:custGeom>
              <a:avLst/>
              <a:gdLst/>
              <a:ahLst/>
              <a:cxnLst/>
              <a:rect l="l" t="t" r="r" b="b"/>
              <a:pathLst>
                <a:path w="6298" h="4901" extrusionOk="0">
                  <a:moveTo>
                    <a:pt x="3637" y="1"/>
                  </a:moveTo>
                  <a:cubicBezTo>
                    <a:pt x="3463" y="1"/>
                    <a:pt x="3222" y="67"/>
                    <a:pt x="2910" y="297"/>
                  </a:cubicBezTo>
                  <a:cubicBezTo>
                    <a:pt x="2680" y="469"/>
                    <a:pt x="2402" y="574"/>
                    <a:pt x="2115" y="613"/>
                  </a:cubicBezTo>
                  <a:cubicBezTo>
                    <a:pt x="1685" y="699"/>
                    <a:pt x="1350" y="795"/>
                    <a:pt x="842" y="1464"/>
                  </a:cubicBezTo>
                  <a:lnTo>
                    <a:pt x="0" y="1464"/>
                  </a:lnTo>
                  <a:lnTo>
                    <a:pt x="0" y="4336"/>
                  </a:lnTo>
                  <a:lnTo>
                    <a:pt x="1110" y="4336"/>
                  </a:lnTo>
                  <a:cubicBezTo>
                    <a:pt x="1494" y="4877"/>
                    <a:pt x="2873" y="4900"/>
                    <a:pt x="3164" y="4900"/>
                  </a:cubicBezTo>
                  <a:cubicBezTo>
                    <a:pt x="3192" y="4900"/>
                    <a:pt x="3210" y="4900"/>
                    <a:pt x="3216" y="4900"/>
                  </a:cubicBezTo>
                  <a:lnTo>
                    <a:pt x="4403" y="4900"/>
                  </a:lnTo>
                  <a:cubicBezTo>
                    <a:pt x="4680" y="4900"/>
                    <a:pt x="4910" y="4671"/>
                    <a:pt x="4910" y="4393"/>
                  </a:cubicBezTo>
                  <a:lnTo>
                    <a:pt x="4910" y="4374"/>
                  </a:lnTo>
                  <a:cubicBezTo>
                    <a:pt x="4910" y="4259"/>
                    <a:pt x="4862" y="4144"/>
                    <a:pt x="4785" y="4058"/>
                  </a:cubicBezTo>
                  <a:lnTo>
                    <a:pt x="5388" y="4058"/>
                  </a:lnTo>
                  <a:cubicBezTo>
                    <a:pt x="5666" y="4058"/>
                    <a:pt x="5886" y="3828"/>
                    <a:pt x="5886" y="3551"/>
                  </a:cubicBezTo>
                  <a:lnTo>
                    <a:pt x="5886" y="3541"/>
                  </a:lnTo>
                  <a:cubicBezTo>
                    <a:pt x="5886" y="3417"/>
                    <a:pt x="5848" y="3312"/>
                    <a:pt x="5781" y="3216"/>
                  </a:cubicBezTo>
                  <a:lnTo>
                    <a:pt x="5790" y="3216"/>
                  </a:lnTo>
                  <a:cubicBezTo>
                    <a:pt x="6068" y="3216"/>
                    <a:pt x="6288" y="2996"/>
                    <a:pt x="6288" y="2718"/>
                  </a:cubicBezTo>
                  <a:lnTo>
                    <a:pt x="6298" y="2699"/>
                  </a:lnTo>
                  <a:cubicBezTo>
                    <a:pt x="6298" y="2422"/>
                    <a:pt x="6077" y="2201"/>
                    <a:pt x="5800" y="2201"/>
                  </a:cubicBezTo>
                  <a:lnTo>
                    <a:pt x="5781" y="2201"/>
                  </a:lnTo>
                  <a:cubicBezTo>
                    <a:pt x="5857" y="2106"/>
                    <a:pt x="5905" y="1991"/>
                    <a:pt x="5905" y="1876"/>
                  </a:cubicBezTo>
                  <a:lnTo>
                    <a:pt x="5905" y="1857"/>
                  </a:lnTo>
                  <a:cubicBezTo>
                    <a:pt x="5905" y="1579"/>
                    <a:pt x="5675" y="1359"/>
                    <a:pt x="5398" y="1359"/>
                  </a:cubicBezTo>
                  <a:lnTo>
                    <a:pt x="3551" y="1359"/>
                  </a:lnTo>
                  <a:cubicBezTo>
                    <a:pt x="3790" y="1197"/>
                    <a:pt x="4077" y="938"/>
                    <a:pt x="4144" y="641"/>
                  </a:cubicBezTo>
                  <a:cubicBezTo>
                    <a:pt x="4182" y="469"/>
                    <a:pt x="4144" y="306"/>
                    <a:pt x="4039" y="172"/>
                  </a:cubicBezTo>
                  <a:lnTo>
                    <a:pt x="4001" y="125"/>
                  </a:lnTo>
                  <a:lnTo>
                    <a:pt x="3943" y="86"/>
                  </a:lnTo>
                  <a:cubicBezTo>
                    <a:pt x="3890" y="51"/>
                    <a:pt x="3789" y="1"/>
                    <a:pt x="3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6"/>
            <p:cNvSpPr/>
            <p:nvPr/>
          </p:nvSpPr>
          <p:spPr>
            <a:xfrm>
              <a:off x="2995280" y="1575861"/>
              <a:ext cx="109583" cy="45115"/>
            </a:xfrm>
            <a:custGeom>
              <a:avLst/>
              <a:gdLst/>
              <a:ahLst/>
              <a:cxnLst/>
              <a:rect l="l" t="t" r="r" b="b"/>
              <a:pathLst>
                <a:path w="4173" h="1718" extrusionOk="0">
                  <a:moveTo>
                    <a:pt x="3633" y="0"/>
                  </a:moveTo>
                  <a:cubicBezTo>
                    <a:pt x="3460" y="0"/>
                    <a:pt x="3222" y="67"/>
                    <a:pt x="2910" y="292"/>
                  </a:cubicBezTo>
                  <a:cubicBezTo>
                    <a:pt x="2670" y="464"/>
                    <a:pt x="2402" y="579"/>
                    <a:pt x="2115" y="617"/>
                  </a:cubicBezTo>
                  <a:cubicBezTo>
                    <a:pt x="1675" y="694"/>
                    <a:pt x="1350" y="799"/>
                    <a:pt x="833" y="1469"/>
                  </a:cubicBezTo>
                  <a:lnTo>
                    <a:pt x="0" y="1469"/>
                  </a:lnTo>
                  <a:lnTo>
                    <a:pt x="0" y="1718"/>
                  </a:lnTo>
                  <a:lnTo>
                    <a:pt x="957" y="1718"/>
                  </a:lnTo>
                  <a:cubicBezTo>
                    <a:pt x="1474" y="1048"/>
                    <a:pt x="1675" y="943"/>
                    <a:pt x="2115" y="866"/>
                  </a:cubicBezTo>
                  <a:cubicBezTo>
                    <a:pt x="2402" y="828"/>
                    <a:pt x="2680" y="723"/>
                    <a:pt x="2910" y="550"/>
                  </a:cubicBezTo>
                  <a:cubicBezTo>
                    <a:pt x="3222" y="320"/>
                    <a:pt x="3463" y="254"/>
                    <a:pt x="3637" y="254"/>
                  </a:cubicBezTo>
                  <a:cubicBezTo>
                    <a:pt x="3789" y="254"/>
                    <a:pt x="3890" y="304"/>
                    <a:pt x="3943" y="340"/>
                  </a:cubicBezTo>
                  <a:lnTo>
                    <a:pt x="3991" y="368"/>
                  </a:lnTo>
                  <a:lnTo>
                    <a:pt x="4029" y="426"/>
                  </a:lnTo>
                  <a:cubicBezTo>
                    <a:pt x="4087" y="493"/>
                    <a:pt x="4116" y="560"/>
                    <a:pt x="4135" y="646"/>
                  </a:cubicBezTo>
                  <a:lnTo>
                    <a:pt x="4135" y="636"/>
                  </a:lnTo>
                  <a:cubicBezTo>
                    <a:pt x="4173" y="474"/>
                    <a:pt x="4135" y="301"/>
                    <a:pt x="4029" y="167"/>
                  </a:cubicBezTo>
                  <a:lnTo>
                    <a:pt x="3991" y="120"/>
                  </a:lnTo>
                  <a:lnTo>
                    <a:pt x="3943" y="91"/>
                  </a:lnTo>
                  <a:cubicBezTo>
                    <a:pt x="3885" y="51"/>
                    <a:pt x="3784" y="0"/>
                    <a:pt x="36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6"/>
            <p:cNvSpPr/>
            <p:nvPr/>
          </p:nvSpPr>
          <p:spPr>
            <a:xfrm>
              <a:off x="3096565" y="1659157"/>
              <a:ext cx="53807" cy="13603"/>
            </a:xfrm>
            <a:custGeom>
              <a:avLst/>
              <a:gdLst/>
              <a:ahLst/>
              <a:cxnLst/>
              <a:rect l="l" t="t" r="r" b="b"/>
              <a:pathLst>
                <a:path w="2049" h="518" extrusionOk="0">
                  <a:moveTo>
                    <a:pt x="211" y="1"/>
                  </a:moveTo>
                  <a:cubicBezTo>
                    <a:pt x="0" y="1"/>
                    <a:pt x="0" y="326"/>
                    <a:pt x="211" y="326"/>
                  </a:cubicBezTo>
                  <a:lnTo>
                    <a:pt x="1847" y="326"/>
                  </a:lnTo>
                  <a:cubicBezTo>
                    <a:pt x="1876" y="326"/>
                    <a:pt x="1914" y="336"/>
                    <a:pt x="1943" y="364"/>
                  </a:cubicBezTo>
                  <a:cubicBezTo>
                    <a:pt x="1972" y="412"/>
                    <a:pt x="2000" y="460"/>
                    <a:pt x="2019" y="517"/>
                  </a:cubicBezTo>
                  <a:cubicBezTo>
                    <a:pt x="2029" y="469"/>
                    <a:pt x="2039" y="431"/>
                    <a:pt x="2048" y="383"/>
                  </a:cubicBezTo>
                  <a:cubicBezTo>
                    <a:pt x="2048" y="278"/>
                    <a:pt x="2019" y="163"/>
                    <a:pt x="1962" y="68"/>
                  </a:cubicBezTo>
                  <a:cubicBezTo>
                    <a:pt x="1952" y="58"/>
                    <a:pt x="1943" y="39"/>
                    <a:pt x="1924" y="29"/>
                  </a:cubicBezTo>
                  <a:cubicBezTo>
                    <a:pt x="1895" y="10"/>
                    <a:pt x="1866" y="1"/>
                    <a:pt x="1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6"/>
            <p:cNvSpPr/>
            <p:nvPr/>
          </p:nvSpPr>
          <p:spPr>
            <a:xfrm>
              <a:off x="3087269" y="1682030"/>
              <a:ext cx="37210" cy="13340"/>
            </a:xfrm>
            <a:custGeom>
              <a:avLst/>
              <a:gdLst/>
              <a:ahLst/>
              <a:cxnLst/>
              <a:rect l="l" t="t" r="r" b="b"/>
              <a:pathLst>
                <a:path w="1417" h="508" extrusionOk="0">
                  <a:moveTo>
                    <a:pt x="211" y="0"/>
                  </a:moveTo>
                  <a:cubicBezTo>
                    <a:pt x="0" y="0"/>
                    <a:pt x="0" y="316"/>
                    <a:pt x="211" y="316"/>
                  </a:cubicBezTo>
                  <a:lnTo>
                    <a:pt x="1206" y="316"/>
                  </a:lnTo>
                  <a:cubicBezTo>
                    <a:pt x="1244" y="316"/>
                    <a:pt x="1273" y="335"/>
                    <a:pt x="1302" y="355"/>
                  </a:cubicBezTo>
                  <a:cubicBezTo>
                    <a:pt x="1340" y="402"/>
                    <a:pt x="1369" y="450"/>
                    <a:pt x="1388" y="508"/>
                  </a:cubicBezTo>
                  <a:cubicBezTo>
                    <a:pt x="1397" y="469"/>
                    <a:pt x="1407" y="422"/>
                    <a:pt x="1407" y="374"/>
                  </a:cubicBezTo>
                  <a:cubicBezTo>
                    <a:pt x="1416" y="268"/>
                    <a:pt x="1388" y="163"/>
                    <a:pt x="1330" y="67"/>
                  </a:cubicBezTo>
                  <a:cubicBezTo>
                    <a:pt x="1321" y="48"/>
                    <a:pt x="1302" y="29"/>
                    <a:pt x="1292" y="20"/>
                  </a:cubicBezTo>
                  <a:cubicBezTo>
                    <a:pt x="1263" y="0"/>
                    <a:pt x="1235" y="0"/>
                    <a:pt x="1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6"/>
            <p:cNvSpPr/>
            <p:nvPr/>
          </p:nvSpPr>
          <p:spPr>
            <a:xfrm>
              <a:off x="3100819" y="1633265"/>
              <a:ext cx="59847" cy="17620"/>
            </a:xfrm>
            <a:custGeom>
              <a:avLst/>
              <a:gdLst/>
              <a:ahLst/>
              <a:cxnLst/>
              <a:rect l="l" t="t" r="r" b="b"/>
              <a:pathLst>
                <a:path w="2279" h="671" extrusionOk="0">
                  <a:moveTo>
                    <a:pt x="211" y="1"/>
                  </a:moveTo>
                  <a:cubicBezTo>
                    <a:pt x="1" y="1"/>
                    <a:pt x="1" y="317"/>
                    <a:pt x="211" y="317"/>
                  </a:cubicBezTo>
                  <a:lnTo>
                    <a:pt x="1781" y="317"/>
                  </a:lnTo>
                  <a:cubicBezTo>
                    <a:pt x="2001" y="317"/>
                    <a:pt x="2192" y="460"/>
                    <a:pt x="2259" y="671"/>
                  </a:cubicBezTo>
                  <a:cubicBezTo>
                    <a:pt x="2269" y="613"/>
                    <a:pt x="2279" y="565"/>
                    <a:pt x="2279" y="508"/>
                  </a:cubicBezTo>
                  <a:lnTo>
                    <a:pt x="2279" y="498"/>
                  </a:lnTo>
                  <a:cubicBezTo>
                    <a:pt x="2279" y="259"/>
                    <a:pt x="2116" y="49"/>
                    <a:pt x="1877" y="1"/>
                  </a:cubicBezTo>
                  <a:lnTo>
                    <a:pt x="1877" y="10"/>
                  </a:lnTo>
                  <a:cubicBezTo>
                    <a:pt x="1867" y="1"/>
                    <a:pt x="1848" y="1"/>
                    <a:pt x="18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6"/>
            <p:cNvSpPr/>
            <p:nvPr/>
          </p:nvSpPr>
          <p:spPr>
            <a:xfrm>
              <a:off x="3076949" y="1610918"/>
              <a:ext cx="73160" cy="17857"/>
            </a:xfrm>
            <a:custGeom>
              <a:avLst/>
              <a:gdLst/>
              <a:ahLst/>
              <a:cxnLst/>
              <a:rect l="l" t="t" r="r" b="b"/>
              <a:pathLst>
                <a:path w="2786" h="680" extrusionOk="0">
                  <a:moveTo>
                    <a:pt x="470" y="0"/>
                  </a:moveTo>
                  <a:cubicBezTo>
                    <a:pt x="326" y="124"/>
                    <a:pt x="163" y="230"/>
                    <a:pt x="1" y="325"/>
                  </a:cubicBezTo>
                  <a:lnTo>
                    <a:pt x="1695" y="325"/>
                  </a:lnTo>
                  <a:lnTo>
                    <a:pt x="1685" y="335"/>
                  </a:lnTo>
                  <a:lnTo>
                    <a:pt x="2278" y="335"/>
                  </a:lnTo>
                  <a:cubicBezTo>
                    <a:pt x="2498" y="335"/>
                    <a:pt x="2690" y="469"/>
                    <a:pt x="2757" y="680"/>
                  </a:cubicBezTo>
                  <a:cubicBezTo>
                    <a:pt x="2776" y="632"/>
                    <a:pt x="2786" y="574"/>
                    <a:pt x="2786" y="526"/>
                  </a:cubicBezTo>
                  <a:lnTo>
                    <a:pt x="2786" y="507"/>
                  </a:lnTo>
                  <a:cubicBezTo>
                    <a:pt x="2786" y="230"/>
                    <a:pt x="2556" y="0"/>
                    <a:pt x="22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6"/>
            <p:cNvSpPr/>
            <p:nvPr/>
          </p:nvSpPr>
          <p:spPr>
            <a:xfrm>
              <a:off x="2984960" y="1351285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307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307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6"/>
            <p:cNvSpPr/>
            <p:nvPr/>
          </p:nvSpPr>
          <p:spPr>
            <a:xfrm>
              <a:off x="3006572" y="1351285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298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298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6"/>
            <p:cNvSpPr/>
            <p:nvPr/>
          </p:nvSpPr>
          <p:spPr>
            <a:xfrm>
              <a:off x="3124690" y="1537258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307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307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6"/>
            <p:cNvSpPr/>
            <p:nvPr/>
          </p:nvSpPr>
          <p:spPr>
            <a:xfrm>
              <a:off x="3124690" y="1558897"/>
              <a:ext cx="15861" cy="15835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307" y="0"/>
                  </a:moveTo>
                  <a:cubicBezTo>
                    <a:pt x="135" y="0"/>
                    <a:pt x="1" y="134"/>
                    <a:pt x="1" y="297"/>
                  </a:cubicBezTo>
                  <a:cubicBezTo>
                    <a:pt x="1" y="469"/>
                    <a:pt x="135" y="603"/>
                    <a:pt x="307" y="603"/>
                  </a:cubicBezTo>
                  <a:cubicBezTo>
                    <a:pt x="470" y="603"/>
                    <a:pt x="604" y="469"/>
                    <a:pt x="604" y="297"/>
                  </a:cubicBezTo>
                  <a:cubicBezTo>
                    <a:pt x="604" y="134"/>
                    <a:pt x="470" y="0"/>
                    <a:pt x="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6"/>
            <p:cNvSpPr/>
            <p:nvPr/>
          </p:nvSpPr>
          <p:spPr>
            <a:xfrm>
              <a:off x="2798987" y="1469665"/>
              <a:ext cx="15861" cy="15598"/>
            </a:xfrm>
            <a:custGeom>
              <a:avLst/>
              <a:gdLst/>
              <a:ahLst/>
              <a:cxnLst/>
              <a:rect l="l" t="t" r="r" b="b"/>
              <a:pathLst>
                <a:path w="604" h="594" extrusionOk="0">
                  <a:moveTo>
                    <a:pt x="307" y="1"/>
                  </a:moveTo>
                  <a:cubicBezTo>
                    <a:pt x="135" y="1"/>
                    <a:pt x="1" y="135"/>
                    <a:pt x="1" y="297"/>
                  </a:cubicBezTo>
                  <a:cubicBezTo>
                    <a:pt x="1" y="460"/>
                    <a:pt x="135" y="594"/>
                    <a:pt x="307" y="594"/>
                  </a:cubicBezTo>
                  <a:cubicBezTo>
                    <a:pt x="470" y="594"/>
                    <a:pt x="604" y="460"/>
                    <a:pt x="604" y="29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6"/>
            <p:cNvSpPr/>
            <p:nvPr/>
          </p:nvSpPr>
          <p:spPr>
            <a:xfrm>
              <a:off x="2798987" y="1491277"/>
              <a:ext cx="15861" cy="15598"/>
            </a:xfrm>
            <a:custGeom>
              <a:avLst/>
              <a:gdLst/>
              <a:ahLst/>
              <a:cxnLst/>
              <a:rect l="l" t="t" r="r" b="b"/>
              <a:pathLst>
                <a:path w="604" h="594" extrusionOk="0">
                  <a:moveTo>
                    <a:pt x="307" y="1"/>
                  </a:moveTo>
                  <a:cubicBezTo>
                    <a:pt x="135" y="1"/>
                    <a:pt x="1" y="125"/>
                    <a:pt x="1" y="297"/>
                  </a:cubicBezTo>
                  <a:cubicBezTo>
                    <a:pt x="1" y="460"/>
                    <a:pt x="135" y="594"/>
                    <a:pt x="307" y="594"/>
                  </a:cubicBezTo>
                  <a:cubicBezTo>
                    <a:pt x="470" y="594"/>
                    <a:pt x="604" y="460"/>
                    <a:pt x="604" y="297"/>
                  </a:cubicBezTo>
                  <a:cubicBezTo>
                    <a:pt x="604" y="12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6"/>
            <p:cNvSpPr/>
            <p:nvPr/>
          </p:nvSpPr>
          <p:spPr>
            <a:xfrm>
              <a:off x="2917367" y="1677014"/>
              <a:ext cx="15598" cy="15835"/>
            </a:xfrm>
            <a:custGeom>
              <a:avLst/>
              <a:gdLst/>
              <a:ahLst/>
              <a:cxnLst/>
              <a:rect l="l" t="t" r="r" b="b"/>
              <a:pathLst>
                <a:path w="594" h="603" extrusionOk="0">
                  <a:moveTo>
                    <a:pt x="297" y="0"/>
                  </a:moveTo>
                  <a:cubicBezTo>
                    <a:pt x="134" y="0"/>
                    <a:pt x="0" y="134"/>
                    <a:pt x="0" y="306"/>
                  </a:cubicBezTo>
                  <a:cubicBezTo>
                    <a:pt x="0" y="469"/>
                    <a:pt x="134" y="603"/>
                    <a:pt x="297" y="603"/>
                  </a:cubicBezTo>
                  <a:cubicBezTo>
                    <a:pt x="460" y="603"/>
                    <a:pt x="594" y="469"/>
                    <a:pt x="594" y="306"/>
                  </a:cubicBezTo>
                  <a:cubicBezTo>
                    <a:pt x="594" y="134"/>
                    <a:pt x="460" y="0"/>
                    <a:pt x="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6"/>
            <p:cNvSpPr/>
            <p:nvPr/>
          </p:nvSpPr>
          <p:spPr>
            <a:xfrm>
              <a:off x="2938716" y="1677014"/>
              <a:ext cx="15861" cy="15835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307" y="0"/>
                  </a:moveTo>
                  <a:cubicBezTo>
                    <a:pt x="135" y="0"/>
                    <a:pt x="1" y="134"/>
                    <a:pt x="1" y="306"/>
                  </a:cubicBezTo>
                  <a:cubicBezTo>
                    <a:pt x="1" y="469"/>
                    <a:pt x="135" y="603"/>
                    <a:pt x="307" y="603"/>
                  </a:cubicBezTo>
                  <a:cubicBezTo>
                    <a:pt x="470" y="603"/>
                    <a:pt x="604" y="469"/>
                    <a:pt x="604" y="306"/>
                  </a:cubicBezTo>
                  <a:cubicBezTo>
                    <a:pt x="604" y="134"/>
                    <a:pt x="470" y="0"/>
                    <a:pt x="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6"/>
            <p:cNvSpPr/>
            <p:nvPr/>
          </p:nvSpPr>
          <p:spPr>
            <a:xfrm>
              <a:off x="2790190" y="1518430"/>
              <a:ext cx="95534" cy="32694"/>
            </a:xfrm>
            <a:custGeom>
              <a:avLst/>
              <a:gdLst/>
              <a:ahLst/>
              <a:cxnLst/>
              <a:rect l="l" t="t" r="r" b="b"/>
              <a:pathLst>
                <a:path w="3638" h="1245" extrusionOk="0">
                  <a:moveTo>
                    <a:pt x="20" y="0"/>
                  </a:moveTo>
                  <a:lnTo>
                    <a:pt x="20" y="1005"/>
                  </a:lnTo>
                  <a:cubicBezTo>
                    <a:pt x="1" y="1130"/>
                    <a:pt x="97" y="1235"/>
                    <a:pt x="221" y="1244"/>
                  </a:cubicBezTo>
                  <a:lnTo>
                    <a:pt x="3418" y="1244"/>
                  </a:lnTo>
                  <a:cubicBezTo>
                    <a:pt x="3542" y="1235"/>
                    <a:pt x="3638" y="1130"/>
                    <a:pt x="3618" y="1005"/>
                  </a:cubicBezTo>
                  <a:cubicBezTo>
                    <a:pt x="3618" y="996"/>
                    <a:pt x="3618" y="986"/>
                    <a:pt x="3618" y="976"/>
                  </a:cubicBezTo>
                  <a:lnTo>
                    <a:pt x="36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6"/>
            <p:cNvSpPr/>
            <p:nvPr/>
          </p:nvSpPr>
          <p:spPr>
            <a:xfrm>
              <a:off x="2814323" y="1518430"/>
              <a:ext cx="71401" cy="32694"/>
            </a:xfrm>
            <a:custGeom>
              <a:avLst/>
              <a:gdLst/>
              <a:ahLst/>
              <a:cxnLst/>
              <a:rect l="l" t="t" r="r" b="b"/>
              <a:pathLst>
                <a:path w="2719" h="1245" extrusionOk="0">
                  <a:moveTo>
                    <a:pt x="1" y="0"/>
                  </a:moveTo>
                  <a:lnTo>
                    <a:pt x="1" y="1244"/>
                  </a:lnTo>
                  <a:lnTo>
                    <a:pt x="2499" y="1244"/>
                  </a:lnTo>
                  <a:cubicBezTo>
                    <a:pt x="2623" y="1235"/>
                    <a:pt x="2719" y="1130"/>
                    <a:pt x="2699" y="1005"/>
                  </a:cubicBezTo>
                  <a:cubicBezTo>
                    <a:pt x="2699" y="996"/>
                    <a:pt x="2699" y="986"/>
                    <a:pt x="2699" y="976"/>
                  </a:cubicBezTo>
                  <a:lnTo>
                    <a:pt x="2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6"/>
            <p:cNvSpPr/>
            <p:nvPr/>
          </p:nvSpPr>
          <p:spPr>
            <a:xfrm>
              <a:off x="2966631" y="1605324"/>
              <a:ext cx="32694" cy="94825"/>
            </a:xfrm>
            <a:custGeom>
              <a:avLst/>
              <a:gdLst/>
              <a:ahLst/>
              <a:cxnLst/>
              <a:rect l="l" t="t" r="r" b="b"/>
              <a:pathLst>
                <a:path w="1245" h="3611" extrusionOk="0">
                  <a:moveTo>
                    <a:pt x="1035" y="0"/>
                  </a:moveTo>
                  <a:cubicBezTo>
                    <a:pt x="1025" y="0"/>
                    <a:pt x="1015" y="1"/>
                    <a:pt x="1005" y="3"/>
                  </a:cubicBezTo>
                  <a:lnTo>
                    <a:pt x="0" y="3"/>
                  </a:lnTo>
                  <a:lnTo>
                    <a:pt x="0" y="3611"/>
                  </a:lnTo>
                  <a:lnTo>
                    <a:pt x="1005" y="3611"/>
                  </a:lnTo>
                  <a:lnTo>
                    <a:pt x="1005" y="3601"/>
                  </a:lnTo>
                  <a:cubicBezTo>
                    <a:pt x="1015" y="3603"/>
                    <a:pt x="1025" y="3603"/>
                    <a:pt x="1035" y="3603"/>
                  </a:cubicBezTo>
                  <a:cubicBezTo>
                    <a:pt x="1139" y="3603"/>
                    <a:pt x="1236" y="3514"/>
                    <a:pt x="1244" y="3400"/>
                  </a:cubicBezTo>
                  <a:lnTo>
                    <a:pt x="1244" y="203"/>
                  </a:lnTo>
                  <a:cubicBezTo>
                    <a:pt x="1236" y="90"/>
                    <a:pt x="1139" y="0"/>
                    <a:pt x="10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6"/>
            <p:cNvSpPr/>
            <p:nvPr/>
          </p:nvSpPr>
          <p:spPr>
            <a:xfrm>
              <a:off x="2966368" y="1629247"/>
              <a:ext cx="32956" cy="70718"/>
            </a:xfrm>
            <a:custGeom>
              <a:avLst/>
              <a:gdLst/>
              <a:ahLst/>
              <a:cxnLst/>
              <a:rect l="l" t="t" r="r" b="b"/>
              <a:pathLst>
                <a:path w="1255" h="2693" extrusionOk="0">
                  <a:moveTo>
                    <a:pt x="1" y="1"/>
                  </a:moveTo>
                  <a:lnTo>
                    <a:pt x="1" y="2690"/>
                  </a:lnTo>
                  <a:lnTo>
                    <a:pt x="1015" y="2690"/>
                  </a:lnTo>
                  <a:cubicBezTo>
                    <a:pt x="1025" y="2692"/>
                    <a:pt x="1035" y="2692"/>
                    <a:pt x="1045" y="2692"/>
                  </a:cubicBezTo>
                  <a:cubicBezTo>
                    <a:pt x="1149" y="2692"/>
                    <a:pt x="1246" y="2603"/>
                    <a:pt x="1254" y="2489"/>
                  </a:cubicBezTo>
                  <a:lnTo>
                    <a:pt x="1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6"/>
            <p:cNvSpPr/>
            <p:nvPr/>
          </p:nvSpPr>
          <p:spPr>
            <a:xfrm>
              <a:off x="3053578" y="1491041"/>
              <a:ext cx="95534" cy="32694"/>
            </a:xfrm>
            <a:custGeom>
              <a:avLst/>
              <a:gdLst/>
              <a:ahLst/>
              <a:cxnLst/>
              <a:rect l="l" t="t" r="r" b="b"/>
              <a:pathLst>
                <a:path w="3638" h="1245" extrusionOk="0">
                  <a:moveTo>
                    <a:pt x="221" y="0"/>
                  </a:moveTo>
                  <a:cubicBezTo>
                    <a:pt x="96" y="10"/>
                    <a:pt x="1" y="115"/>
                    <a:pt x="20" y="239"/>
                  </a:cubicBezTo>
                  <a:cubicBezTo>
                    <a:pt x="20" y="249"/>
                    <a:pt x="10" y="258"/>
                    <a:pt x="20" y="268"/>
                  </a:cubicBezTo>
                  <a:lnTo>
                    <a:pt x="20" y="1244"/>
                  </a:lnTo>
                  <a:lnTo>
                    <a:pt x="3618" y="1244"/>
                  </a:lnTo>
                  <a:lnTo>
                    <a:pt x="3618" y="239"/>
                  </a:lnTo>
                  <a:cubicBezTo>
                    <a:pt x="3637" y="115"/>
                    <a:pt x="3542" y="10"/>
                    <a:pt x="34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6"/>
            <p:cNvSpPr/>
            <p:nvPr/>
          </p:nvSpPr>
          <p:spPr>
            <a:xfrm>
              <a:off x="3053578" y="1491041"/>
              <a:ext cx="71401" cy="32930"/>
            </a:xfrm>
            <a:custGeom>
              <a:avLst/>
              <a:gdLst/>
              <a:ahLst/>
              <a:cxnLst/>
              <a:rect l="l" t="t" r="r" b="b"/>
              <a:pathLst>
                <a:path w="2719" h="1254" extrusionOk="0">
                  <a:moveTo>
                    <a:pt x="221" y="0"/>
                  </a:moveTo>
                  <a:cubicBezTo>
                    <a:pt x="96" y="10"/>
                    <a:pt x="1" y="115"/>
                    <a:pt x="20" y="239"/>
                  </a:cubicBezTo>
                  <a:cubicBezTo>
                    <a:pt x="20" y="249"/>
                    <a:pt x="10" y="258"/>
                    <a:pt x="20" y="278"/>
                  </a:cubicBezTo>
                  <a:lnTo>
                    <a:pt x="20" y="1254"/>
                  </a:lnTo>
                  <a:lnTo>
                    <a:pt x="2719" y="1254"/>
                  </a:lnTo>
                  <a:lnTo>
                    <a:pt x="27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6"/>
            <p:cNvSpPr/>
            <p:nvPr/>
          </p:nvSpPr>
          <p:spPr>
            <a:xfrm>
              <a:off x="2941001" y="1341989"/>
              <a:ext cx="32694" cy="94851"/>
            </a:xfrm>
            <a:custGeom>
              <a:avLst/>
              <a:gdLst/>
              <a:ahLst/>
              <a:cxnLst/>
              <a:rect l="l" t="t" r="r" b="b"/>
              <a:pathLst>
                <a:path w="1245" h="3612" extrusionOk="0">
                  <a:moveTo>
                    <a:pt x="239" y="1"/>
                  </a:moveTo>
                  <a:lnTo>
                    <a:pt x="239" y="10"/>
                  </a:lnTo>
                  <a:cubicBezTo>
                    <a:pt x="229" y="9"/>
                    <a:pt x="220" y="8"/>
                    <a:pt x="210" y="8"/>
                  </a:cubicBezTo>
                  <a:cubicBezTo>
                    <a:pt x="106" y="8"/>
                    <a:pt x="9" y="98"/>
                    <a:pt x="0" y="211"/>
                  </a:cubicBezTo>
                  <a:lnTo>
                    <a:pt x="0" y="3408"/>
                  </a:lnTo>
                  <a:cubicBezTo>
                    <a:pt x="9" y="3522"/>
                    <a:pt x="106" y="3611"/>
                    <a:pt x="210" y="3611"/>
                  </a:cubicBezTo>
                  <a:cubicBezTo>
                    <a:pt x="220" y="3611"/>
                    <a:pt x="229" y="3611"/>
                    <a:pt x="239" y="3609"/>
                  </a:cubicBezTo>
                  <a:lnTo>
                    <a:pt x="1244" y="3609"/>
                  </a:lnTo>
                  <a:lnTo>
                    <a:pt x="12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6"/>
            <p:cNvSpPr/>
            <p:nvPr/>
          </p:nvSpPr>
          <p:spPr>
            <a:xfrm>
              <a:off x="2941001" y="1341989"/>
              <a:ext cx="32930" cy="70902"/>
            </a:xfrm>
            <a:custGeom>
              <a:avLst/>
              <a:gdLst/>
              <a:ahLst/>
              <a:cxnLst/>
              <a:rect l="l" t="t" r="r" b="b"/>
              <a:pathLst>
                <a:path w="1254" h="2700" extrusionOk="0">
                  <a:moveTo>
                    <a:pt x="249" y="1"/>
                  </a:moveTo>
                  <a:lnTo>
                    <a:pt x="239" y="10"/>
                  </a:lnTo>
                  <a:cubicBezTo>
                    <a:pt x="229" y="9"/>
                    <a:pt x="220" y="8"/>
                    <a:pt x="210" y="8"/>
                  </a:cubicBezTo>
                  <a:cubicBezTo>
                    <a:pt x="106" y="8"/>
                    <a:pt x="9" y="98"/>
                    <a:pt x="0" y="211"/>
                  </a:cubicBezTo>
                  <a:lnTo>
                    <a:pt x="0" y="2700"/>
                  </a:lnTo>
                  <a:lnTo>
                    <a:pt x="1254" y="2700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7" name="Google Shape;1737;p6"/>
          <p:cNvGrpSpPr/>
          <p:nvPr/>
        </p:nvGrpSpPr>
        <p:grpSpPr>
          <a:xfrm>
            <a:off x="238176" y="420596"/>
            <a:ext cx="348339" cy="348103"/>
            <a:chOff x="1323451" y="2978783"/>
            <a:chExt cx="348339" cy="348103"/>
          </a:xfrm>
        </p:grpSpPr>
        <p:sp>
          <p:nvSpPr>
            <p:cNvPr id="1738" name="Google Shape;1738;p6"/>
            <p:cNvSpPr/>
            <p:nvPr/>
          </p:nvSpPr>
          <p:spPr>
            <a:xfrm>
              <a:off x="1323451" y="2978783"/>
              <a:ext cx="263808" cy="173946"/>
            </a:xfrm>
            <a:custGeom>
              <a:avLst/>
              <a:gdLst/>
              <a:ahLst/>
              <a:cxnLst/>
              <a:rect l="l" t="t" r="r" b="b"/>
              <a:pathLst>
                <a:path w="10046" h="6624" extrusionOk="0">
                  <a:moveTo>
                    <a:pt x="862" y="1"/>
                  </a:moveTo>
                  <a:cubicBezTo>
                    <a:pt x="383" y="1"/>
                    <a:pt x="0" y="384"/>
                    <a:pt x="0" y="853"/>
                  </a:cubicBezTo>
                  <a:lnTo>
                    <a:pt x="0" y="6413"/>
                  </a:lnTo>
                  <a:cubicBezTo>
                    <a:pt x="0" y="6528"/>
                    <a:pt x="96" y="6623"/>
                    <a:pt x="220" y="6623"/>
                  </a:cubicBezTo>
                  <a:lnTo>
                    <a:pt x="2354" y="6623"/>
                  </a:lnTo>
                  <a:cubicBezTo>
                    <a:pt x="2594" y="6623"/>
                    <a:pt x="2785" y="6432"/>
                    <a:pt x="2785" y="6202"/>
                  </a:cubicBezTo>
                  <a:lnTo>
                    <a:pt x="2785" y="5772"/>
                  </a:lnTo>
                  <a:cubicBezTo>
                    <a:pt x="2785" y="5590"/>
                    <a:pt x="2709" y="5418"/>
                    <a:pt x="2565" y="5293"/>
                  </a:cubicBezTo>
                  <a:cubicBezTo>
                    <a:pt x="1723" y="4594"/>
                    <a:pt x="2211" y="3216"/>
                    <a:pt x="3312" y="3207"/>
                  </a:cubicBezTo>
                  <a:cubicBezTo>
                    <a:pt x="4412" y="3207"/>
                    <a:pt x="4919" y="4575"/>
                    <a:pt x="4068" y="5284"/>
                  </a:cubicBezTo>
                  <a:cubicBezTo>
                    <a:pt x="3934" y="5408"/>
                    <a:pt x="3847" y="5580"/>
                    <a:pt x="3847" y="5762"/>
                  </a:cubicBezTo>
                  <a:lnTo>
                    <a:pt x="3847" y="6202"/>
                  </a:lnTo>
                  <a:cubicBezTo>
                    <a:pt x="3847" y="6432"/>
                    <a:pt x="4039" y="6623"/>
                    <a:pt x="4278" y="6623"/>
                  </a:cubicBezTo>
                  <a:lnTo>
                    <a:pt x="6623" y="6623"/>
                  </a:lnTo>
                  <a:lnTo>
                    <a:pt x="6623" y="4279"/>
                  </a:lnTo>
                  <a:cubicBezTo>
                    <a:pt x="6623" y="4039"/>
                    <a:pt x="6814" y="3848"/>
                    <a:pt x="7054" y="3848"/>
                  </a:cubicBezTo>
                  <a:lnTo>
                    <a:pt x="7484" y="3848"/>
                  </a:lnTo>
                  <a:cubicBezTo>
                    <a:pt x="7676" y="3848"/>
                    <a:pt x="7848" y="3925"/>
                    <a:pt x="7963" y="4068"/>
                  </a:cubicBezTo>
                  <a:cubicBezTo>
                    <a:pt x="8211" y="4359"/>
                    <a:pt x="8536" y="4489"/>
                    <a:pt x="8856" y="4489"/>
                  </a:cubicBezTo>
                  <a:cubicBezTo>
                    <a:pt x="9462" y="4489"/>
                    <a:pt x="10046" y="4023"/>
                    <a:pt x="10039" y="3303"/>
                  </a:cubicBezTo>
                  <a:cubicBezTo>
                    <a:pt x="10039" y="2589"/>
                    <a:pt x="9460" y="2132"/>
                    <a:pt x="8862" y="2132"/>
                  </a:cubicBezTo>
                  <a:cubicBezTo>
                    <a:pt x="8538" y="2132"/>
                    <a:pt x="8208" y="2266"/>
                    <a:pt x="7963" y="2566"/>
                  </a:cubicBezTo>
                  <a:cubicBezTo>
                    <a:pt x="7845" y="2693"/>
                    <a:pt x="7683" y="2777"/>
                    <a:pt x="7512" y="2777"/>
                  </a:cubicBezTo>
                  <a:cubicBezTo>
                    <a:pt x="7503" y="2777"/>
                    <a:pt x="7493" y="2777"/>
                    <a:pt x="7484" y="2776"/>
                  </a:cubicBezTo>
                  <a:lnTo>
                    <a:pt x="7054" y="2776"/>
                  </a:lnTo>
                  <a:cubicBezTo>
                    <a:pt x="6814" y="2776"/>
                    <a:pt x="6632" y="2585"/>
                    <a:pt x="6632" y="2355"/>
                  </a:cubicBezTo>
                  <a:lnTo>
                    <a:pt x="6632" y="211"/>
                  </a:lnTo>
                  <a:cubicBezTo>
                    <a:pt x="6632" y="96"/>
                    <a:pt x="6537" y="1"/>
                    <a:pt x="64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6"/>
            <p:cNvSpPr/>
            <p:nvPr/>
          </p:nvSpPr>
          <p:spPr>
            <a:xfrm>
              <a:off x="1497607" y="2978783"/>
              <a:ext cx="174183" cy="263677"/>
            </a:xfrm>
            <a:custGeom>
              <a:avLst/>
              <a:gdLst/>
              <a:ahLst/>
              <a:cxnLst/>
              <a:rect l="l" t="t" r="r" b="b"/>
              <a:pathLst>
                <a:path w="6633" h="10041" extrusionOk="0">
                  <a:moveTo>
                    <a:pt x="221" y="1"/>
                  </a:moveTo>
                  <a:cubicBezTo>
                    <a:pt x="96" y="1"/>
                    <a:pt x="0" y="96"/>
                    <a:pt x="0" y="211"/>
                  </a:cubicBezTo>
                  <a:lnTo>
                    <a:pt x="0" y="2355"/>
                  </a:lnTo>
                  <a:cubicBezTo>
                    <a:pt x="0" y="2585"/>
                    <a:pt x="192" y="2776"/>
                    <a:pt x="431" y="2776"/>
                  </a:cubicBezTo>
                  <a:lnTo>
                    <a:pt x="852" y="2776"/>
                  </a:lnTo>
                  <a:cubicBezTo>
                    <a:pt x="863" y="2777"/>
                    <a:pt x="874" y="2777"/>
                    <a:pt x="884" y="2777"/>
                  </a:cubicBezTo>
                  <a:cubicBezTo>
                    <a:pt x="1063" y="2777"/>
                    <a:pt x="1222" y="2701"/>
                    <a:pt x="1331" y="2566"/>
                  </a:cubicBezTo>
                  <a:cubicBezTo>
                    <a:pt x="1575" y="2268"/>
                    <a:pt x="1904" y="2135"/>
                    <a:pt x="2228" y="2135"/>
                  </a:cubicBezTo>
                  <a:cubicBezTo>
                    <a:pt x="2831" y="2135"/>
                    <a:pt x="3417" y="2593"/>
                    <a:pt x="3417" y="3303"/>
                  </a:cubicBezTo>
                  <a:cubicBezTo>
                    <a:pt x="3423" y="4023"/>
                    <a:pt x="2835" y="4489"/>
                    <a:pt x="2229" y="4489"/>
                  </a:cubicBezTo>
                  <a:cubicBezTo>
                    <a:pt x="1910" y="4489"/>
                    <a:pt x="1585" y="4359"/>
                    <a:pt x="1340" y="4068"/>
                  </a:cubicBezTo>
                  <a:cubicBezTo>
                    <a:pt x="1225" y="3934"/>
                    <a:pt x="1053" y="3848"/>
                    <a:pt x="862" y="3848"/>
                  </a:cubicBezTo>
                  <a:lnTo>
                    <a:pt x="431" y="3848"/>
                  </a:lnTo>
                  <a:cubicBezTo>
                    <a:pt x="192" y="3848"/>
                    <a:pt x="0" y="4039"/>
                    <a:pt x="0" y="4279"/>
                  </a:cubicBezTo>
                  <a:lnTo>
                    <a:pt x="0" y="6623"/>
                  </a:lnTo>
                  <a:lnTo>
                    <a:pt x="2355" y="6623"/>
                  </a:lnTo>
                  <a:cubicBezTo>
                    <a:pt x="2594" y="6623"/>
                    <a:pt x="2785" y="6815"/>
                    <a:pt x="2785" y="7054"/>
                  </a:cubicBezTo>
                  <a:lnTo>
                    <a:pt x="2785" y="7485"/>
                  </a:lnTo>
                  <a:cubicBezTo>
                    <a:pt x="2776" y="7676"/>
                    <a:pt x="2699" y="7848"/>
                    <a:pt x="2556" y="7963"/>
                  </a:cubicBezTo>
                  <a:cubicBezTo>
                    <a:pt x="1716" y="8669"/>
                    <a:pt x="2217" y="10040"/>
                    <a:pt x="3310" y="10040"/>
                  </a:cubicBezTo>
                  <a:cubicBezTo>
                    <a:pt x="3314" y="10040"/>
                    <a:pt x="3318" y="10040"/>
                    <a:pt x="3321" y="10040"/>
                  </a:cubicBezTo>
                  <a:cubicBezTo>
                    <a:pt x="4422" y="10040"/>
                    <a:pt x="4910" y="8652"/>
                    <a:pt x="4058" y="7954"/>
                  </a:cubicBezTo>
                  <a:cubicBezTo>
                    <a:pt x="3924" y="7839"/>
                    <a:pt x="3848" y="7667"/>
                    <a:pt x="3848" y="7475"/>
                  </a:cubicBezTo>
                  <a:lnTo>
                    <a:pt x="3848" y="7054"/>
                  </a:lnTo>
                  <a:cubicBezTo>
                    <a:pt x="3848" y="6815"/>
                    <a:pt x="4039" y="6623"/>
                    <a:pt x="4278" y="6623"/>
                  </a:cubicBezTo>
                  <a:lnTo>
                    <a:pt x="6413" y="6623"/>
                  </a:lnTo>
                  <a:cubicBezTo>
                    <a:pt x="6527" y="6623"/>
                    <a:pt x="6633" y="6528"/>
                    <a:pt x="6633" y="6413"/>
                  </a:cubicBezTo>
                  <a:lnTo>
                    <a:pt x="6633" y="853"/>
                  </a:lnTo>
                  <a:cubicBezTo>
                    <a:pt x="6633" y="384"/>
                    <a:pt x="6250" y="1"/>
                    <a:pt x="5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6"/>
            <p:cNvSpPr/>
            <p:nvPr/>
          </p:nvSpPr>
          <p:spPr>
            <a:xfrm>
              <a:off x="1407719" y="3152703"/>
              <a:ext cx="263834" cy="174183"/>
            </a:xfrm>
            <a:custGeom>
              <a:avLst/>
              <a:gdLst/>
              <a:ahLst/>
              <a:cxnLst/>
              <a:rect l="l" t="t" r="r" b="b"/>
              <a:pathLst>
                <a:path w="10047" h="6633" extrusionOk="0">
                  <a:moveTo>
                    <a:pt x="3423" y="0"/>
                  </a:moveTo>
                  <a:lnTo>
                    <a:pt x="3423" y="2355"/>
                  </a:lnTo>
                  <a:cubicBezTo>
                    <a:pt x="3423" y="2594"/>
                    <a:pt x="3232" y="2785"/>
                    <a:pt x="2993" y="2785"/>
                  </a:cubicBezTo>
                  <a:lnTo>
                    <a:pt x="2562" y="2785"/>
                  </a:lnTo>
                  <a:cubicBezTo>
                    <a:pt x="2371" y="2785"/>
                    <a:pt x="2198" y="2699"/>
                    <a:pt x="2084" y="2556"/>
                  </a:cubicBezTo>
                  <a:cubicBezTo>
                    <a:pt x="1836" y="2265"/>
                    <a:pt x="1510" y="2135"/>
                    <a:pt x="1190" y="2135"/>
                  </a:cubicBezTo>
                  <a:cubicBezTo>
                    <a:pt x="585" y="2135"/>
                    <a:pt x="1" y="2601"/>
                    <a:pt x="7" y="3321"/>
                  </a:cubicBezTo>
                  <a:cubicBezTo>
                    <a:pt x="7" y="4037"/>
                    <a:pt x="590" y="4494"/>
                    <a:pt x="1190" y="4494"/>
                  </a:cubicBezTo>
                  <a:cubicBezTo>
                    <a:pt x="1512" y="4494"/>
                    <a:pt x="1839" y="4362"/>
                    <a:pt x="2084" y="4068"/>
                  </a:cubicBezTo>
                  <a:cubicBezTo>
                    <a:pt x="2208" y="3924"/>
                    <a:pt x="2380" y="3848"/>
                    <a:pt x="2562" y="3848"/>
                  </a:cubicBezTo>
                  <a:lnTo>
                    <a:pt x="2993" y="3848"/>
                  </a:lnTo>
                  <a:cubicBezTo>
                    <a:pt x="3232" y="3848"/>
                    <a:pt x="3423" y="4039"/>
                    <a:pt x="3423" y="4278"/>
                  </a:cubicBezTo>
                  <a:lnTo>
                    <a:pt x="3423" y="6412"/>
                  </a:lnTo>
                  <a:cubicBezTo>
                    <a:pt x="3414" y="6537"/>
                    <a:pt x="3519" y="6633"/>
                    <a:pt x="3634" y="6633"/>
                  </a:cubicBezTo>
                  <a:lnTo>
                    <a:pt x="9194" y="6633"/>
                  </a:lnTo>
                  <a:cubicBezTo>
                    <a:pt x="9663" y="6633"/>
                    <a:pt x="10046" y="6250"/>
                    <a:pt x="10046" y="5771"/>
                  </a:cubicBezTo>
                  <a:lnTo>
                    <a:pt x="10046" y="221"/>
                  </a:lnTo>
                  <a:cubicBezTo>
                    <a:pt x="10046" y="96"/>
                    <a:pt x="9950" y="0"/>
                    <a:pt x="9836" y="0"/>
                  </a:cubicBezTo>
                  <a:lnTo>
                    <a:pt x="7692" y="0"/>
                  </a:lnTo>
                  <a:cubicBezTo>
                    <a:pt x="7453" y="0"/>
                    <a:pt x="7261" y="192"/>
                    <a:pt x="7261" y="431"/>
                  </a:cubicBezTo>
                  <a:lnTo>
                    <a:pt x="7261" y="852"/>
                  </a:lnTo>
                  <a:cubicBezTo>
                    <a:pt x="7261" y="1044"/>
                    <a:pt x="7338" y="1216"/>
                    <a:pt x="7481" y="1331"/>
                  </a:cubicBezTo>
                  <a:cubicBezTo>
                    <a:pt x="8323" y="2029"/>
                    <a:pt x="7835" y="3417"/>
                    <a:pt x="6735" y="3417"/>
                  </a:cubicBezTo>
                  <a:cubicBezTo>
                    <a:pt x="6731" y="3417"/>
                    <a:pt x="6727" y="3417"/>
                    <a:pt x="6723" y="3417"/>
                  </a:cubicBezTo>
                  <a:cubicBezTo>
                    <a:pt x="5631" y="3417"/>
                    <a:pt x="5130" y="2046"/>
                    <a:pt x="5969" y="1340"/>
                  </a:cubicBezTo>
                  <a:cubicBezTo>
                    <a:pt x="6113" y="1225"/>
                    <a:pt x="6199" y="1053"/>
                    <a:pt x="6199" y="862"/>
                  </a:cubicBezTo>
                  <a:lnTo>
                    <a:pt x="6199" y="431"/>
                  </a:lnTo>
                  <a:cubicBezTo>
                    <a:pt x="6199" y="192"/>
                    <a:pt x="6007" y="0"/>
                    <a:pt x="5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6"/>
            <p:cNvSpPr/>
            <p:nvPr/>
          </p:nvSpPr>
          <p:spPr>
            <a:xfrm>
              <a:off x="1323451" y="3062973"/>
              <a:ext cx="173920" cy="263913"/>
            </a:xfrm>
            <a:custGeom>
              <a:avLst/>
              <a:gdLst/>
              <a:ahLst/>
              <a:cxnLst/>
              <a:rect l="l" t="t" r="r" b="b"/>
              <a:pathLst>
                <a:path w="6623" h="10050" extrusionOk="0">
                  <a:moveTo>
                    <a:pt x="3312" y="1"/>
                  </a:moveTo>
                  <a:cubicBezTo>
                    <a:pt x="2211" y="10"/>
                    <a:pt x="1713" y="1388"/>
                    <a:pt x="2565" y="2087"/>
                  </a:cubicBezTo>
                  <a:cubicBezTo>
                    <a:pt x="2709" y="2212"/>
                    <a:pt x="2785" y="2384"/>
                    <a:pt x="2776" y="2566"/>
                  </a:cubicBezTo>
                  <a:lnTo>
                    <a:pt x="2776" y="2996"/>
                  </a:lnTo>
                  <a:cubicBezTo>
                    <a:pt x="2776" y="3226"/>
                    <a:pt x="2594" y="3417"/>
                    <a:pt x="2354" y="3417"/>
                  </a:cubicBezTo>
                  <a:lnTo>
                    <a:pt x="220" y="3417"/>
                  </a:lnTo>
                  <a:cubicBezTo>
                    <a:pt x="96" y="3417"/>
                    <a:pt x="0" y="3513"/>
                    <a:pt x="0" y="3638"/>
                  </a:cubicBezTo>
                  <a:lnTo>
                    <a:pt x="0" y="9188"/>
                  </a:lnTo>
                  <a:cubicBezTo>
                    <a:pt x="0" y="9657"/>
                    <a:pt x="383" y="10050"/>
                    <a:pt x="852" y="10050"/>
                  </a:cubicBezTo>
                  <a:lnTo>
                    <a:pt x="6412" y="10050"/>
                  </a:lnTo>
                  <a:cubicBezTo>
                    <a:pt x="6527" y="10050"/>
                    <a:pt x="6623" y="9944"/>
                    <a:pt x="6623" y="9829"/>
                  </a:cubicBezTo>
                  <a:lnTo>
                    <a:pt x="6623" y="7695"/>
                  </a:lnTo>
                  <a:cubicBezTo>
                    <a:pt x="6623" y="7456"/>
                    <a:pt x="6431" y="7265"/>
                    <a:pt x="6202" y="7265"/>
                  </a:cubicBezTo>
                  <a:lnTo>
                    <a:pt x="5771" y="7265"/>
                  </a:lnTo>
                  <a:cubicBezTo>
                    <a:pt x="5589" y="7265"/>
                    <a:pt x="5417" y="7341"/>
                    <a:pt x="5293" y="7485"/>
                  </a:cubicBezTo>
                  <a:cubicBezTo>
                    <a:pt x="5048" y="7779"/>
                    <a:pt x="4721" y="7911"/>
                    <a:pt x="4398" y="7911"/>
                  </a:cubicBezTo>
                  <a:cubicBezTo>
                    <a:pt x="3798" y="7911"/>
                    <a:pt x="3212" y="7454"/>
                    <a:pt x="3206" y="6738"/>
                  </a:cubicBezTo>
                  <a:cubicBezTo>
                    <a:pt x="3206" y="6018"/>
                    <a:pt x="3793" y="5552"/>
                    <a:pt x="4396" y="5552"/>
                  </a:cubicBezTo>
                  <a:cubicBezTo>
                    <a:pt x="4715" y="5552"/>
                    <a:pt x="5038" y="5682"/>
                    <a:pt x="5283" y="5973"/>
                  </a:cubicBezTo>
                  <a:cubicBezTo>
                    <a:pt x="5407" y="6116"/>
                    <a:pt x="5580" y="6202"/>
                    <a:pt x="5762" y="6202"/>
                  </a:cubicBezTo>
                  <a:lnTo>
                    <a:pt x="6202" y="6202"/>
                  </a:lnTo>
                  <a:cubicBezTo>
                    <a:pt x="6431" y="6202"/>
                    <a:pt x="6623" y="6011"/>
                    <a:pt x="6623" y="5772"/>
                  </a:cubicBezTo>
                  <a:lnTo>
                    <a:pt x="6623" y="3417"/>
                  </a:lnTo>
                  <a:lnTo>
                    <a:pt x="4278" y="3417"/>
                  </a:lnTo>
                  <a:cubicBezTo>
                    <a:pt x="4039" y="3417"/>
                    <a:pt x="3847" y="3226"/>
                    <a:pt x="3847" y="2996"/>
                  </a:cubicBezTo>
                  <a:lnTo>
                    <a:pt x="3847" y="2556"/>
                  </a:lnTo>
                  <a:cubicBezTo>
                    <a:pt x="3847" y="2374"/>
                    <a:pt x="3934" y="2202"/>
                    <a:pt x="4068" y="2078"/>
                  </a:cubicBezTo>
                  <a:cubicBezTo>
                    <a:pt x="4910" y="1369"/>
                    <a:pt x="4412" y="1"/>
                    <a:pt x="3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2" name="Google Shape;1742;p6"/>
          <p:cNvSpPr txBox="1"/>
          <p:nvPr/>
        </p:nvSpPr>
        <p:spPr>
          <a:xfrm>
            <a:off x="213675" y="2698100"/>
            <a:ext cx="3104100" cy="1956900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Проверьте </a:t>
            </a: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паспорт проекта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который у вас получился по результатам прошлой недели — насколько ясно в нем обозначены все ключевые пункты: проблема, решение, первый прототип, вовлеченные стороны. </a:t>
            </a:r>
            <a:b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100" b="1" i="1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Попросите у вашего проектного наставника обратную связь про паспорт, посоветуйтесь с ним</a:t>
            </a: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3" name="Google Shape;1743;p6"/>
          <p:cNvSpPr txBox="1">
            <a:spLocks noGrp="1"/>
          </p:cNvSpPr>
          <p:nvPr>
            <p:ph type="title" idx="2"/>
          </p:nvPr>
        </p:nvSpPr>
        <p:spPr>
          <a:xfrm>
            <a:off x="590425" y="2399488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1500">
                <a:solidFill>
                  <a:schemeClr val="accent1"/>
                </a:solidFill>
              </a:rPr>
              <a:t>Паспорт проекта</a:t>
            </a:r>
            <a:endParaRPr sz="2100">
              <a:solidFill>
                <a:srgbClr val="000000"/>
              </a:solidFill>
            </a:endParaRPr>
          </a:p>
        </p:txBody>
      </p:sp>
      <p:sp>
        <p:nvSpPr>
          <p:cNvPr id="1744" name="Google Shape;1744;p6"/>
          <p:cNvSpPr txBox="1"/>
          <p:nvPr/>
        </p:nvSpPr>
        <p:spPr>
          <a:xfrm>
            <a:off x="3398025" y="853975"/>
            <a:ext cx="3352800" cy="1286700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3. Выпишите на отдельные слайды </a:t>
            </a: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скорректированные формулировки проблемы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решения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и первого полезного прототипа (</a:t>
            </a: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MVP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 вашего решения. Можно также расширить и дополнить их подробностями.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45" name="Google Shape;1745;p6"/>
          <p:cNvGrpSpPr/>
          <p:nvPr/>
        </p:nvGrpSpPr>
        <p:grpSpPr>
          <a:xfrm>
            <a:off x="3317778" y="420601"/>
            <a:ext cx="395637" cy="420544"/>
            <a:chOff x="4093603" y="4146138"/>
            <a:chExt cx="395637" cy="420544"/>
          </a:xfrm>
        </p:grpSpPr>
        <p:sp>
          <p:nvSpPr>
            <p:cNvPr id="1746" name="Google Shape;1746;p6"/>
            <p:cNvSpPr/>
            <p:nvPr/>
          </p:nvSpPr>
          <p:spPr>
            <a:xfrm>
              <a:off x="4158286" y="4218414"/>
              <a:ext cx="266088" cy="326567"/>
            </a:xfrm>
            <a:custGeom>
              <a:avLst/>
              <a:gdLst/>
              <a:ahLst/>
              <a:cxnLst/>
              <a:rect l="l" t="t" r="r" b="b"/>
              <a:pathLst>
                <a:path w="10128" h="12430" extrusionOk="0">
                  <a:moveTo>
                    <a:pt x="5064" y="0"/>
                  </a:moveTo>
                  <a:cubicBezTo>
                    <a:pt x="2865" y="0"/>
                    <a:pt x="958" y="1526"/>
                    <a:pt x="479" y="3669"/>
                  </a:cubicBezTo>
                  <a:cubicBezTo>
                    <a:pt x="1" y="5813"/>
                    <a:pt x="1076" y="8005"/>
                    <a:pt x="3059" y="8941"/>
                  </a:cubicBezTo>
                  <a:cubicBezTo>
                    <a:pt x="3448" y="9128"/>
                    <a:pt x="3691" y="9510"/>
                    <a:pt x="3684" y="9933"/>
                  </a:cubicBezTo>
                  <a:lnTo>
                    <a:pt x="3684" y="11875"/>
                  </a:lnTo>
                  <a:lnTo>
                    <a:pt x="3691" y="11875"/>
                  </a:lnTo>
                  <a:cubicBezTo>
                    <a:pt x="3691" y="12180"/>
                    <a:pt x="3933" y="12430"/>
                    <a:pt x="4239" y="12430"/>
                  </a:cubicBezTo>
                  <a:lnTo>
                    <a:pt x="5896" y="12430"/>
                  </a:lnTo>
                  <a:cubicBezTo>
                    <a:pt x="6201" y="12430"/>
                    <a:pt x="6451" y="12180"/>
                    <a:pt x="6451" y="11875"/>
                  </a:cubicBezTo>
                  <a:lnTo>
                    <a:pt x="6451" y="9933"/>
                  </a:lnTo>
                  <a:cubicBezTo>
                    <a:pt x="6444" y="9510"/>
                    <a:pt x="6687" y="9128"/>
                    <a:pt x="7068" y="8941"/>
                  </a:cubicBezTo>
                  <a:cubicBezTo>
                    <a:pt x="9052" y="8005"/>
                    <a:pt x="10127" y="5813"/>
                    <a:pt x="9649" y="3669"/>
                  </a:cubicBezTo>
                  <a:cubicBezTo>
                    <a:pt x="9170" y="1526"/>
                    <a:pt x="7263" y="0"/>
                    <a:pt x="5064" y="0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6"/>
            <p:cNvSpPr/>
            <p:nvPr/>
          </p:nvSpPr>
          <p:spPr>
            <a:xfrm>
              <a:off x="4189813" y="4240089"/>
              <a:ext cx="203218" cy="203218"/>
            </a:xfrm>
            <a:custGeom>
              <a:avLst/>
              <a:gdLst/>
              <a:ahLst/>
              <a:cxnLst/>
              <a:rect l="l" t="t" r="r" b="b"/>
              <a:pathLst>
                <a:path w="7735" h="7735" extrusionOk="0">
                  <a:moveTo>
                    <a:pt x="3871" y="1"/>
                  </a:moveTo>
                  <a:cubicBezTo>
                    <a:pt x="1735" y="1"/>
                    <a:pt x="0" y="1735"/>
                    <a:pt x="0" y="3871"/>
                  </a:cubicBezTo>
                  <a:cubicBezTo>
                    <a:pt x="0" y="6007"/>
                    <a:pt x="1735" y="7734"/>
                    <a:pt x="3871" y="7734"/>
                  </a:cubicBezTo>
                  <a:cubicBezTo>
                    <a:pt x="6007" y="7734"/>
                    <a:pt x="7734" y="6007"/>
                    <a:pt x="7734" y="3871"/>
                  </a:cubicBezTo>
                  <a:cubicBezTo>
                    <a:pt x="7734" y="1735"/>
                    <a:pt x="6007" y="1"/>
                    <a:pt x="3871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6"/>
            <p:cNvSpPr/>
            <p:nvPr/>
          </p:nvSpPr>
          <p:spPr>
            <a:xfrm>
              <a:off x="4211671" y="4261947"/>
              <a:ext cx="159658" cy="159684"/>
            </a:xfrm>
            <a:custGeom>
              <a:avLst/>
              <a:gdLst/>
              <a:ahLst/>
              <a:cxnLst/>
              <a:rect l="l" t="t" r="r" b="b"/>
              <a:pathLst>
                <a:path w="6077" h="6078" extrusionOk="0">
                  <a:moveTo>
                    <a:pt x="3039" y="1"/>
                  </a:moveTo>
                  <a:cubicBezTo>
                    <a:pt x="1360" y="1"/>
                    <a:pt x="1" y="1360"/>
                    <a:pt x="1" y="3039"/>
                  </a:cubicBezTo>
                  <a:cubicBezTo>
                    <a:pt x="1" y="4718"/>
                    <a:pt x="1360" y="6077"/>
                    <a:pt x="3039" y="6077"/>
                  </a:cubicBezTo>
                  <a:cubicBezTo>
                    <a:pt x="4717" y="6077"/>
                    <a:pt x="6077" y="4718"/>
                    <a:pt x="6077" y="3039"/>
                  </a:cubicBezTo>
                  <a:cubicBezTo>
                    <a:pt x="6077" y="1360"/>
                    <a:pt x="4717" y="1"/>
                    <a:pt x="30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6"/>
            <p:cNvSpPr/>
            <p:nvPr/>
          </p:nvSpPr>
          <p:spPr>
            <a:xfrm>
              <a:off x="4269629" y="4537677"/>
              <a:ext cx="43586" cy="29005"/>
            </a:xfrm>
            <a:custGeom>
              <a:avLst/>
              <a:gdLst/>
              <a:ahLst/>
              <a:cxnLst/>
              <a:rect l="l" t="t" r="r" b="b"/>
              <a:pathLst>
                <a:path w="1659" h="1104" extrusionOk="0">
                  <a:moveTo>
                    <a:pt x="1" y="0"/>
                  </a:moveTo>
                  <a:lnTo>
                    <a:pt x="1" y="548"/>
                  </a:lnTo>
                  <a:cubicBezTo>
                    <a:pt x="1" y="854"/>
                    <a:pt x="250" y="1103"/>
                    <a:pt x="555" y="1103"/>
                  </a:cubicBezTo>
                  <a:lnTo>
                    <a:pt x="1103" y="1103"/>
                  </a:lnTo>
                  <a:cubicBezTo>
                    <a:pt x="1409" y="1103"/>
                    <a:pt x="1658" y="854"/>
                    <a:pt x="1658" y="548"/>
                  </a:cubicBezTo>
                  <a:lnTo>
                    <a:pt x="1658" y="0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6"/>
            <p:cNvSpPr/>
            <p:nvPr/>
          </p:nvSpPr>
          <p:spPr>
            <a:xfrm>
              <a:off x="4434725" y="4334486"/>
              <a:ext cx="54515" cy="14608"/>
            </a:xfrm>
            <a:custGeom>
              <a:avLst/>
              <a:gdLst/>
              <a:ahLst/>
              <a:cxnLst/>
              <a:rect l="l" t="t" r="r" b="b"/>
              <a:pathLst>
                <a:path w="2075" h="556" extrusionOk="0">
                  <a:moveTo>
                    <a:pt x="348" y="1"/>
                  </a:moveTo>
                  <a:cubicBezTo>
                    <a:pt x="1" y="21"/>
                    <a:pt x="1" y="535"/>
                    <a:pt x="348" y="555"/>
                  </a:cubicBezTo>
                  <a:lnTo>
                    <a:pt x="1728" y="555"/>
                  </a:lnTo>
                  <a:cubicBezTo>
                    <a:pt x="2075" y="535"/>
                    <a:pt x="2075" y="21"/>
                    <a:pt x="1728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6"/>
            <p:cNvSpPr/>
            <p:nvPr/>
          </p:nvSpPr>
          <p:spPr>
            <a:xfrm>
              <a:off x="4093603" y="4334460"/>
              <a:ext cx="62896" cy="14634"/>
            </a:xfrm>
            <a:custGeom>
              <a:avLst/>
              <a:gdLst/>
              <a:ahLst/>
              <a:cxnLst/>
              <a:rect l="l" t="t" r="r" b="b"/>
              <a:pathLst>
                <a:path w="2394" h="557" extrusionOk="0">
                  <a:moveTo>
                    <a:pt x="2025" y="1"/>
                  </a:moveTo>
                  <a:cubicBezTo>
                    <a:pt x="2018" y="1"/>
                    <a:pt x="2011" y="1"/>
                    <a:pt x="2005" y="2"/>
                  </a:cubicBezTo>
                  <a:lnTo>
                    <a:pt x="354" y="2"/>
                  </a:lnTo>
                  <a:cubicBezTo>
                    <a:pt x="0" y="22"/>
                    <a:pt x="0" y="536"/>
                    <a:pt x="354" y="556"/>
                  </a:cubicBezTo>
                  <a:lnTo>
                    <a:pt x="2005" y="556"/>
                  </a:lnTo>
                  <a:cubicBezTo>
                    <a:pt x="2011" y="557"/>
                    <a:pt x="2018" y="557"/>
                    <a:pt x="2025" y="557"/>
                  </a:cubicBezTo>
                  <a:cubicBezTo>
                    <a:pt x="2393" y="557"/>
                    <a:pt x="2393" y="1"/>
                    <a:pt x="2025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6"/>
            <p:cNvSpPr/>
            <p:nvPr/>
          </p:nvSpPr>
          <p:spPr>
            <a:xfrm>
              <a:off x="4284210" y="4146138"/>
              <a:ext cx="14424" cy="50417"/>
            </a:xfrm>
            <a:custGeom>
              <a:avLst/>
              <a:gdLst/>
              <a:ahLst/>
              <a:cxnLst/>
              <a:rect l="l" t="t" r="r" b="b"/>
              <a:pathLst>
                <a:path w="549" h="1919" extrusionOk="0">
                  <a:moveTo>
                    <a:pt x="277" y="1"/>
                  </a:moveTo>
                  <a:cubicBezTo>
                    <a:pt x="144" y="1"/>
                    <a:pt x="11" y="88"/>
                    <a:pt x="0" y="261"/>
                  </a:cubicBezTo>
                  <a:lnTo>
                    <a:pt x="0" y="1641"/>
                  </a:lnTo>
                  <a:cubicBezTo>
                    <a:pt x="0" y="1794"/>
                    <a:pt x="125" y="1919"/>
                    <a:pt x="278" y="1919"/>
                  </a:cubicBezTo>
                  <a:cubicBezTo>
                    <a:pt x="430" y="1919"/>
                    <a:pt x="548" y="1794"/>
                    <a:pt x="548" y="1641"/>
                  </a:cubicBezTo>
                  <a:lnTo>
                    <a:pt x="548" y="261"/>
                  </a:lnTo>
                  <a:cubicBezTo>
                    <a:pt x="541" y="88"/>
                    <a:pt x="410" y="1"/>
                    <a:pt x="277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6"/>
            <p:cNvSpPr/>
            <p:nvPr/>
          </p:nvSpPr>
          <p:spPr>
            <a:xfrm>
              <a:off x="4358561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745" y="0"/>
                  </a:moveTo>
                  <a:cubicBezTo>
                    <a:pt x="662" y="0"/>
                    <a:pt x="578" y="39"/>
                    <a:pt x="521" y="131"/>
                  </a:cubicBezTo>
                  <a:lnTo>
                    <a:pt x="104" y="852"/>
                  </a:lnTo>
                  <a:cubicBezTo>
                    <a:pt x="0" y="1033"/>
                    <a:pt x="132" y="1262"/>
                    <a:pt x="347" y="1262"/>
                  </a:cubicBezTo>
                  <a:cubicBezTo>
                    <a:pt x="444" y="1262"/>
                    <a:pt x="534" y="1213"/>
                    <a:pt x="583" y="1130"/>
                  </a:cubicBezTo>
                  <a:lnTo>
                    <a:pt x="999" y="409"/>
                  </a:lnTo>
                  <a:cubicBezTo>
                    <a:pt x="1114" y="193"/>
                    <a:pt x="931" y="0"/>
                    <a:pt x="745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6"/>
            <p:cNvSpPr/>
            <p:nvPr/>
          </p:nvSpPr>
          <p:spPr>
            <a:xfrm>
              <a:off x="4195277" y="4466505"/>
              <a:ext cx="29268" cy="33287"/>
            </a:xfrm>
            <a:custGeom>
              <a:avLst/>
              <a:gdLst/>
              <a:ahLst/>
              <a:cxnLst/>
              <a:rect l="l" t="t" r="r" b="b"/>
              <a:pathLst>
                <a:path w="1114" h="1267" extrusionOk="0">
                  <a:moveTo>
                    <a:pt x="748" y="1"/>
                  </a:moveTo>
                  <a:cubicBezTo>
                    <a:pt x="664" y="1"/>
                    <a:pt x="579" y="41"/>
                    <a:pt x="521" y="136"/>
                  </a:cubicBezTo>
                  <a:lnTo>
                    <a:pt x="105" y="850"/>
                  </a:lnTo>
                  <a:cubicBezTo>
                    <a:pt x="1" y="1038"/>
                    <a:pt x="132" y="1267"/>
                    <a:pt x="347" y="1267"/>
                  </a:cubicBezTo>
                  <a:cubicBezTo>
                    <a:pt x="444" y="1267"/>
                    <a:pt x="535" y="1211"/>
                    <a:pt x="583" y="1128"/>
                  </a:cubicBezTo>
                  <a:lnTo>
                    <a:pt x="999" y="413"/>
                  </a:lnTo>
                  <a:cubicBezTo>
                    <a:pt x="1114" y="194"/>
                    <a:pt x="933" y="1"/>
                    <a:pt x="74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6"/>
            <p:cNvSpPr/>
            <p:nvPr/>
          </p:nvSpPr>
          <p:spPr>
            <a:xfrm>
              <a:off x="4195172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366" y="0"/>
                  </a:moveTo>
                  <a:cubicBezTo>
                    <a:pt x="180" y="0"/>
                    <a:pt x="1" y="193"/>
                    <a:pt x="116" y="409"/>
                  </a:cubicBezTo>
                  <a:lnTo>
                    <a:pt x="525" y="1130"/>
                  </a:lnTo>
                  <a:cubicBezTo>
                    <a:pt x="573" y="1213"/>
                    <a:pt x="670" y="1262"/>
                    <a:pt x="768" y="1262"/>
                  </a:cubicBezTo>
                  <a:cubicBezTo>
                    <a:pt x="976" y="1262"/>
                    <a:pt x="1114" y="1033"/>
                    <a:pt x="1003" y="852"/>
                  </a:cubicBezTo>
                  <a:lnTo>
                    <a:pt x="594" y="131"/>
                  </a:lnTo>
                  <a:cubicBezTo>
                    <a:pt x="534" y="39"/>
                    <a:pt x="450" y="0"/>
                    <a:pt x="366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6"/>
            <p:cNvSpPr/>
            <p:nvPr/>
          </p:nvSpPr>
          <p:spPr>
            <a:xfrm>
              <a:off x="4358272" y="4466505"/>
              <a:ext cx="29294" cy="33287"/>
            </a:xfrm>
            <a:custGeom>
              <a:avLst/>
              <a:gdLst/>
              <a:ahLst/>
              <a:cxnLst/>
              <a:rect l="l" t="t" r="r" b="b"/>
              <a:pathLst>
                <a:path w="1115" h="1267" extrusionOk="0">
                  <a:moveTo>
                    <a:pt x="367" y="1"/>
                  </a:moveTo>
                  <a:cubicBezTo>
                    <a:pt x="182" y="1"/>
                    <a:pt x="1" y="194"/>
                    <a:pt x="115" y="413"/>
                  </a:cubicBezTo>
                  <a:lnTo>
                    <a:pt x="532" y="1128"/>
                  </a:lnTo>
                  <a:cubicBezTo>
                    <a:pt x="580" y="1211"/>
                    <a:pt x="670" y="1267"/>
                    <a:pt x="774" y="1267"/>
                  </a:cubicBezTo>
                  <a:cubicBezTo>
                    <a:pt x="982" y="1267"/>
                    <a:pt x="1114" y="1038"/>
                    <a:pt x="1010" y="850"/>
                  </a:cubicBezTo>
                  <a:lnTo>
                    <a:pt x="594" y="136"/>
                  </a:lnTo>
                  <a:cubicBezTo>
                    <a:pt x="536" y="41"/>
                    <a:pt x="451" y="1"/>
                    <a:pt x="36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6"/>
            <p:cNvSpPr/>
            <p:nvPr/>
          </p:nvSpPr>
          <p:spPr>
            <a:xfrm>
              <a:off x="4412315" y="4410335"/>
              <a:ext cx="39934" cy="25668"/>
            </a:xfrm>
            <a:custGeom>
              <a:avLst/>
              <a:gdLst/>
              <a:ahLst/>
              <a:cxnLst/>
              <a:rect l="l" t="t" r="r" b="b"/>
              <a:pathLst>
                <a:path w="1520" h="977" extrusionOk="0">
                  <a:moveTo>
                    <a:pt x="408" y="1"/>
                  </a:moveTo>
                  <a:cubicBezTo>
                    <a:pt x="158" y="1"/>
                    <a:pt x="0" y="375"/>
                    <a:pt x="285" y="526"/>
                  </a:cubicBezTo>
                  <a:lnTo>
                    <a:pt x="999" y="942"/>
                  </a:lnTo>
                  <a:cubicBezTo>
                    <a:pt x="1041" y="963"/>
                    <a:pt x="1090" y="977"/>
                    <a:pt x="1138" y="977"/>
                  </a:cubicBezTo>
                  <a:cubicBezTo>
                    <a:pt x="1422" y="977"/>
                    <a:pt x="1520" y="602"/>
                    <a:pt x="1277" y="464"/>
                  </a:cubicBezTo>
                  <a:lnTo>
                    <a:pt x="562" y="48"/>
                  </a:lnTo>
                  <a:cubicBezTo>
                    <a:pt x="509" y="15"/>
                    <a:pt x="457" y="1"/>
                    <a:pt x="40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6"/>
            <p:cNvSpPr/>
            <p:nvPr/>
          </p:nvSpPr>
          <p:spPr>
            <a:xfrm>
              <a:off x="4130306" y="4247340"/>
              <a:ext cx="39304" cy="25589"/>
            </a:xfrm>
            <a:custGeom>
              <a:avLst/>
              <a:gdLst/>
              <a:ahLst/>
              <a:cxnLst/>
              <a:rect l="l" t="t" r="r" b="b"/>
              <a:pathLst>
                <a:path w="1496" h="974" extrusionOk="0">
                  <a:moveTo>
                    <a:pt x="397" y="1"/>
                  </a:moveTo>
                  <a:cubicBezTo>
                    <a:pt x="153" y="1"/>
                    <a:pt x="0" y="356"/>
                    <a:pt x="254" y="515"/>
                  </a:cubicBezTo>
                  <a:lnTo>
                    <a:pt x="975" y="931"/>
                  </a:lnTo>
                  <a:cubicBezTo>
                    <a:pt x="1017" y="959"/>
                    <a:pt x="1066" y="966"/>
                    <a:pt x="1114" y="973"/>
                  </a:cubicBezTo>
                  <a:lnTo>
                    <a:pt x="1114" y="966"/>
                  </a:lnTo>
                  <a:cubicBezTo>
                    <a:pt x="1398" y="966"/>
                    <a:pt x="1496" y="592"/>
                    <a:pt x="1253" y="453"/>
                  </a:cubicBezTo>
                  <a:lnTo>
                    <a:pt x="531" y="37"/>
                  </a:lnTo>
                  <a:cubicBezTo>
                    <a:pt x="485" y="12"/>
                    <a:pt x="439" y="1"/>
                    <a:pt x="39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6"/>
            <p:cNvSpPr/>
            <p:nvPr/>
          </p:nvSpPr>
          <p:spPr>
            <a:xfrm>
              <a:off x="4413418" y="4247182"/>
              <a:ext cx="39908" cy="25747"/>
            </a:xfrm>
            <a:custGeom>
              <a:avLst/>
              <a:gdLst/>
              <a:ahLst/>
              <a:cxnLst/>
              <a:rect l="l" t="t" r="r" b="b"/>
              <a:pathLst>
                <a:path w="1519" h="980" extrusionOk="0">
                  <a:moveTo>
                    <a:pt x="1114" y="0"/>
                  </a:moveTo>
                  <a:cubicBezTo>
                    <a:pt x="1064" y="0"/>
                    <a:pt x="1011" y="15"/>
                    <a:pt x="957" y="50"/>
                  </a:cubicBezTo>
                  <a:lnTo>
                    <a:pt x="243" y="459"/>
                  </a:lnTo>
                  <a:cubicBezTo>
                    <a:pt x="0" y="605"/>
                    <a:pt x="97" y="972"/>
                    <a:pt x="382" y="979"/>
                  </a:cubicBezTo>
                  <a:cubicBezTo>
                    <a:pt x="430" y="979"/>
                    <a:pt x="479" y="965"/>
                    <a:pt x="520" y="937"/>
                  </a:cubicBezTo>
                  <a:lnTo>
                    <a:pt x="1235" y="528"/>
                  </a:lnTo>
                  <a:cubicBezTo>
                    <a:pt x="1518" y="378"/>
                    <a:pt x="1363" y="0"/>
                    <a:pt x="1114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6"/>
            <p:cNvSpPr/>
            <p:nvPr/>
          </p:nvSpPr>
          <p:spPr>
            <a:xfrm>
              <a:off x="4130595" y="4410624"/>
              <a:ext cx="39304" cy="25379"/>
            </a:xfrm>
            <a:custGeom>
              <a:avLst/>
              <a:gdLst/>
              <a:ahLst/>
              <a:cxnLst/>
              <a:rect l="l" t="t" r="r" b="b"/>
              <a:pathLst>
                <a:path w="1496" h="966" extrusionOk="0">
                  <a:moveTo>
                    <a:pt x="1099" y="1"/>
                  </a:moveTo>
                  <a:cubicBezTo>
                    <a:pt x="1056" y="1"/>
                    <a:pt x="1011" y="12"/>
                    <a:pt x="964" y="37"/>
                  </a:cubicBezTo>
                  <a:lnTo>
                    <a:pt x="243" y="453"/>
                  </a:lnTo>
                  <a:cubicBezTo>
                    <a:pt x="0" y="598"/>
                    <a:pt x="104" y="966"/>
                    <a:pt x="382" y="966"/>
                  </a:cubicBezTo>
                  <a:cubicBezTo>
                    <a:pt x="430" y="966"/>
                    <a:pt x="479" y="952"/>
                    <a:pt x="520" y="931"/>
                  </a:cubicBezTo>
                  <a:lnTo>
                    <a:pt x="1242" y="515"/>
                  </a:lnTo>
                  <a:cubicBezTo>
                    <a:pt x="1496" y="356"/>
                    <a:pt x="1343" y="1"/>
                    <a:pt x="1099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6"/>
            <p:cNvSpPr/>
            <p:nvPr/>
          </p:nvSpPr>
          <p:spPr>
            <a:xfrm>
              <a:off x="4255231" y="4494118"/>
              <a:ext cx="72565" cy="50864"/>
            </a:xfrm>
            <a:custGeom>
              <a:avLst/>
              <a:gdLst/>
              <a:ahLst/>
              <a:cxnLst/>
              <a:rect l="l" t="t" r="r" b="b"/>
              <a:pathLst>
                <a:path w="2762" h="1936" extrusionOk="0">
                  <a:moveTo>
                    <a:pt x="1" y="1"/>
                  </a:moveTo>
                  <a:lnTo>
                    <a:pt x="1" y="1381"/>
                  </a:lnTo>
                  <a:cubicBezTo>
                    <a:pt x="1" y="1686"/>
                    <a:pt x="243" y="1936"/>
                    <a:pt x="549" y="1936"/>
                  </a:cubicBezTo>
                  <a:lnTo>
                    <a:pt x="2206" y="1936"/>
                  </a:lnTo>
                  <a:cubicBezTo>
                    <a:pt x="2511" y="1936"/>
                    <a:pt x="2761" y="1686"/>
                    <a:pt x="2761" y="1381"/>
                  </a:cubicBezTo>
                  <a:lnTo>
                    <a:pt x="2761" y="1"/>
                  </a:lnTo>
                  <a:close/>
                </a:path>
              </a:pathLst>
            </a:custGeom>
            <a:solidFill>
              <a:srgbClr val="C7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6"/>
            <p:cNvSpPr/>
            <p:nvPr/>
          </p:nvSpPr>
          <p:spPr>
            <a:xfrm>
              <a:off x="4247954" y="4494118"/>
              <a:ext cx="87120" cy="14608"/>
            </a:xfrm>
            <a:custGeom>
              <a:avLst/>
              <a:gdLst/>
              <a:ahLst/>
              <a:cxnLst/>
              <a:rect l="l" t="t" r="r" b="b"/>
              <a:pathLst>
                <a:path w="3316" h="556" extrusionOk="0">
                  <a:moveTo>
                    <a:pt x="278" y="1"/>
                  </a:moveTo>
                  <a:cubicBezTo>
                    <a:pt x="125" y="1"/>
                    <a:pt x="0" y="125"/>
                    <a:pt x="0" y="278"/>
                  </a:cubicBezTo>
                  <a:cubicBezTo>
                    <a:pt x="0" y="431"/>
                    <a:pt x="125" y="556"/>
                    <a:pt x="278" y="556"/>
                  </a:cubicBezTo>
                  <a:lnTo>
                    <a:pt x="3038" y="556"/>
                  </a:lnTo>
                  <a:cubicBezTo>
                    <a:pt x="3191" y="556"/>
                    <a:pt x="3316" y="431"/>
                    <a:pt x="3316" y="278"/>
                  </a:cubicBezTo>
                  <a:cubicBezTo>
                    <a:pt x="3316" y="125"/>
                    <a:pt x="3191" y="1"/>
                    <a:pt x="3038" y="1"/>
                  </a:cubicBezTo>
                  <a:close/>
                </a:path>
              </a:pathLst>
            </a:custGeom>
            <a:solidFill>
              <a:srgbClr val="ADB7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3" name="Google Shape;1763;p6"/>
          <p:cNvSpPr txBox="1">
            <a:spLocks noGrp="1"/>
          </p:cNvSpPr>
          <p:nvPr>
            <p:ph type="title" idx="2"/>
          </p:nvPr>
        </p:nvSpPr>
        <p:spPr>
          <a:xfrm>
            <a:off x="3638475" y="554863"/>
            <a:ext cx="287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1400">
                <a:solidFill>
                  <a:schemeClr val="accent1"/>
                </a:solidFill>
              </a:rPr>
              <a:t>Проблемы, решения и MVP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764" name="Google Shape;1764;p6"/>
          <p:cNvSpPr txBox="1"/>
          <p:nvPr/>
        </p:nvSpPr>
        <p:spPr>
          <a:xfrm>
            <a:off x="3428125" y="2499150"/>
            <a:ext cx="3104100" cy="1405500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4. Начните работу со слайдом «</a:t>
            </a: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Стейкхолдеры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»: выпишите всех, кто как-либо влияет на ваш проект и всех, на кого ваш проект повлияет. Начать можно с пользователей и заказчиков, но подумайте и о других проектных ролях.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5" name="Google Shape;1765;p6"/>
          <p:cNvSpPr txBox="1">
            <a:spLocks noGrp="1"/>
          </p:cNvSpPr>
          <p:nvPr>
            <p:ph type="title" idx="2"/>
          </p:nvPr>
        </p:nvSpPr>
        <p:spPr>
          <a:xfrm>
            <a:off x="3912028" y="2106100"/>
            <a:ext cx="21363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1500">
                <a:solidFill>
                  <a:schemeClr val="accent1"/>
                </a:solidFill>
              </a:rPr>
              <a:t>Стейкхолдеры</a:t>
            </a:r>
            <a:endParaRPr sz="2100">
              <a:solidFill>
                <a:srgbClr val="000000"/>
              </a:solidFill>
            </a:endParaRPr>
          </a:p>
        </p:txBody>
      </p:sp>
      <p:grpSp>
        <p:nvGrpSpPr>
          <p:cNvPr id="1766" name="Google Shape;1766;p6"/>
          <p:cNvGrpSpPr/>
          <p:nvPr/>
        </p:nvGrpSpPr>
        <p:grpSpPr>
          <a:xfrm>
            <a:off x="4103050" y="5200350"/>
            <a:ext cx="4368263" cy="1488852"/>
            <a:chOff x="4502900" y="3488425"/>
            <a:chExt cx="4368263" cy="1488852"/>
          </a:xfrm>
        </p:grpSpPr>
        <p:sp>
          <p:nvSpPr>
            <p:cNvPr id="1767" name="Google Shape;1767;p6"/>
            <p:cNvSpPr/>
            <p:nvPr/>
          </p:nvSpPr>
          <p:spPr>
            <a:xfrm>
              <a:off x="6756842" y="4395529"/>
              <a:ext cx="443170" cy="397711"/>
            </a:xfrm>
            <a:custGeom>
              <a:avLst/>
              <a:gdLst/>
              <a:ahLst/>
              <a:cxnLst/>
              <a:rect l="l" t="t" r="r" b="b"/>
              <a:pathLst>
                <a:path w="13044" h="11706" extrusionOk="0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6"/>
            <p:cNvSpPr/>
            <p:nvPr/>
          </p:nvSpPr>
          <p:spPr>
            <a:xfrm>
              <a:off x="6625121" y="4079495"/>
              <a:ext cx="513770" cy="713747"/>
            </a:xfrm>
            <a:custGeom>
              <a:avLst/>
              <a:gdLst/>
              <a:ahLst/>
              <a:cxnLst/>
              <a:rect l="l" t="t" r="r" b="b"/>
              <a:pathLst>
                <a:path w="15122" h="21008" extrusionOk="0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6"/>
            <p:cNvSpPr/>
            <p:nvPr/>
          </p:nvSpPr>
          <p:spPr>
            <a:xfrm>
              <a:off x="6717329" y="4174115"/>
              <a:ext cx="305096" cy="619126"/>
            </a:xfrm>
            <a:custGeom>
              <a:avLst/>
              <a:gdLst/>
              <a:ahLst/>
              <a:cxnLst/>
              <a:rect l="l" t="t" r="r" b="b"/>
              <a:pathLst>
                <a:path w="8980" h="18223" fill="none" extrusionOk="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6"/>
            <p:cNvSpPr/>
            <p:nvPr/>
          </p:nvSpPr>
          <p:spPr>
            <a:xfrm>
              <a:off x="5977933" y="4053606"/>
              <a:ext cx="489138" cy="739636"/>
            </a:xfrm>
            <a:custGeom>
              <a:avLst/>
              <a:gdLst/>
              <a:ahLst/>
              <a:cxnLst/>
              <a:rect l="l" t="t" r="r" b="b"/>
              <a:pathLst>
                <a:path w="14397" h="21770" extrusionOk="0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6"/>
            <p:cNvSpPr/>
            <p:nvPr/>
          </p:nvSpPr>
          <p:spPr>
            <a:xfrm>
              <a:off x="6126641" y="3792508"/>
              <a:ext cx="445820" cy="1000734"/>
            </a:xfrm>
            <a:custGeom>
              <a:avLst/>
              <a:gdLst/>
              <a:ahLst/>
              <a:cxnLst/>
              <a:rect l="l" t="t" r="r" b="b"/>
              <a:pathLst>
                <a:path w="13122" h="29455" extrusionOk="0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6"/>
            <p:cNvSpPr/>
            <p:nvPr/>
          </p:nvSpPr>
          <p:spPr>
            <a:xfrm>
              <a:off x="6514975" y="3783709"/>
              <a:ext cx="452649" cy="1009533"/>
            </a:xfrm>
            <a:custGeom>
              <a:avLst/>
              <a:gdLst/>
              <a:ahLst/>
              <a:cxnLst/>
              <a:rect l="l" t="t" r="r" b="b"/>
              <a:pathLst>
                <a:path w="13323" h="29714" extrusionOk="0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6"/>
            <p:cNvSpPr/>
            <p:nvPr/>
          </p:nvSpPr>
          <p:spPr>
            <a:xfrm>
              <a:off x="6040752" y="4125633"/>
              <a:ext cx="362547" cy="667609"/>
            </a:xfrm>
            <a:custGeom>
              <a:avLst/>
              <a:gdLst/>
              <a:ahLst/>
              <a:cxnLst/>
              <a:rect l="l" t="t" r="r" b="b"/>
              <a:pathLst>
                <a:path w="10671" h="19650" fill="none" extrusionOk="0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6"/>
            <p:cNvSpPr/>
            <p:nvPr/>
          </p:nvSpPr>
          <p:spPr>
            <a:xfrm>
              <a:off x="6245214" y="3875339"/>
              <a:ext cx="246081" cy="917903"/>
            </a:xfrm>
            <a:custGeom>
              <a:avLst/>
              <a:gdLst/>
              <a:ahLst/>
              <a:cxnLst/>
              <a:rect l="l" t="t" r="r" b="b"/>
              <a:pathLst>
                <a:path w="7243" h="27017" fill="none" extrusionOk="0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6"/>
            <p:cNvSpPr/>
            <p:nvPr/>
          </p:nvSpPr>
          <p:spPr>
            <a:xfrm>
              <a:off x="6600863" y="3906426"/>
              <a:ext cx="241358" cy="886815"/>
            </a:xfrm>
            <a:custGeom>
              <a:avLst/>
              <a:gdLst/>
              <a:ahLst/>
              <a:cxnLst/>
              <a:rect l="l" t="t" r="r" b="b"/>
              <a:pathLst>
                <a:path w="7104" h="26102" fill="none" extrusionOk="0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6"/>
            <p:cNvSpPr/>
            <p:nvPr/>
          </p:nvSpPr>
          <p:spPr>
            <a:xfrm>
              <a:off x="6826933" y="4448632"/>
              <a:ext cx="300883" cy="344608"/>
            </a:xfrm>
            <a:custGeom>
              <a:avLst/>
              <a:gdLst/>
              <a:ahLst/>
              <a:cxnLst/>
              <a:rect l="l" t="t" r="r" b="b"/>
              <a:pathLst>
                <a:path w="8856" h="10143" fill="none" extrusionOk="0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6"/>
            <p:cNvSpPr/>
            <p:nvPr/>
          </p:nvSpPr>
          <p:spPr>
            <a:xfrm>
              <a:off x="8109206" y="3528794"/>
              <a:ext cx="553351" cy="1264685"/>
            </a:xfrm>
            <a:custGeom>
              <a:avLst/>
              <a:gdLst/>
              <a:ahLst/>
              <a:cxnLst/>
              <a:rect l="l" t="t" r="r" b="b"/>
              <a:pathLst>
                <a:path w="16287" h="37224" extrusionOk="0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6"/>
            <p:cNvSpPr/>
            <p:nvPr/>
          </p:nvSpPr>
          <p:spPr>
            <a:xfrm>
              <a:off x="7584395" y="3527809"/>
              <a:ext cx="544857" cy="1265671"/>
            </a:xfrm>
            <a:custGeom>
              <a:avLst/>
              <a:gdLst/>
              <a:ahLst/>
              <a:cxnLst/>
              <a:rect l="l" t="t" r="r" b="b"/>
              <a:pathLst>
                <a:path w="16037" h="37253" extrusionOk="0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6"/>
            <p:cNvSpPr/>
            <p:nvPr/>
          </p:nvSpPr>
          <p:spPr>
            <a:xfrm>
              <a:off x="7397872" y="3905984"/>
              <a:ext cx="632343" cy="887495"/>
            </a:xfrm>
            <a:custGeom>
              <a:avLst/>
              <a:gdLst/>
              <a:ahLst/>
              <a:cxnLst/>
              <a:rect l="l" t="t" r="r" b="b"/>
              <a:pathLst>
                <a:path w="18612" h="26122" extrusionOk="0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6"/>
            <p:cNvSpPr/>
            <p:nvPr/>
          </p:nvSpPr>
          <p:spPr>
            <a:xfrm>
              <a:off x="7757735" y="3651648"/>
              <a:ext cx="296704" cy="1141832"/>
            </a:xfrm>
            <a:custGeom>
              <a:avLst/>
              <a:gdLst/>
              <a:ahLst/>
              <a:cxnLst/>
              <a:rect l="l" t="t" r="r" b="b"/>
              <a:pathLst>
                <a:path w="8733" h="33608" fill="none" extrusionOk="0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6"/>
            <p:cNvSpPr/>
            <p:nvPr/>
          </p:nvSpPr>
          <p:spPr>
            <a:xfrm>
              <a:off x="7525380" y="3998872"/>
              <a:ext cx="397338" cy="794607"/>
            </a:xfrm>
            <a:custGeom>
              <a:avLst/>
              <a:gdLst/>
              <a:ahLst/>
              <a:cxnLst/>
              <a:rect l="l" t="t" r="r" b="b"/>
              <a:pathLst>
                <a:path w="11695" h="23388" fill="none" extrusionOk="0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6"/>
            <p:cNvSpPr/>
            <p:nvPr/>
          </p:nvSpPr>
          <p:spPr>
            <a:xfrm>
              <a:off x="8161901" y="3610028"/>
              <a:ext cx="311958" cy="1183451"/>
            </a:xfrm>
            <a:custGeom>
              <a:avLst/>
              <a:gdLst/>
              <a:ahLst/>
              <a:cxnLst/>
              <a:rect l="l" t="t" r="r" b="b"/>
              <a:pathLst>
                <a:path w="9182" h="34833" fill="none" extrusionOk="0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6"/>
            <p:cNvSpPr/>
            <p:nvPr/>
          </p:nvSpPr>
          <p:spPr>
            <a:xfrm>
              <a:off x="8225638" y="3848057"/>
              <a:ext cx="645525" cy="945422"/>
            </a:xfrm>
            <a:custGeom>
              <a:avLst/>
              <a:gdLst/>
              <a:ahLst/>
              <a:cxnLst/>
              <a:rect l="l" t="t" r="r" b="b"/>
              <a:pathLst>
                <a:path w="19000" h="27827" extrusionOk="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6"/>
            <p:cNvSpPr/>
            <p:nvPr/>
          </p:nvSpPr>
          <p:spPr>
            <a:xfrm>
              <a:off x="8263044" y="3921952"/>
              <a:ext cx="506941" cy="871527"/>
            </a:xfrm>
            <a:custGeom>
              <a:avLst/>
              <a:gdLst/>
              <a:ahLst/>
              <a:cxnLst/>
              <a:rect l="l" t="t" r="r" b="b"/>
              <a:pathLst>
                <a:path w="14921" h="25652" fill="none" extrusionOk="0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6"/>
            <p:cNvSpPr/>
            <p:nvPr/>
          </p:nvSpPr>
          <p:spPr>
            <a:xfrm>
              <a:off x="4502900" y="3852772"/>
              <a:ext cx="664993" cy="1124505"/>
            </a:xfrm>
            <a:custGeom>
              <a:avLst/>
              <a:gdLst/>
              <a:ahLst/>
              <a:cxnLst/>
              <a:rect l="l" t="t" r="r" b="b"/>
              <a:pathLst>
                <a:path w="19573" h="33098" extrusionOk="0">
                  <a:moveTo>
                    <a:pt x="5647" y="1"/>
                  </a:moveTo>
                  <a:cubicBezTo>
                    <a:pt x="5528" y="1"/>
                    <a:pt x="5409" y="6"/>
                    <a:pt x="5289" y="17"/>
                  </a:cubicBezTo>
                  <a:cubicBezTo>
                    <a:pt x="1" y="467"/>
                    <a:pt x="4266" y="9958"/>
                    <a:pt x="5615" y="13510"/>
                  </a:cubicBezTo>
                  <a:cubicBezTo>
                    <a:pt x="6452" y="15836"/>
                    <a:pt x="7616" y="18100"/>
                    <a:pt x="8841" y="20241"/>
                  </a:cubicBezTo>
                  <a:cubicBezTo>
                    <a:pt x="10919" y="24118"/>
                    <a:pt x="14083" y="29406"/>
                    <a:pt x="16409" y="33097"/>
                  </a:cubicBezTo>
                  <a:lnTo>
                    <a:pt x="19573" y="32710"/>
                  </a:lnTo>
                  <a:cubicBezTo>
                    <a:pt x="18860" y="29019"/>
                    <a:pt x="17696" y="21590"/>
                    <a:pt x="16797" y="17077"/>
                  </a:cubicBezTo>
                  <a:cubicBezTo>
                    <a:pt x="16409" y="14875"/>
                    <a:pt x="15184" y="12160"/>
                    <a:pt x="14409" y="10098"/>
                  </a:cubicBezTo>
                  <a:cubicBezTo>
                    <a:pt x="13022" y="6390"/>
                    <a:pt x="9745" y="1"/>
                    <a:pt x="5647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6"/>
            <p:cNvSpPr/>
            <p:nvPr/>
          </p:nvSpPr>
          <p:spPr>
            <a:xfrm>
              <a:off x="5227416" y="3698968"/>
              <a:ext cx="509013" cy="1210325"/>
            </a:xfrm>
            <a:custGeom>
              <a:avLst/>
              <a:gdLst/>
              <a:ahLst/>
              <a:cxnLst/>
              <a:rect l="l" t="t" r="r" b="b"/>
              <a:pathLst>
                <a:path w="14982" h="35624" extrusionOk="0">
                  <a:moveTo>
                    <a:pt x="10981" y="0"/>
                  </a:moveTo>
                  <a:cubicBezTo>
                    <a:pt x="9495" y="0"/>
                    <a:pt x="7910" y="1210"/>
                    <a:pt x="6778" y="2342"/>
                  </a:cubicBezTo>
                  <a:cubicBezTo>
                    <a:pt x="2575" y="6545"/>
                    <a:pt x="388" y="15586"/>
                    <a:pt x="388" y="21991"/>
                  </a:cubicBezTo>
                  <a:cubicBezTo>
                    <a:pt x="311" y="25543"/>
                    <a:pt x="0" y="29870"/>
                    <a:pt x="1288" y="33235"/>
                  </a:cubicBezTo>
                  <a:lnTo>
                    <a:pt x="3288" y="35624"/>
                  </a:lnTo>
                  <a:cubicBezTo>
                    <a:pt x="5041" y="29994"/>
                    <a:pt x="11043" y="19339"/>
                    <a:pt x="12268" y="13586"/>
                  </a:cubicBezTo>
                  <a:cubicBezTo>
                    <a:pt x="12919" y="10670"/>
                    <a:pt x="14982" y="3831"/>
                    <a:pt x="13245" y="1303"/>
                  </a:cubicBezTo>
                  <a:cubicBezTo>
                    <a:pt x="12581" y="364"/>
                    <a:pt x="11796" y="0"/>
                    <a:pt x="109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6"/>
            <p:cNvSpPr/>
            <p:nvPr/>
          </p:nvSpPr>
          <p:spPr>
            <a:xfrm>
              <a:off x="5299612" y="3842274"/>
              <a:ext cx="272446" cy="1020643"/>
            </a:xfrm>
            <a:custGeom>
              <a:avLst/>
              <a:gdLst/>
              <a:ahLst/>
              <a:cxnLst/>
              <a:rect l="l" t="t" r="r" b="b"/>
              <a:pathLst>
                <a:path w="8019" h="30041" fill="none" extrusionOk="0">
                  <a:moveTo>
                    <a:pt x="8018" y="0"/>
                  </a:moveTo>
                  <a:cubicBezTo>
                    <a:pt x="5041" y="7755"/>
                    <a:pt x="1039" y="21837"/>
                    <a:pt x="0" y="30041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6"/>
            <p:cNvSpPr/>
            <p:nvPr/>
          </p:nvSpPr>
          <p:spPr>
            <a:xfrm>
              <a:off x="4697882" y="3925513"/>
              <a:ext cx="415242" cy="1029612"/>
            </a:xfrm>
            <a:custGeom>
              <a:avLst/>
              <a:gdLst/>
              <a:ahLst/>
              <a:cxnLst/>
              <a:rect l="l" t="t" r="r" b="b"/>
              <a:pathLst>
                <a:path w="12222" h="30305" fill="none" extrusionOk="0">
                  <a:moveTo>
                    <a:pt x="0" y="1"/>
                  </a:moveTo>
                  <a:cubicBezTo>
                    <a:pt x="3753" y="6080"/>
                    <a:pt x="9243" y="19061"/>
                    <a:pt x="12221" y="30305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6"/>
            <p:cNvSpPr/>
            <p:nvPr/>
          </p:nvSpPr>
          <p:spPr>
            <a:xfrm>
              <a:off x="4955005" y="3488425"/>
              <a:ext cx="373079" cy="1199046"/>
            </a:xfrm>
            <a:custGeom>
              <a:avLst/>
              <a:gdLst/>
              <a:ahLst/>
              <a:cxnLst/>
              <a:rect l="l" t="t" r="r" b="b"/>
              <a:pathLst>
                <a:path w="10981" h="35292" extrusionOk="0">
                  <a:moveTo>
                    <a:pt x="4034" y="0"/>
                  </a:moveTo>
                  <a:cubicBezTo>
                    <a:pt x="3369" y="0"/>
                    <a:pt x="2667" y="290"/>
                    <a:pt x="1939" y="971"/>
                  </a:cubicBezTo>
                  <a:cubicBezTo>
                    <a:pt x="0" y="2723"/>
                    <a:pt x="326" y="12478"/>
                    <a:pt x="512" y="15068"/>
                  </a:cubicBezTo>
                  <a:cubicBezTo>
                    <a:pt x="962" y="20170"/>
                    <a:pt x="3614" y="29274"/>
                    <a:pt x="4529" y="34314"/>
                  </a:cubicBezTo>
                  <a:lnTo>
                    <a:pt x="6390" y="35291"/>
                  </a:lnTo>
                  <a:cubicBezTo>
                    <a:pt x="8018" y="32702"/>
                    <a:pt x="9880" y="24311"/>
                    <a:pt x="10267" y="21272"/>
                  </a:cubicBezTo>
                  <a:cubicBezTo>
                    <a:pt x="10919" y="17069"/>
                    <a:pt x="10981" y="12540"/>
                    <a:pt x="9957" y="8415"/>
                  </a:cubicBezTo>
                  <a:cubicBezTo>
                    <a:pt x="9371" y="6073"/>
                    <a:pt x="7083" y="0"/>
                    <a:pt x="4034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6"/>
            <p:cNvSpPr/>
            <p:nvPr/>
          </p:nvSpPr>
          <p:spPr>
            <a:xfrm>
              <a:off x="5097801" y="3594087"/>
              <a:ext cx="94349" cy="1075988"/>
            </a:xfrm>
            <a:custGeom>
              <a:avLst/>
              <a:gdLst/>
              <a:ahLst/>
              <a:cxnLst/>
              <a:rect l="l" t="t" r="r" b="b"/>
              <a:pathLst>
                <a:path w="2777" h="31670" fill="none" extrusionOk="0">
                  <a:moveTo>
                    <a:pt x="0" y="1"/>
                  </a:moveTo>
                  <a:cubicBezTo>
                    <a:pt x="2776" y="7305"/>
                    <a:pt x="2063" y="25327"/>
                    <a:pt x="1163" y="31670"/>
                  </a:cubicBez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miter lim="1550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1" name="Google Shape;1791;p6"/>
          <p:cNvSpPr txBox="1"/>
          <p:nvPr/>
        </p:nvSpPr>
        <p:spPr>
          <a:xfrm>
            <a:off x="3414238" y="4263125"/>
            <a:ext cx="5745900" cy="796500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5. Напишите </a:t>
            </a: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главный пользовательский сценарий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Когда вы будете его прописывать, отслеживайте — не обнаружились ли новые вовлеченные в процесс лица, новые стейкхолдеры? Выписывайте их в табличку на слайде «Стейкхолдеры» 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2" name="Google Shape;1792;p6"/>
          <p:cNvSpPr txBox="1">
            <a:spLocks noGrp="1"/>
          </p:cNvSpPr>
          <p:nvPr>
            <p:ph type="title" idx="2"/>
          </p:nvPr>
        </p:nvSpPr>
        <p:spPr>
          <a:xfrm>
            <a:off x="3912025" y="4090550"/>
            <a:ext cx="41631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1400">
                <a:solidFill>
                  <a:schemeClr val="accent1"/>
                </a:solidFill>
              </a:rPr>
              <a:t>Главный пользовательский сценарий</a:t>
            </a:r>
            <a:endParaRPr sz="1400">
              <a:solidFill>
                <a:srgbClr val="000000"/>
              </a:solidFill>
            </a:endParaRPr>
          </a:p>
        </p:txBody>
      </p:sp>
      <p:grpSp>
        <p:nvGrpSpPr>
          <p:cNvPr id="1793" name="Google Shape;1793;p6"/>
          <p:cNvGrpSpPr/>
          <p:nvPr/>
        </p:nvGrpSpPr>
        <p:grpSpPr>
          <a:xfrm>
            <a:off x="3593087" y="3966191"/>
            <a:ext cx="318927" cy="319217"/>
            <a:chOff x="3111775" y="1993516"/>
            <a:chExt cx="318927" cy="319217"/>
          </a:xfrm>
        </p:grpSpPr>
        <p:sp>
          <p:nvSpPr>
            <p:cNvPr id="1794" name="Google Shape;1794;p6"/>
            <p:cNvSpPr/>
            <p:nvPr/>
          </p:nvSpPr>
          <p:spPr>
            <a:xfrm>
              <a:off x="3204263" y="2013894"/>
              <a:ext cx="154067" cy="140964"/>
            </a:xfrm>
            <a:custGeom>
              <a:avLst/>
              <a:gdLst/>
              <a:ahLst/>
              <a:cxnLst/>
              <a:rect l="l" t="t" r="r" b="b"/>
              <a:pathLst>
                <a:path w="5867" h="5368" extrusionOk="0">
                  <a:moveTo>
                    <a:pt x="584" y="0"/>
                  </a:moveTo>
                  <a:cubicBezTo>
                    <a:pt x="268" y="0"/>
                    <a:pt x="0" y="268"/>
                    <a:pt x="0" y="594"/>
                  </a:cubicBezTo>
                  <a:lnTo>
                    <a:pt x="0" y="3713"/>
                  </a:lnTo>
                  <a:cubicBezTo>
                    <a:pt x="0" y="4039"/>
                    <a:pt x="268" y="4307"/>
                    <a:pt x="584" y="4307"/>
                  </a:cubicBezTo>
                  <a:lnTo>
                    <a:pt x="2153" y="4307"/>
                  </a:lnTo>
                  <a:lnTo>
                    <a:pt x="3723" y="5350"/>
                  </a:lnTo>
                  <a:cubicBezTo>
                    <a:pt x="3740" y="5362"/>
                    <a:pt x="3758" y="5367"/>
                    <a:pt x="3777" y="5367"/>
                  </a:cubicBezTo>
                  <a:cubicBezTo>
                    <a:pt x="3831" y="5367"/>
                    <a:pt x="3883" y="5319"/>
                    <a:pt x="3876" y="5254"/>
                  </a:cubicBezTo>
                  <a:lnTo>
                    <a:pt x="3713" y="4307"/>
                  </a:lnTo>
                  <a:lnTo>
                    <a:pt x="5283" y="4307"/>
                  </a:lnTo>
                  <a:cubicBezTo>
                    <a:pt x="5599" y="4307"/>
                    <a:pt x="5867" y="4039"/>
                    <a:pt x="5867" y="3713"/>
                  </a:cubicBezTo>
                  <a:lnTo>
                    <a:pt x="5867" y="594"/>
                  </a:lnTo>
                  <a:cubicBezTo>
                    <a:pt x="5867" y="268"/>
                    <a:pt x="5608" y="0"/>
                    <a:pt x="5283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6"/>
            <p:cNvSpPr/>
            <p:nvPr/>
          </p:nvSpPr>
          <p:spPr>
            <a:xfrm>
              <a:off x="3204263" y="2013894"/>
              <a:ext cx="143773" cy="102808"/>
            </a:xfrm>
            <a:custGeom>
              <a:avLst/>
              <a:gdLst/>
              <a:ahLst/>
              <a:cxnLst/>
              <a:rect l="l" t="t" r="r" b="b"/>
              <a:pathLst>
                <a:path w="5475" h="3915" extrusionOk="0">
                  <a:moveTo>
                    <a:pt x="584" y="0"/>
                  </a:moveTo>
                  <a:cubicBezTo>
                    <a:pt x="259" y="0"/>
                    <a:pt x="0" y="268"/>
                    <a:pt x="0" y="594"/>
                  </a:cubicBezTo>
                  <a:lnTo>
                    <a:pt x="0" y="3723"/>
                  </a:lnTo>
                  <a:cubicBezTo>
                    <a:pt x="0" y="3780"/>
                    <a:pt x="10" y="3847"/>
                    <a:pt x="38" y="3914"/>
                  </a:cubicBezTo>
                  <a:lnTo>
                    <a:pt x="4498" y="3914"/>
                  </a:lnTo>
                  <a:cubicBezTo>
                    <a:pt x="5034" y="3914"/>
                    <a:pt x="5474" y="3474"/>
                    <a:pt x="5474" y="2938"/>
                  </a:cubicBezTo>
                  <a:lnTo>
                    <a:pt x="5474" y="38"/>
                  </a:lnTo>
                  <a:cubicBezTo>
                    <a:pt x="5417" y="19"/>
                    <a:pt x="5350" y="0"/>
                    <a:pt x="5283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6"/>
            <p:cNvSpPr/>
            <p:nvPr/>
          </p:nvSpPr>
          <p:spPr>
            <a:xfrm>
              <a:off x="3112773" y="2137788"/>
              <a:ext cx="112865" cy="113102"/>
            </a:xfrm>
            <a:custGeom>
              <a:avLst/>
              <a:gdLst/>
              <a:ahLst/>
              <a:cxnLst/>
              <a:rect l="l" t="t" r="r" b="b"/>
              <a:pathLst>
                <a:path w="4298" h="4307" extrusionOk="0">
                  <a:moveTo>
                    <a:pt x="2144" y="0"/>
                  </a:moveTo>
                  <a:cubicBezTo>
                    <a:pt x="1206" y="0"/>
                    <a:pt x="508" y="756"/>
                    <a:pt x="441" y="1675"/>
                  </a:cubicBezTo>
                  <a:cubicBezTo>
                    <a:pt x="383" y="2345"/>
                    <a:pt x="249" y="2996"/>
                    <a:pt x="39" y="3637"/>
                  </a:cubicBezTo>
                  <a:cubicBezTo>
                    <a:pt x="1" y="3752"/>
                    <a:pt x="48" y="3886"/>
                    <a:pt x="163" y="3934"/>
                  </a:cubicBezTo>
                  <a:cubicBezTo>
                    <a:pt x="556" y="4116"/>
                    <a:pt x="986" y="4240"/>
                    <a:pt x="1417" y="4307"/>
                  </a:cubicBezTo>
                  <a:lnTo>
                    <a:pt x="2872" y="4307"/>
                  </a:lnTo>
                  <a:cubicBezTo>
                    <a:pt x="3302" y="4240"/>
                    <a:pt x="3723" y="4125"/>
                    <a:pt x="4116" y="3943"/>
                  </a:cubicBezTo>
                  <a:cubicBezTo>
                    <a:pt x="4240" y="3895"/>
                    <a:pt x="4298" y="3752"/>
                    <a:pt x="4240" y="3637"/>
                  </a:cubicBezTo>
                  <a:cubicBezTo>
                    <a:pt x="4039" y="2996"/>
                    <a:pt x="3905" y="2345"/>
                    <a:pt x="3848" y="1675"/>
                  </a:cubicBezTo>
                  <a:cubicBezTo>
                    <a:pt x="3781" y="756"/>
                    <a:pt x="3082" y="0"/>
                    <a:pt x="214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6"/>
            <p:cNvSpPr/>
            <p:nvPr/>
          </p:nvSpPr>
          <p:spPr>
            <a:xfrm>
              <a:off x="3143182" y="2138025"/>
              <a:ext cx="82220" cy="112865"/>
            </a:xfrm>
            <a:custGeom>
              <a:avLst/>
              <a:gdLst/>
              <a:ahLst/>
              <a:cxnLst/>
              <a:rect l="l" t="t" r="r" b="b"/>
              <a:pathLst>
                <a:path w="3131" h="4298" extrusionOk="0">
                  <a:moveTo>
                    <a:pt x="977" y="1"/>
                  </a:moveTo>
                  <a:cubicBezTo>
                    <a:pt x="259" y="1"/>
                    <a:pt x="1" y="987"/>
                    <a:pt x="613" y="1350"/>
                  </a:cubicBezTo>
                  <a:cubicBezTo>
                    <a:pt x="632" y="1360"/>
                    <a:pt x="651" y="1379"/>
                    <a:pt x="680" y="1389"/>
                  </a:cubicBezTo>
                  <a:lnTo>
                    <a:pt x="1226" y="4298"/>
                  </a:lnTo>
                  <a:lnTo>
                    <a:pt x="1714" y="4298"/>
                  </a:lnTo>
                  <a:cubicBezTo>
                    <a:pt x="2144" y="4231"/>
                    <a:pt x="2565" y="4116"/>
                    <a:pt x="2958" y="3934"/>
                  </a:cubicBezTo>
                  <a:cubicBezTo>
                    <a:pt x="3073" y="3877"/>
                    <a:pt x="3130" y="3743"/>
                    <a:pt x="3082" y="3628"/>
                  </a:cubicBezTo>
                  <a:cubicBezTo>
                    <a:pt x="2872" y="2996"/>
                    <a:pt x="2738" y="2336"/>
                    <a:pt x="2680" y="1676"/>
                  </a:cubicBezTo>
                  <a:cubicBezTo>
                    <a:pt x="2613" y="757"/>
                    <a:pt x="1924" y="1"/>
                    <a:pt x="977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6"/>
            <p:cNvSpPr/>
            <p:nvPr/>
          </p:nvSpPr>
          <p:spPr>
            <a:xfrm>
              <a:off x="3111775" y="2223238"/>
              <a:ext cx="113102" cy="89231"/>
            </a:xfrm>
            <a:custGeom>
              <a:avLst/>
              <a:gdLst/>
              <a:ahLst/>
              <a:cxnLst/>
              <a:rect l="l" t="t" r="r" b="b"/>
              <a:pathLst>
                <a:path w="4307" h="3398" extrusionOk="0">
                  <a:moveTo>
                    <a:pt x="1436" y="0"/>
                  </a:moveTo>
                  <a:lnTo>
                    <a:pt x="1436" y="718"/>
                  </a:lnTo>
                  <a:cubicBezTo>
                    <a:pt x="1436" y="890"/>
                    <a:pt x="1331" y="1062"/>
                    <a:pt x="1168" y="1139"/>
                  </a:cubicBezTo>
                  <a:lnTo>
                    <a:pt x="402" y="1531"/>
                  </a:lnTo>
                  <a:cubicBezTo>
                    <a:pt x="153" y="1646"/>
                    <a:pt x="0" y="1895"/>
                    <a:pt x="0" y="2173"/>
                  </a:cubicBezTo>
                  <a:lnTo>
                    <a:pt x="0" y="3158"/>
                  </a:lnTo>
                  <a:cubicBezTo>
                    <a:pt x="0" y="3283"/>
                    <a:pt x="115" y="3398"/>
                    <a:pt x="240" y="3398"/>
                  </a:cubicBezTo>
                  <a:lnTo>
                    <a:pt x="4068" y="3398"/>
                  </a:lnTo>
                  <a:cubicBezTo>
                    <a:pt x="4202" y="3398"/>
                    <a:pt x="4307" y="3283"/>
                    <a:pt x="4307" y="3158"/>
                  </a:cubicBezTo>
                  <a:lnTo>
                    <a:pt x="4307" y="2173"/>
                  </a:lnTo>
                  <a:cubicBezTo>
                    <a:pt x="4307" y="1895"/>
                    <a:pt x="4154" y="1646"/>
                    <a:pt x="3905" y="1531"/>
                  </a:cubicBezTo>
                  <a:lnTo>
                    <a:pt x="3139" y="1139"/>
                  </a:lnTo>
                  <a:cubicBezTo>
                    <a:pt x="2977" y="1062"/>
                    <a:pt x="2871" y="890"/>
                    <a:pt x="2871" y="718"/>
                  </a:cubicBezTo>
                  <a:lnTo>
                    <a:pt x="2871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6"/>
            <p:cNvSpPr/>
            <p:nvPr/>
          </p:nvSpPr>
          <p:spPr>
            <a:xfrm>
              <a:off x="3149222" y="2223238"/>
              <a:ext cx="38208" cy="25157"/>
            </a:xfrm>
            <a:custGeom>
              <a:avLst/>
              <a:gdLst/>
              <a:ahLst/>
              <a:cxnLst/>
              <a:rect l="l" t="t" r="r" b="b"/>
              <a:pathLst>
                <a:path w="1455" h="958" extrusionOk="0">
                  <a:moveTo>
                    <a:pt x="10" y="0"/>
                  </a:moveTo>
                  <a:lnTo>
                    <a:pt x="10" y="718"/>
                  </a:lnTo>
                  <a:cubicBezTo>
                    <a:pt x="10" y="747"/>
                    <a:pt x="0" y="785"/>
                    <a:pt x="0" y="814"/>
                  </a:cubicBezTo>
                  <a:cubicBezTo>
                    <a:pt x="230" y="909"/>
                    <a:pt x="479" y="957"/>
                    <a:pt x="728" y="957"/>
                  </a:cubicBezTo>
                  <a:cubicBezTo>
                    <a:pt x="976" y="957"/>
                    <a:pt x="1225" y="909"/>
                    <a:pt x="1455" y="814"/>
                  </a:cubicBezTo>
                  <a:cubicBezTo>
                    <a:pt x="1455" y="785"/>
                    <a:pt x="1445" y="747"/>
                    <a:pt x="1445" y="718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6"/>
            <p:cNvSpPr/>
            <p:nvPr/>
          </p:nvSpPr>
          <p:spPr>
            <a:xfrm>
              <a:off x="3112011" y="2256142"/>
              <a:ext cx="113128" cy="56328"/>
            </a:xfrm>
            <a:custGeom>
              <a:avLst/>
              <a:gdLst/>
              <a:ahLst/>
              <a:cxnLst/>
              <a:rect l="l" t="t" r="r" b="b"/>
              <a:pathLst>
                <a:path w="4308" h="2145" extrusionOk="0">
                  <a:moveTo>
                    <a:pt x="939" y="1"/>
                  </a:moveTo>
                  <a:lnTo>
                    <a:pt x="393" y="278"/>
                  </a:lnTo>
                  <a:cubicBezTo>
                    <a:pt x="154" y="393"/>
                    <a:pt x="1" y="642"/>
                    <a:pt x="1" y="920"/>
                  </a:cubicBezTo>
                  <a:lnTo>
                    <a:pt x="1" y="1905"/>
                  </a:lnTo>
                  <a:cubicBezTo>
                    <a:pt x="1" y="2030"/>
                    <a:pt x="106" y="2145"/>
                    <a:pt x="240" y="2145"/>
                  </a:cubicBezTo>
                  <a:lnTo>
                    <a:pt x="4068" y="2145"/>
                  </a:lnTo>
                  <a:cubicBezTo>
                    <a:pt x="4193" y="2145"/>
                    <a:pt x="4307" y="2030"/>
                    <a:pt x="4307" y="1905"/>
                  </a:cubicBezTo>
                  <a:lnTo>
                    <a:pt x="4307" y="920"/>
                  </a:lnTo>
                  <a:cubicBezTo>
                    <a:pt x="4298" y="642"/>
                    <a:pt x="4145" y="393"/>
                    <a:pt x="3896" y="278"/>
                  </a:cubicBezTo>
                  <a:lnTo>
                    <a:pt x="3350" y="1"/>
                  </a:lnTo>
                  <a:cubicBezTo>
                    <a:pt x="3068" y="436"/>
                    <a:pt x="2609" y="654"/>
                    <a:pt x="2148" y="654"/>
                  </a:cubicBezTo>
                  <a:cubicBezTo>
                    <a:pt x="1688" y="654"/>
                    <a:pt x="1226" y="436"/>
                    <a:pt x="939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6"/>
            <p:cNvSpPr/>
            <p:nvPr/>
          </p:nvSpPr>
          <p:spPr>
            <a:xfrm>
              <a:off x="3130629" y="2174106"/>
              <a:ext cx="75419" cy="61711"/>
            </a:xfrm>
            <a:custGeom>
              <a:avLst/>
              <a:gdLst/>
              <a:ahLst/>
              <a:cxnLst/>
              <a:rect l="l" t="t" r="r" b="b"/>
              <a:pathLst>
                <a:path w="2872" h="2350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14" y="302"/>
                    <a:pt x="699" y="445"/>
                    <a:pt x="565" y="570"/>
                  </a:cubicBezTo>
                  <a:cubicBezTo>
                    <a:pt x="440" y="684"/>
                    <a:pt x="297" y="780"/>
                    <a:pt x="144" y="857"/>
                  </a:cubicBezTo>
                  <a:cubicBezTo>
                    <a:pt x="48" y="905"/>
                    <a:pt x="0" y="1000"/>
                    <a:pt x="19" y="1106"/>
                  </a:cubicBezTo>
                  <a:cubicBezTo>
                    <a:pt x="105" y="1814"/>
                    <a:pt x="718" y="2350"/>
                    <a:pt x="1436" y="2350"/>
                  </a:cubicBezTo>
                  <a:cubicBezTo>
                    <a:pt x="2182" y="2350"/>
                    <a:pt x="2804" y="1775"/>
                    <a:pt x="2871" y="1029"/>
                  </a:cubicBezTo>
                  <a:cubicBezTo>
                    <a:pt x="2871" y="96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6"/>
            <p:cNvSpPr/>
            <p:nvPr/>
          </p:nvSpPr>
          <p:spPr>
            <a:xfrm>
              <a:off x="3130629" y="2174106"/>
              <a:ext cx="75419" cy="61212"/>
            </a:xfrm>
            <a:custGeom>
              <a:avLst/>
              <a:gdLst/>
              <a:ahLst/>
              <a:cxnLst/>
              <a:rect l="l" t="t" r="r" b="b"/>
              <a:pathLst>
                <a:path w="2872" h="2331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33" y="254"/>
                    <a:pt x="766" y="359"/>
                    <a:pt x="670" y="455"/>
                  </a:cubicBezTo>
                  <a:cubicBezTo>
                    <a:pt x="641" y="493"/>
                    <a:pt x="603" y="531"/>
                    <a:pt x="565" y="570"/>
                  </a:cubicBezTo>
                  <a:cubicBezTo>
                    <a:pt x="440" y="675"/>
                    <a:pt x="297" y="771"/>
                    <a:pt x="144" y="857"/>
                  </a:cubicBezTo>
                  <a:cubicBezTo>
                    <a:pt x="48" y="895"/>
                    <a:pt x="0" y="1000"/>
                    <a:pt x="10" y="1106"/>
                  </a:cubicBezTo>
                  <a:cubicBezTo>
                    <a:pt x="96" y="1728"/>
                    <a:pt x="584" y="2235"/>
                    <a:pt x="1215" y="2331"/>
                  </a:cubicBezTo>
                  <a:cubicBezTo>
                    <a:pt x="890" y="2130"/>
                    <a:pt x="699" y="1775"/>
                    <a:pt x="718" y="1393"/>
                  </a:cubicBezTo>
                  <a:lnTo>
                    <a:pt x="718" y="1048"/>
                  </a:lnTo>
                  <a:cubicBezTo>
                    <a:pt x="775" y="1010"/>
                    <a:pt x="823" y="972"/>
                    <a:pt x="881" y="924"/>
                  </a:cubicBezTo>
                  <a:cubicBezTo>
                    <a:pt x="1014" y="809"/>
                    <a:pt x="1129" y="665"/>
                    <a:pt x="1225" y="522"/>
                  </a:cubicBezTo>
                  <a:cubicBezTo>
                    <a:pt x="1684" y="665"/>
                    <a:pt x="2106" y="895"/>
                    <a:pt x="2469" y="1201"/>
                  </a:cubicBezTo>
                  <a:cubicBezTo>
                    <a:pt x="2517" y="1240"/>
                    <a:pt x="2632" y="1345"/>
                    <a:pt x="2756" y="1460"/>
                  </a:cubicBezTo>
                  <a:cubicBezTo>
                    <a:pt x="2814" y="1326"/>
                    <a:pt x="2852" y="1182"/>
                    <a:pt x="2862" y="1029"/>
                  </a:cubicBezTo>
                  <a:cubicBezTo>
                    <a:pt x="2871" y="95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6"/>
            <p:cNvSpPr/>
            <p:nvPr/>
          </p:nvSpPr>
          <p:spPr>
            <a:xfrm>
              <a:off x="3111775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153" y="1"/>
                  </a:moveTo>
                  <a:cubicBezTo>
                    <a:pt x="58" y="125"/>
                    <a:pt x="0" y="279"/>
                    <a:pt x="0" y="432"/>
                  </a:cubicBezTo>
                  <a:lnTo>
                    <a:pt x="0" y="1417"/>
                  </a:lnTo>
                  <a:cubicBezTo>
                    <a:pt x="0" y="1551"/>
                    <a:pt x="115" y="1657"/>
                    <a:pt x="240" y="1657"/>
                  </a:cubicBezTo>
                  <a:lnTo>
                    <a:pt x="957" y="1657"/>
                  </a:lnTo>
                  <a:lnTo>
                    <a:pt x="957" y="881"/>
                  </a:lnTo>
                  <a:cubicBezTo>
                    <a:pt x="957" y="738"/>
                    <a:pt x="890" y="594"/>
                    <a:pt x="785" y="508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6"/>
            <p:cNvSpPr/>
            <p:nvPr/>
          </p:nvSpPr>
          <p:spPr>
            <a:xfrm>
              <a:off x="3199720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814" y="1"/>
                  </a:moveTo>
                  <a:lnTo>
                    <a:pt x="183" y="508"/>
                  </a:lnTo>
                  <a:cubicBezTo>
                    <a:pt x="68" y="594"/>
                    <a:pt x="1" y="738"/>
                    <a:pt x="1" y="881"/>
                  </a:cubicBezTo>
                  <a:lnTo>
                    <a:pt x="1" y="1657"/>
                  </a:lnTo>
                  <a:lnTo>
                    <a:pt x="719" y="1657"/>
                  </a:lnTo>
                  <a:cubicBezTo>
                    <a:pt x="853" y="1657"/>
                    <a:pt x="958" y="1551"/>
                    <a:pt x="958" y="1417"/>
                  </a:cubicBezTo>
                  <a:lnTo>
                    <a:pt x="958" y="432"/>
                  </a:lnTo>
                  <a:cubicBezTo>
                    <a:pt x="958" y="279"/>
                    <a:pt x="900" y="125"/>
                    <a:pt x="814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6"/>
            <p:cNvSpPr/>
            <p:nvPr/>
          </p:nvSpPr>
          <p:spPr>
            <a:xfrm>
              <a:off x="3325636" y="2149343"/>
              <a:ext cx="30934" cy="67882"/>
            </a:xfrm>
            <a:custGeom>
              <a:avLst/>
              <a:gdLst/>
              <a:ahLst/>
              <a:cxnLst/>
              <a:rect l="l" t="t" r="r" b="b"/>
              <a:pathLst>
                <a:path w="1178" h="2585" extrusionOk="0">
                  <a:moveTo>
                    <a:pt x="699" y="1"/>
                  </a:moveTo>
                  <a:cubicBezTo>
                    <a:pt x="316" y="1"/>
                    <a:pt x="1" y="316"/>
                    <a:pt x="1" y="699"/>
                  </a:cubicBezTo>
                  <a:lnTo>
                    <a:pt x="1" y="862"/>
                  </a:lnTo>
                  <a:cubicBezTo>
                    <a:pt x="1" y="1063"/>
                    <a:pt x="29" y="1273"/>
                    <a:pt x="96" y="1465"/>
                  </a:cubicBezTo>
                  <a:lnTo>
                    <a:pt x="470" y="2585"/>
                  </a:lnTo>
                  <a:lnTo>
                    <a:pt x="1178" y="2585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6"/>
            <p:cNvSpPr/>
            <p:nvPr/>
          </p:nvSpPr>
          <p:spPr>
            <a:xfrm>
              <a:off x="3337952" y="2143067"/>
              <a:ext cx="73922" cy="73896"/>
            </a:xfrm>
            <a:custGeom>
              <a:avLst/>
              <a:gdLst/>
              <a:ahLst/>
              <a:cxnLst/>
              <a:rect l="l" t="t" r="r" b="b"/>
              <a:pathLst>
                <a:path w="2815" h="2814" extrusionOk="0">
                  <a:moveTo>
                    <a:pt x="709" y="0"/>
                  </a:moveTo>
                  <a:cubicBezTo>
                    <a:pt x="316" y="0"/>
                    <a:pt x="1" y="316"/>
                    <a:pt x="1" y="708"/>
                  </a:cubicBezTo>
                  <a:cubicBezTo>
                    <a:pt x="1" y="967"/>
                    <a:pt x="211" y="1177"/>
                    <a:pt x="469" y="1177"/>
                  </a:cubicBezTo>
                  <a:lnTo>
                    <a:pt x="2345" y="2814"/>
                  </a:lnTo>
                  <a:lnTo>
                    <a:pt x="2747" y="1426"/>
                  </a:lnTo>
                  <a:cubicBezTo>
                    <a:pt x="2795" y="1254"/>
                    <a:pt x="2814" y="1082"/>
                    <a:pt x="2814" y="909"/>
                  </a:cubicBezTo>
                  <a:lnTo>
                    <a:pt x="2814" y="469"/>
                  </a:lnTo>
                  <a:cubicBezTo>
                    <a:pt x="2814" y="211"/>
                    <a:pt x="2604" y="0"/>
                    <a:pt x="2345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6"/>
            <p:cNvSpPr/>
            <p:nvPr/>
          </p:nvSpPr>
          <p:spPr>
            <a:xfrm>
              <a:off x="3350268" y="2235554"/>
              <a:ext cx="36974" cy="27153"/>
            </a:xfrm>
            <a:custGeom>
              <a:avLst/>
              <a:gdLst/>
              <a:ahLst/>
              <a:cxnLst/>
              <a:rect l="l" t="t" r="r" b="b"/>
              <a:pathLst>
                <a:path w="1408" h="1034" extrusionOk="0">
                  <a:moveTo>
                    <a:pt x="0" y="0"/>
                  </a:moveTo>
                  <a:lnTo>
                    <a:pt x="0" y="1034"/>
                  </a:lnTo>
                  <a:lnTo>
                    <a:pt x="1407" y="1034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6"/>
            <p:cNvSpPr/>
            <p:nvPr/>
          </p:nvSpPr>
          <p:spPr>
            <a:xfrm>
              <a:off x="3350268" y="2235554"/>
              <a:ext cx="36974" cy="14916"/>
            </a:xfrm>
            <a:custGeom>
              <a:avLst/>
              <a:gdLst/>
              <a:ahLst/>
              <a:cxnLst/>
              <a:rect l="l" t="t" r="r" b="b"/>
              <a:pathLst>
                <a:path w="1408" h="568" extrusionOk="0">
                  <a:moveTo>
                    <a:pt x="0" y="0"/>
                  </a:moveTo>
                  <a:lnTo>
                    <a:pt x="0" y="431"/>
                  </a:lnTo>
                  <a:cubicBezTo>
                    <a:pt x="225" y="522"/>
                    <a:pt x="465" y="567"/>
                    <a:pt x="704" y="567"/>
                  </a:cubicBezTo>
                  <a:cubicBezTo>
                    <a:pt x="943" y="567"/>
                    <a:pt x="1182" y="522"/>
                    <a:pt x="1407" y="431"/>
                  </a:cubicBezTo>
                  <a:lnTo>
                    <a:pt x="1407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6"/>
            <p:cNvSpPr/>
            <p:nvPr/>
          </p:nvSpPr>
          <p:spPr>
            <a:xfrm>
              <a:off x="3307044" y="2250365"/>
              <a:ext cx="123658" cy="62367"/>
            </a:xfrm>
            <a:custGeom>
              <a:avLst/>
              <a:gdLst/>
              <a:ahLst/>
              <a:cxnLst/>
              <a:rect l="l" t="t" r="r" b="b"/>
              <a:pathLst>
                <a:path w="4709" h="2375" extrusionOk="0">
                  <a:moveTo>
                    <a:pt x="1646" y="1"/>
                  </a:moveTo>
                  <a:lnTo>
                    <a:pt x="517" y="326"/>
                  </a:lnTo>
                  <a:cubicBezTo>
                    <a:pt x="211" y="412"/>
                    <a:pt x="0" y="690"/>
                    <a:pt x="0" y="1006"/>
                  </a:cubicBezTo>
                  <a:lnTo>
                    <a:pt x="0" y="2135"/>
                  </a:lnTo>
                  <a:cubicBezTo>
                    <a:pt x="0" y="2269"/>
                    <a:pt x="115" y="2374"/>
                    <a:pt x="240" y="2374"/>
                  </a:cubicBezTo>
                  <a:lnTo>
                    <a:pt x="4470" y="2374"/>
                  </a:lnTo>
                  <a:cubicBezTo>
                    <a:pt x="4594" y="2374"/>
                    <a:pt x="4709" y="2269"/>
                    <a:pt x="4709" y="2135"/>
                  </a:cubicBezTo>
                  <a:lnTo>
                    <a:pt x="4709" y="1006"/>
                  </a:lnTo>
                  <a:cubicBezTo>
                    <a:pt x="4709" y="690"/>
                    <a:pt x="4489" y="412"/>
                    <a:pt x="4183" y="326"/>
                  </a:cubicBezTo>
                  <a:lnTo>
                    <a:pt x="3053" y="1"/>
                  </a:lnTo>
                  <a:lnTo>
                    <a:pt x="2355" y="470"/>
                  </a:lnTo>
                  <a:lnTo>
                    <a:pt x="1646" y="1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6"/>
            <p:cNvSpPr/>
            <p:nvPr/>
          </p:nvSpPr>
          <p:spPr>
            <a:xfrm>
              <a:off x="3362584" y="2262681"/>
              <a:ext cx="12342" cy="49789"/>
            </a:xfrm>
            <a:custGeom>
              <a:avLst/>
              <a:gdLst/>
              <a:ahLst/>
              <a:cxnLst/>
              <a:rect l="l" t="t" r="r" b="b"/>
              <a:pathLst>
                <a:path w="470" h="1896" extrusionOk="0">
                  <a:moveTo>
                    <a:pt x="115" y="1"/>
                  </a:moveTo>
                  <a:lnTo>
                    <a:pt x="0" y="1896"/>
                  </a:lnTo>
                  <a:lnTo>
                    <a:pt x="469" y="1896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6"/>
            <p:cNvSpPr/>
            <p:nvPr/>
          </p:nvSpPr>
          <p:spPr>
            <a:xfrm>
              <a:off x="3331676" y="2173948"/>
              <a:ext cx="74158" cy="67646"/>
            </a:xfrm>
            <a:custGeom>
              <a:avLst/>
              <a:gdLst/>
              <a:ahLst/>
              <a:cxnLst/>
              <a:rect l="l" t="t" r="r" b="b"/>
              <a:pathLst>
                <a:path w="2824" h="2576" extrusionOk="0">
                  <a:moveTo>
                    <a:pt x="878" y="0"/>
                  </a:moveTo>
                  <a:cubicBezTo>
                    <a:pt x="764" y="0"/>
                    <a:pt x="653" y="48"/>
                    <a:pt x="565" y="135"/>
                  </a:cubicBezTo>
                  <a:lnTo>
                    <a:pt x="144" y="556"/>
                  </a:lnTo>
                  <a:cubicBezTo>
                    <a:pt x="58" y="652"/>
                    <a:pt x="0" y="767"/>
                    <a:pt x="0" y="891"/>
                  </a:cubicBezTo>
                  <a:lnTo>
                    <a:pt x="0" y="1169"/>
                  </a:lnTo>
                  <a:cubicBezTo>
                    <a:pt x="0" y="1944"/>
                    <a:pt x="632" y="2576"/>
                    <a:pt x="1417" y="2576"/>
                  </a:cubicBezTo>
                  <a:cubicBezTo>
                    <a:pt x="2192" y="2576"/>
                    <a:pt x="2824" y="1944"/>
                    <a:pt x="2824" y="1169"/>
                  </a:cubicBezTo>
                  <a:lnTo>
                    <a:pt x="2824" y="872"/>
                  </a:lnTo>
                  <a:cubicBezTo>
                    <a:pt x="2824" y="738"/>
                    <a:pt x="2776" y="623"/>
                    <a:pt x="2690" y="537"/>
                  </a:cubicBezTo>
                  <a:cubicBezTo>
                    <a:pt x="2326" y="183"/>
                    <a:pt x="1656" y="21"/>
                    <a:pt x="909" y="1"/>
                  </a:cubicBezTo>
                  <a:cubicBezTo>
                    <a:pt x="899" y="1"/>
                    <a:pt x="889" y="0"/>
                    <a:pt x="878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6"/>
            <p:cNvSpPr/>
            <p:nvPr/>
          </p:nvSpPr>
          <p:spPr>
            <a:xfrm>
              <a:off x="3331676" y="2173975"/>
              <a:ext cx="73896" cy="66123"/>
            </a:xfrm>
            <a:custGeom>
              <a:avLst/>
              <a:gdLst/>
              <a:ahLst/>
              <a:cxnLst/>
              <a:rect l="l" t="t" r="r" b="b"/>
              <a:pathLst>
                <a:path w="2814" h="2518" extrusionOk="0">
                  <a:moveTo>
                    <a:pt x="909" y="0"/>
                  </a:moveTo>
                  <a:cubicBezTo>
                    <a:pt x="785" y="0"/>
                    <a:pt x="661" y="48"/>
                    <a:pt x="565" y="134"/>
                  </a:cubicBezTo>
                  <a:lnTo>
                    <a:pt x="144" y="565"/>
                  </a:lnTo>
                  <a:cubicBezTo>
                    <a:pt x="58" y="651"/>
                    <a:pt x="0" y="766"/>
                    <a:pt x="0" y="890"/>
                  </a:cubicBezTo>
                  <a:lnTo>
                    <a:pt x="0" y="1168"/>
                  </a:lnTo>
                  <a:cubicBezTo>
                    <a:pt x="0" y="1800"/>
                    <a:pt x="421" y="2345"/>
                    <a:pt x="1024" y="2517"/>
                  </a:cubicBezTo>
                  <a:cubicBezTo>
                    <a:pt x="823" y="2269"/>
                    <a:pt x="708" y="1962"/>
                    <a:pt x="708" y="1637"/>
                  </a:cubicBezTo>
                  <a:lnTo>
                    <a:pt x="708" y="957"/>
                  </a:lnTo>
                  <a:cubicBezTo>
                    <a:pt x="708" y="692"/>
                    <a:pt x="919" y="487"/>
                    <a:pt x="1172" y="487"/>
                  </a:cubicBezTo>
                  <a:cubicBezTo>
                    <a:pt x="1184" y="487"/>
                    <a:pt x="1195" y="488"/>
                    <a:pt x="1206" y="489"/>
                  </a:cubicBezTo>
                  <a:cubicBezTo>
                    <a:pt x="1685" y="517"/>
                    <a:pt x="2383" y="594"/>
                    <a:pt x="2814" y="804"/>
                  </a:cubicBezTo>
                  <a:cubicBezTo>
                    <a:pt x="2804" y="699"/>
                    <a:pt x="2757" y="613"/>
                    <a:pt x="2690" y="536"/>
                  </a:cubicBezTo>
                  <a:cubicBezTo>
                    <a:pt x="2326" y="182"/>
                    <a:pt x="1656" y="20"/>
                    <a:pt x="909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6"/>
            <p:cNvSpPr/>
            <p:nvPr/>
          </p:nvSpPr>
          <p:spPr>
            <a:xfrm>
              <a:off x="3307281" y="2266200"/>
              <a:ext cx="24921" cy="46533"/>
            </a:xfrm>
            <a:custGeom>
              <a:avLst/>
              <a:gdLst/>
              <a:ahLst/>
              <a:cxnLst/>
              <a:rect l="l" t="t" r="r" b="b"/>
              <a:pathLst>
                <a:path w="949" h="1772" extrusionOk="0">
                  <a:moveTo>
                    <a:pt x="125" y="1"/>
                  </a:moveTo>
                  <a:cubicBezTo>
                    <a:pt x="49" y="125"/>
                    <a:pt x="1" y="259"/>
                    <a:pt x="1" y="403"/>
                  </a:cubicBezTo>
                  <a:lnTo>
                    <a:pt x="1" y="1532"/>
                  </a:lnTo>
                  <a:cubicBezTo>
                    <a:pt x="1" y="1666"/>
                    <a:pt x="106" y="1771"/>
                    <a:pt x="240" y="1771"/>
                  </a:cubicBezTo>
                  <a:lnTo>
                    <a:pt x="948" y="1771"/>
                  </a:lnTo>
                  <a:lnTo>
                    <a:pt x="948" y="1101"/>
                  </a:lnTo>
                  <a:lnTo>
                    <a:pt x="929" y="1101"/>
                  </a:lnTo>
                  <a:cubicBezTo>
                    <a:pt x="929" y="910"/>
                    <a:pt x="862" y="738"/>
                    <a:pt x="728" y="604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6"/>
            <p:cNvSpPr/>
            <p:nvPr/>
          </p:nvSpPr>
          <p:spPr>
            <a:xfrm>
              <a:off x="3405545" y="2266200"/>
              <a:ext cx="24658" cy="46533"/>
            </a:xfrm>
            <a:custGeom>
              <a:avLst/>
              <a:gdLst/>
              <a:ahLst/>
              <a:cxnLst/>
              <a:rect l="l" t="t" r="r" b="b"/>
              <a:pathLst>
                <a:path w="939" h="1772" extrusionOk="0">
                  <a:moveTo>
                    <a:pt x="814" y="1"/>
                  </a:moveTo>
                  <a:lnTo>
                    <a:pt x="211" y="604"/>
                  </a:lnTo>
                  <a:cubicBezTo>
                    <a:pt x="78" y="738"/>
                    <a:pt x="11" y="910"/>
                    <a:pt x="11" y="1101"/>
                  </a:cubicBezTo>
                  <a:lnTo>
                    <a:pt x="1" y="1101"/>
                  </a:lnTo>
                  <a:lnTo>
                    <a:pt x="1" y="1771"/>
                  </a:lnTo>
                  <a:lnTo>
                    <a:pt x="700" y="1771"/>
                  </a:lnTo>
                  <a:cubicBezTo>
                    <a:pt x="834" y="1771"/>
                    <a:pt x="939" y="1666"/>
                    <a:pt x="939" y="1532"/>
                  </a:cubicBezTo>
                  <a:lnTo>
                    <a:pt x="939" y="403"/>
                  </a:lnTo>
                  <a:cubicBezTo>
                    <a:pt x="939" y="259"/>
                    <a:pt x="891" y="125"/>
                    <a:pt x="814" y="1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6"/>
            <p:cNvSpPr/>
            <p:nvPr/>
          </p:nvSpPr>
          <p:spPr>
            <a:xfrm>
              <a:off x="3362584" y="2262681"/>
              <a:ext cx="12342" cy="12342"/>
            </a:xfrm>
            <a:custGeom>
              <a:avLst/>
              <a:gdLst/>
              <a:ahLst/>
              <a:cxnLst/>
              <a:rect l="l" t="t" r="r" b="b"/>
              <a:pathLst>
                <a:path w="470" h="470" extrusionOk="0">
                  <a:moveTo>
                    <a:pt x="0" y="1"/>
                  </a:moveTo>
                  <a:lnTo>
                    <a:pt x="0" y="374"/>
                  </a:lnTo>
                  <a:cubicBezTo>
                    <a:pt x="0" y="431"/>
                    <a:pt x="39" y="470"/>
                    <a:pt x="96" y="470"/>
                  </a:cubicBezTo>
                  <a:lnTo>
                    <a:pt x="374" y="470"/>
                  </a:lnTo>
                  <a:cubicBezTo>
                    <a:pt x="422" y="470"/>
                    <a:pt x="469" y="431"/>
                    <a:pt x="469" y="374"/>
                  </a:cubicBezTo>
                  <a:lnTo>
                    <a:pt x="469" y="1"/>
                  </a:lnTo>
                  <a:close/>
                </a:path>
              </a:pathLst>
            </a:custGeom>
            <a:solidFill>
              <a:srgbClr val="4760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6"/>
            <p:cNvSpPr/>
            <p:nvPr/>
          </p:nvSpPr>
          <p:spPr>
            <a:xfrm>
              <a:off x="3343493" y="2245481"/>
              <a:ext cx="25393" cy="25971"/>
            </a:xfrm>
            <a:custGeom>
              <a:avLst/>
              <a:gdLst/>
              <a:ahLst/>
              <a:cxnLst/>
              <a:rect l="l" t="t" r="r" b="b"/>
              <a:pathLst>
                <a:path w="967" h="989" extrusionOk="0">
                  <a:moveTo>
                    <a:pt x="221" y="0"/>
                  </a:moveTo>
                  <a:cubicBezTo>
                    <a:pt x="190" y="0"/>
                    <a:pt x="160" y="15"/>
                    <a:pt x="144" y="43"/>
                  </a:cubicBezTo>
                  <a:lnTo>
                    <a:pt x="0" y="263"/>
                  </a:lnTo>
                  <a:lnTo>
                    <a:pt x="354" y="914"/>
                  </a:lnTo>
                  <a:cubicBezTo>
                    <a:pt x="378" y="963"/>
                    <a:pt x="430" y="988"/>
                    <a:pt x="481" y="988"/>
                  </a:cubicBezTo>
                  <a:cubicBezTo>
                    <a:pt x="510" y="988"/>
                    <a:pt x="540" y="980"/>
                    <a:pt x="565" y="962"/>
                  </a:cubicBezTo>
                  <a:lnTo>
                    <a:pt x="967" y="656"/>
                  </a:lnTo>
                  <a:lnTo>
                    <a:pt x="287" y="24"/>
                  </a:lnTo>
                  <a:cubicBezTo>
                    <a:pt x="267" y="8"/>
                    <a:pt x="244" y="0"/>
                    <a:pt x="221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6"/>
            <p:cNvSpPr/>
            <p:nvPr/>
          </p:nvSpPr>
          <p:spPr>
            <a:xfrm>
              <a:off x="3368860" y="2245559"/>
              <a:ext cx="25420" cy="26076"/>
            </a:xfrm>
            <a:custGeom>
              <a:avLst/>
              <a:gdLst/>
              <a:ahLst/>
              <a:cxnLst/>
              <a:rect l="l" t="t" r="r" b="b"/>
              <a:pathLst>
                <a:path w="968" h="993" extrusionOk="0">
                  <a:moveTo>
                    <a:pt x="748" y="0"/>
                  </a:moveTo>
                  <a:cubicBezTo>
                    <a:pt x="725" y="0"/>
                    <a:pt x="701" y="10"/>
                    <a:pt x="680" y="31"/>
                  </a:cubicBezTo>
                  <a:lnTo>
                    <a:pt x="1" y="653"/>
                  </a:lnTo>
                  <a:lnTo>
                    <a:pt x="393" y="959"/>
                  </a:lnTo>
                  <a:cubicBezTo>
                    <a:pt x="419" y="982"/>
                    <a:pt x="452" y="992"/>
                    <a:pt x="484" y="992"/>
                  </a:cubicBezTo>
                  <a:cubicBezTo>
                    <a:pt x="534" y="992"/>
                    <a:pt x="584" y="967"/>
                    <a:pt x="613" y="921"/>
                  </a:cubicBezTo>
                  <a:lnTo>
                    <a:pt x="967" y="260"/>
                  </a:lnTo>
                  <a:lnTo>
                    <a:pt x="824" y="50"/>
                  </a:lnTo>
                  <a:cubicBezTo>
                    <a:pt x="807" y="17"/>
                    <a:pt x="779" y="0"/>
                    <a:pt x="748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6"/>
            <p:cNvSpPr/>
            <p:nvPr/>
          </p:nvSpPr>
          <p:spPr>
            <a:xfrm>
              <a:off x="3163297" y="1993516"/>
              <a:ext cx="174419" cy="150233"/>
            </a:xfrm>
            <a:custGeom>
              <a:avLst/>
              <a:gdLst/>
              <a:ahLst/>
              <a:cxnLst/>
              <a:rect l="l" t="t" r="r" b="b"/>
              <a:pathLst>
                <a:path w="6642" h="5721" extrusionOk="0">
                  <a:moveTo>
                    <a:pt x="584" y="1"/>
                  </a:moveTo>
                  <a:cubicBezTo>
                    <a:pt x="259" y="1"/>
                    <a:pt x="0" y="259"/>
                    <a:pt x="0" y="585"/>
                  </a:cubicBezTo>
                  <a:lnTo>
                    <a:pt x="0" y="3714"/>
                  </a:lnTo>
                  <a:cubicBezTo>
                    <a:pt x="0" y="4040"/>
                    <a:pt x="259" y="4298"/>
                    <a:pt x="584" y="4298"/>
                  </a:cubicBezTo>
                  <a:lnTo>
                    <a:pt x="2737" y="4298"/>
                  </a:lnTo>
                  <a:lnTo>
                    <a:pt x="2412" y="5600"/>
                  </a:lnTo>
                  <a:cubicBezTo>
                    <a:pt x="2397" y="5666"/>
                    <a:pt x="2450" y="5721"/>
                    <a:pt x="2511" y="5721"/>
                  </a:cubicBezTo>
                  <a:cubicBezTo>
                    <a:pt x="2529" y="5721"/>
                    <a:pt x="2547" y="5716"/>
                    <a:pt x="2565" y="5705"/>
                  </a:cubicBezTo>
                  <a:lnTo>
                    <a:pt x="4489" y="4298"/>
                  </a:lnTo>
                  <a:lnTo>
                    <a:pt x="6049" y="4298"/>
                  </a:lnTo>
                  <a:cubicBezTo>
                    <a:pt x="6374" y="4288"/>
                    <a:pt x="6642" y="4030"/>
                    <a:pt x="6642" y="3705"/>
                  </a:cubicBezTo>
                  <a:lnTo>
                    <a:pt x="6642" y="585"/>
                  </a:lnTo>
                  <a:cubicBezTo>
                    <a:pt x="6642" y="259"/>
                    <a:pt x="6384" y="1"/>
                    <a:pt x="6058" y="1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6"/>
            <p:cNvSpPr/>
            <p:nvPr/>
          </p:nvSpPr>
          <p:spPr>
            <a:xfrm>
              <a:off x="3192446" y="2019172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3" y="393"/>
                  </a:lnTo>
                  <a:cubicBezTo>
                    <a:pt x="1101" y="393"/>
                    <a:pt x="1101" y="0"/>
                    <a:pt x="843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6"/>
            <p:cNvSpPr/>
            <p:nvPr/>
          </p:nvSpPr>
          <p:spPr>
            <a:xfrm>
              <a:off x="3228133" y="2019172"/>
              <a:ext cx="80434" cy="10320"/>
            </a:xfrm>
            <a:custGeom>
              <a:avLst/>
              <a:gdLst/>
              <a:ahLst/>
              <a:cxnLst/>
              <a:rect l="l" t="t" r="r" b="b"/>
              <a:pathLst>
                <a:path w="3063" h="393" extrusionOk="0">
                  <a:moveTo>
                    <a:pt x="268" y="0"/>
                  </a:moveTo>
                  <a:cubicBezTo>
                    <a:pt x="0" y="0"/>
                    <a:pt x="0" y="393"/>
                    <a:pt x="268" y="393"/>
                  </a:cubicBezTo>
                  <a:lnTo>
                    <a:pt x="2804" y="393"/>
                  </a:lnTo>
                  <a:cubicBezTo>
                    <a:pt x="3063" y="393"/>
                    <a:pt x="3063" y="0"/>
                    <a:pt x="280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6"/>
            <p:cNvSpPr/>
            <p:nvPr/>
          </p:nvSpPr>
          <p:spPr>
            <a:xfrm>
              <a:off x="3192183" y="2044802"/>
              <a:ext cx="116384" cy="10320"/>
            </a:xfrm>
            <a:custGeom>
              <a:avLst/>
              <a:gdLst/>
              <a:ahLst/>
              <a:cxnLst/>
              <a:rect l="l" t="t" r="r" b="b"/>
              <a:pathLst>
                <a:path w="4432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4173" y="393"/>
                  </a:lnTo>
                  <a:cubicBezTo>
                    <a:pt x="4432" y="393"/>
                    <a:pt x="4432" y="0"/>
                    <a:pt x="4173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6"/>
            <p:cNvSpPr/>
            <p:nvPr/>
          </p:nvSpPr>
          <p:spPr>
            <a:xfrm>
              <a:off x="3192183" y="2070431"/>
              <a:ext cx="80461" cy="10320"/>
            </a:xfrm>
            <a:custGeom>
              <a:avLst/>
              <a:gdLst/>
              <a:ahLst/>
              <a:cxnLst/>
              <a:rect l="l" t="t" r="r" b="b"/>
              <a:pathLst>
                <a:path w="3064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2805" y="393"/>
                  </a:lnTo>
                  <a:cubicBezTo>
                    <a:pt x="3063" y="393"/>
                    <a:pt x="3063" y="0"/>
                    <a:pt x="280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6"/>
            <p:cNvSpPr/>
            <p:nvPr/>
          </p:nvSpPr>
          <p:spPr>
            <a:xfrm>
              <a:off x="3279655" y="2070431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2" y="393"/>
                  </a:lnTo>
                  <a:cubicBezTo>
                    <a:pt x="1101" y="393"/>
                    <a:pt x="1101" y="0"/>
                    <a:pt x="842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4" name="Google Shape;1824;p6"/>
          <p:cNvSpPr txBox="1"/>
          <p:nvPr/>
        </p:nvSpPr>
        <p:spPr>
          <a:xfrm>
            <a:off x="6831075" y="1127575"/>
            <a:ext cx="2330700" cy="1286700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6. Посмотрите на свой «реестр ежуп» — </a:t>
            </a: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список открытых вопросов по проекту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Определите, как вы сможете найти ответы на эти вопросы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5" name="Google Shape;1825;p6"/>
          <p:cNvSpPr txBox="1"/>
          <p:nvPr/>
        </p:nvSpPr>
        <p:spPr>
          <a:xfrm>
            <a:off x="6839925" y="2792100"/>
            <a:ext cx="2313000" cy="1093200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7. Составьте приблизительный </a:t>
            </a: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план проблемного интервью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которое будете проводить со своими пользователями.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6" name="Google Shape;1826;p6"/>
          <p:cNvSpPr txBox="1">
            <a:spLocks noGrp="1"/>
          </p:cNvSpPr>
          <p:nvPr>
            <p:ph type="title" idx="2"/>
          </p:nvPr>
        </p:nvSpPr>
        <p:spPr>
          <a:xfrm>
            <a:off x="6831075" y="618575"/>
            <a:ext cx="23307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1300">
                <a:solidFill>
                  <a:schemeClr val="accent1"/>
                </a:solidFill>
              </a:rPr>
              <a:t>Открытые </a:t>
            </a:r>
            <a:br>
              <a:rPr lang="en" sz="1300">
                <a:solidFill>
                  <a:schemeClr val="accent1"/>
                </a:solidFill>
              </a:rPr>
            </a:br>
            <a:r>
              <a:rPr lang="en" sz="1300">
                <a:solidFill>
                  <a:schemeClr val="accent1"/>
                </a:solidFill>
              </a:rPr>
              <a:t>вопросы по проекту</a:t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1827" name="Google Shape;1827;p6"/>
          <p:cNvSpPr txBox="1">
            <a:spLocks noGrp="1"/>
          </p:cNvSpPr>
          <p:nvPr>
            <p:ph type="title" idx="2"/>
          </p:nvPr>
        </p:nvSpPr>
        <p:spPr>
          <a:xfrm>
            <a:off x="6831075" y="2287600"/>
            <a:ext cx="23307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1300">
                <a:solidFill>
                  <a:schemeClr val="accent1"/>
                </a:solidFill>
              </a:rPr>
              <a:t>Проблемное интервью</a:t>
            </a:r>
            <a:endParaRPr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7"/>
          <p:cNvSpPr txBox="1">
            <a:spLocks noGrp="1"/>
          </p:cNvSpPr>
          <p:nvPr>
            <p:ph type="title"/>
          </p:nvPr>
        </p:nvSpPr>
        <p:spPr>
          <a:xfrm flipH="1">
            <a:off x="4391275" y="2757650"/>
            <a:ext cx="3494400" cy="17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0"/>
              <a:t>Как увидеть свои пробелы в понимании</a:t>
            </a:r>
            <a:endParaRPr sz="24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1833" name="Google Shape;1833;p7"/>
          <p:cNvSpPr txBox="1">
            <a:spLocks noGrp="1"/>
          </p:cNvSpPr>
          <p:nvPr>
            <p:ph type="title" idx="2"/>
          </p:nvPr>
        </p:nvSpPr>
        <p:spPr>
          <a:xfrm flipH="1">
            <a:off x="5901750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34" name="Google Shape;1834;p7"/>
          <p:cNvSpPr/>
          <p:nvPr/>
        </p:nvSpPr>
        <p:spPr>
          <a:xfrm>
            <a:off x="1777734" y="1361072"/>
            <a:ext cx="78121" cy="81579"/>
          </a:xfrm>
          <a:custGeom>
            <a:avLst/>
            <a:gdLst/>
            <a:ahLst/>
            <a:cxnLst/>
            <a:rect l="l" t="t" r="r" b="b"/>
            <a:pathLst>
              <a:path w="678" h="708" extrusionOk="0">
                <a:moveTo>
                  <a:pt x="324" y="131"/>
                </a:moveTo>
                <a:cubicBezTo>
                  <a:pt x="454" y="131"/>
                  <a:pt x="547" y="231"/>
                  <a:pt x="547" y="354"/>
                </a:cubicBezTo>
                <a:cubicBezTo>
                  <a:pt x="547" y="485"/>
                  <a:pt x="454" y="577"/>
                  <a:pt x="324" y="577"/>
                </a:cubicBezTo>
                <a:cubicBezTo>
                  <a:pt x="231" y="577"/>
                  <a:pt x="132" y="485"/>
                  <a:pt x="101" y="354"/>
                </a:cubicBezTo>
                <a:cubicBezTo>
                  <a:pt x="132" y="231"/>
                  <a:pt x="231" y="131"/>
                  <a:pt x="324" y="131"/>
                </a:cubicBezTo>
                <a:close/>
                <a:moveTo>
                  <a:pt x="324" y="1"/>
                </a:moveTo>
                <a:cubicBezTo>
                  <a:pt x="132" y="1"/>
                  <a:pt x="1" y="162"/>
                  <a:pt x="1" y="354"/>
                </a:cubicBezTo>
                <a:cubicBezTo>
                  <a:pt x="1" y="546"/>
                  <a:pt x="132" y="708"/>
                  <a:pt x="324" y="708"/>
                </a:cubicBezTo>
                <a:cubicBezTo>
                  <a:pt x="516" y="708"/>
                  <a:pt x="677" y="546"/>
                  <a:pt x="677" y="354"/>
                </a:cubicBezTo>
                <a:cubicBezTo>
                  <a:pt x="677" y="162"/>
                  <a:pt x="516" y="1"/>
                  <a:pt x="32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5" name="Google Shape;1835;p7"/>
          <p:cNvGrpSpPr/>
          <p:nvPr/>
        </p:nvGrpSpPr>
        <p:grpSpPr>
          <a:xfrm>
            <a:off x="648775" y="1605959"/>
            <a:ext cx="3742489" cy="3442077"/>
            <a:chOff x="648775" y="1605959"/>
            <a:chExt cx="3742489" cy="3442077"/>
          </a:xfrm>
        </p:grpSpPr>
        <p:sp>
          <p:nvSpPr>
            <p:cNvPr id="1836" name="Google Shape;1836;p7"/>
            <p:cNvSpPr/>
            <p:nvPr/>
          </p:nvSpPr>
          <p:spPr>
            <a:xfrm>
              <a:off x="2109808" y="1605959"/>
              <a:ext cx="15209" cy="66485"/>
            </a:xfrm>
            <a:custGeom>
              <a:avLst/>
              <a:gdLst/>
              <a:ahLst/>
              <a:cxnLst/>
              <a:rect l="l" t="t" r="r" b="b"/>
              <a:pathLst>
                <a:path w="132" h="577" extrusionOk="0">
                  <a:moveTo>
                    <a:pt x="1" y="0"/>
                  </a:moveTo>
                  <a:lnTo>
                    <a:pt x="1" y="577"/>
                  </a:lnTo>
                  <a:lnTo>
                    <a:pt x="132" y="577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7"/>
            <p:cNvSpPr/>
            <p:nvPr/>
          </p:nvSpPr>
          <p:spPr>
            <a:xfrm>
              <a:off x="2080656" y="1631654"/>
              <a:ext cx="70055" cy="14288"/>
            </a:xfrm>
            <a:custGeom>
              <a:avLst/>
              <a:gdLst/>
              <a:ahLst/>
              <a:cxnLst/>
              <a:rect l="l" t="t" r="r" b="b"/>
              <a:pathLst>
                <a:path w="608" h="124" extrusionOk="0">
                  <a:moveTo>
                    <a:pt x="0" y="0"/>
                  </a:moveTo>
                  <a:lnTo>
                    <a:pt x="0" y="123"/>
                  </a:lnTo>
                  <a:lnTo>
                    <a:pt x="607" y="123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7"/>
            <p:cNvSpPr/>
            <p:nvPr/>
          </p:nvSpPr>
          <p:spPr>
            <a:xfrm>
              <a:off x="4076373" y="2164550"/>
              <a:ext cx="128532" cy="96993"/>
            </a:xfrm>
            <a:custGeom>
              <a:avLst/>
              <a:gdLst/>
              <a:ahLst/>
              <a:cxnLst/>
              <a:rect l="l" t="t" r="r" b="b"/>
              <a:pathLst>
                <a:path w="1569" h="1184" extrusionOk="0">
                  <a:moveTo>
                    <a:pt x="700" y="0"/>
                  </a:moveTo>
                  <a:cubicBezTo>
                    <a:pt x="385" y="0"/>
                    <a:pt x="155" y="162"/>
                    <a:pt x="62" y="415"/>
                  </a:cubicBezTo>
                  <a:cubicBezTo>
                    <a:pt x="1" y="707"/>
                    <a:pt x="224" y="1061"/>
                    <a:pt x="639" y="1153"/>
                  </a:cubicBezTo>
                  <a:cubicBezTo>
                    <a:pt x="700" y="1184"/>
                    <a:pt x="800" y="1184"/>
                    <a:pt x="862" y="1184"/>
                  </a:cubicBezTo>
                  <a:cubicBezTo>
                    <a:pt x="1154" y="1184"/>
                    <a:pt x="1407" y="1061"/>
                    <a:pt x="1499" y="799"/>
                  </a:cubicBezTo>
                  <a:cubicBezTo>
                    <a:pt x="1569" y="484"/>
                    <a:pt x="1346" y="162"/>
                    <a:pt x="923" y="31"/>
                  </a:cubicBezTo>
                  <a:cubicBezTo>
                    <a:pt x="862" y="31"/>
                    <a:pt x="769" y="0"/>
                    <a:pt x="7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7"/>
            <p:cNvSpPr/>
            <p:nvPr/>
          </p:nvSpPr>
          <p:spPr>
            <a:xfrm>
              <a:off x="2641218" y="4852250"/>
              <a:ext cx="325043" cy="15210"/>
            </a:xfrm>
            <a:custGeom>
              <a:avLst/>
              <a:gdLst/>
              <a:ahLst/>
              <a:cxnLst/>
              <a:rect l="l" t="t" r="r" b="b"/>
              <a:pathLst>
                <a:path w="2821" h="132" extrusionOk="0">
                  <a:moveTo>
                    <a:pt x="0" y="1"/>
                  </a:moveTo>
                  <a:lnTo>
                    <a:pt x="0" y="131"/>
                  </a:lnTo>
                  <a:lnTo>
                    <a:pt x="2821" y="131"/>
                  </a:lnTo>
                  <a:lnTo>
                    <a:pt x="28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7"/>
            <p:cNvSpPr/>
            <p:nvPr/>
          </p:nvSpPr>
          <p:spPr>
            <a:xfrm>
              <a:off x="912002" y="3118766"/>
              <a:ext cx="10813" cy="47350"/>
            </a:xfrm>
            <a:custGeom>
              <a:avLst/>
              <a:gdLst/>
              <a:ahLst/>
              <a:cxnLst/>
              <a:rect l="l" t="t" r="r" b="b"/>
              <a:pathLst>
                <a:path w="132" h="578" extrusionOk="0">
                  <a:moveTo>
                    <a:pt x="1" y="1"/>
                  </a:moveTo>
                  <a:lnTo>
                    <a:pt x="1" y="577"/>
                  </a:lnTo>
                  <a:lnTo>
                    <a:pt x="132" y="577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7"/>
            <p:cNvSpPr/>
            <p:nvPr/>
          </p:nvSpPr>
          <p:spPr>
            <a:xfrm>
              <a:off x="893815" y="3137690"/>
              <a:ext cx="47268" cy="10158"/>
            </a:xfrm>
            <a:custGeom>
              <a:avLst/>
              <a:gdLst/>
              <a:ahLst/>
              <a:cxnLst/>
              <a:rect l="l" t="t" r="r" b="b"/>
              <a:pathLst>
                <a:path w="577" h="124" extrusionOk="0">
                  <a:moveTo>
                    <a:pt x="0" y="0"/>
                  </a:moveTo>
                  <a:lnTo>
                    <a:pt x="0" y="123"/>
                  </a:lnTo>
                  <a:lnTo>
                    <a:pt x="577" y="123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7"/>
            <p:cNvSpPr/>
            <p:nvPr/>
          </p:nvSpPr>
          <p:spPr>
            <a:xfrm>
              <a:off x="3199960" y="2524179"/>
              <a:ext cx="57426" cy="54886"/>
            </a:xfrm>
            <a:custGeom>
              <a:avLst/>
              <a:gdLst/>
              <a:ahLst/>
              <a:cxnLst/>
              <a:rect l="l" t="t" r="r" b="b"/>
              <a:pathLst>
                <a:path w="701" h="670" extrusionOk="0">
                  <a:moveTo>
                    <a:pt x="346" y="124"/>
                  </a:moveTo>
                  <a:cubicBezTo>
                    <a:pt x="477" y="124"/>
                    <a:pt x="577" y="224"/>
                    <a:pt x="577" y="354"/>
                  </a:cubicBezTo>
                  <a:cubicBezTo>
                    <a:pt x="577" y="447"/>
                    <a:pt x="477" y="546"/>
                    <a:pt x="346" y="546"/>
                  </a:cubicBezTo>
                  <a:cubicBezTo>
                    <a:pt x="224" y="546"/>
                    <a:pt x="124" y="447"/>
                    <a:pt x="124" y="354"/>
                  </a:cubicBezTo>
                  <a:cubicBezTo>
                    <a:pt x="124" y="224"/>
                    <a:pt x="224" y="124"/>
                    <a:pt x="346" y="124"/>
                  </a:cubicBezTo>
                  <a:close/>
                  <a:moveTo>
                    <a:pt x="346" y="1"/>
                  </a:moveTo>
                  <a:cubicBezTo>
                    <a:pt x="154" y="1"/>
                    <a:pt x="1" y="162"/>
                    <a:pt x="1" y="354"/>
                  </a:cubicBezTo>
                  <a:cubicBezTo>
                    <a:pt x="1" y="546"/>
                    <a:pt x="154" y="669"/>
                    <a:pt x="346" y="669"/>
                  </a:cubicBezTo>
                  <a:cubicBezTo>
                    <a:pt x="539" y="669"/>
                    <a:pt x="700" y="546"/>
                    <a:pt x="700" y="354"/>
                  </a:cubicBezTo>
                  <a:cubicBezTo>
                    <a:pt x="700" y="162"/>
                    <a:pt x="539" y="1"/>
                    <a:pt x="346" y="1"/>
                  </a:cubicBezTo>
                  <a:close/>
                </a:path>
              </a:pathLst>
            </a:custGeom>
            <a:solidFill>
              <a:srgbClr val="9DD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7"/>
            <p:cNvSpPr/>
            <p:nvPr/>
          </p:nvSpPr>
          <p:spPr>
            <a:xfrm>
              <a:off x="1162326" y="2561387"/>
              <a:ext cx="77199" cy="80773"/>
            </a:xfrm>
            <a:custGeom>
              <a:avLst/>
              <a:gdLst/>
              <a:ahLst/>
              <a:cxnLst/>
              <a:rect l="l" t="t" r="r" b="b"/>
              <a:pathLst>
                <a:path w="670" h="701" extrusionOk="0">
                  <a:moveTo>
                    <a:pt x="346" y="124"/>
                  </a:moveTo>
                  <a:cubicBezTo>
                    <a:pt x="446" y="124"/>
                    <a:pt x="539" y="224"/>
                    <a:pt x="539" y="354"/>
                  </a:cubicBezTo>
                  <a:cubicBezTo>
                    <a:pt x="539" y="477"/>
                    <a:pt x="446" y="577"/>
                    <a:pt x="346" y="577"/>
                  </a:cubicBezTo>
                  <a:cubicBezTo>
                    <a:pt x="223" y="577"/>
                    <a:pt x="123" y="477"/>
                    <a:pt x="123" y="354"/>
                  </a:cubicBezTo>
                  <a:cubicBezTo>
                    <a:pt x="123" y="224"/>
                    <a:pt x="223" y="124"/>
                    <a:pt x="346" y="124"/>
                  </a:cubicBezTo>
                  <a:close/>
                  <a:moveTo>
                    <a:pt x="346" y="1"/>
                  </a:moveTo>
                  <a:cubicBezTo>
                    <a:pt x="154" y="1"/>
                    <a:pt x="1" y="162"/>
                    <a:pt x="1" y="354"/>
                  </a:cubicBezTo>
                  <a:cubicBezTo>
                    <a:pt x="1" y="546"/>
                    <a:pt x="154" y="700"/>
                    <a:pt x="346" y="700"/>
                  </a:cubicBezTo>
                  <a:cubicBezTo>
                    <a:pt x="539" y="700"/>
                    <a:pt x="669" y="546"/>
                    <a:pt x="669" y="354"/>
                  </a:cubicBezTo>
                  <a:cubicBezTo>
                    <a:pt x="669" y="162"/>
                    <a:pt x="539" y="1"/>
                    <a:pt x="3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7"/>
            <p:cNvSpPr/>
            <p:nvPr/>
          </p:nvSpPr>
          <p:spPr>
            <a:xfrm>
              <a:off x="772063" y="1962631"/>
              <a:ext cx="365831" cy="14288"/>
            </a:xfrm>
            <a:custGeom>
              <a:avLst/>
              <a:gdLst/>
              <a:ahLst/>
              <a:cxnLst/>
              <a:rect l="l" t="t" r="r" b="b"/>
              <a:pathLst>
                <a:path w="3175" h="124" extrusionOk="0">
                  <a:moveTo>
                    <a:pt x="0" y="0"/>
                  </a:moveTo>
                  <a:lnTo>
                    <a:pt x="0" y="123"/>
                  </a:lnTo>
                  <a:lnTo>
                    <a:pt x="3174" y="123"/>
                  </a:lnTo>
                  <a:lnTo>
                    <a:pt x="31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7"/>
            <p:cNvSpPr/>
            <p:nvPr/>
          </p:nvSpPr>
          <p:spPr>
            <a:xfrm>
              <a:off x="1210143" y="2247981"/>
              <a:ext cx="162118" cy="14288"/>
            </a:xfrm>
            <a:custGeom>
              <a:avLst/>
              <a:gdLst/>
              <a:ahLst/>
              <a:cxnLst/>
              <a:rect l="l" t="t" r="r" b="b"/>
              <a:pathLst>
                <a:path w="1407" h="124" extrusionOk="0">
                  <a:moveTo>
                    <a:pt x="1" y="0"/>
                  </a:moveTo>
                  <a:lnTo>
                    <a:pt x="1" y="123"/>
                  </a:lnTo>
                  <a:lnTo>
                    <a:pt x="1407" y="123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7"/>
            <p:cNvSpPr/>
            <p:nvPr/>
          </p:nvSpPr>
          <p:spPr>
            <a:xfrm>
              <a:off x="3409594" y="2162174"/>
              <a:ext cx="94536" cy="10158"/>
            </a:xfrm>
            <a:custGeom>
              <a:avLst/>
              <a:gdLst/>
              <a:ahLst/>
              <a:cxnLst/>
              <a:rect l="l" t="t" r="r" b="b"/>
              <a:pathLst>
                <a:path w="1154" h="124" extrusionOk="0">
                  <a:moveTo>
                    <a:pt x="1" y="1"/>
                  </a:moveTo>
                  <a:lnTo>
                    <a:pt x="1" y="124"/>
                  </a:lnTo>
                  <a:lnTo>
                    <a:pt x="1154" y="124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9DD4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7"/>
            <p:cNvSpPr/>
            <p:nvPr/>
          </p:nvSpPr>
          <p:spPr>
            <a:xfrm>
              <a:off x="1612158" y="2137252"/>
              <a:ext cx="1151303" cy="2246657"/>
            </a:xfrm>
            <a:custGeom>
              <a:avLst/>
              <a:gdLst/>
              <a:ahLst/>
              <a:cxnLst/>
              <a:rect l="l" t="t" r="r" b="b"/>
              <a:pathLst>
                <a:path w="9992" h="19498" extrusionOk="0">
                  <a:moveTo>
                    <a:pt x="2014" y="0"/>
                  </a:moveTo>
                  <a:cubicBezTo>
                    <a:pt x="1" y="11682"/>
                    <a:pt x="4258" y="17031"/>
                    <a:pt x="6403" y="19498"/>
                  </a:cubicBezTo>
                  <a:lnTo>
                    <a:pt x="9992" y="18061"/>
                  </a:lnTo>
                  <a:cubicBezTo>
                    <a:pt x="9700" y="10276"/>
                    <a:pt x="8931" y="6210"/>
                    <a:pt x="20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7"/>
            <p:cNvSpPr/>
            <p:nvPr/>
          </p:nvSpPr>
          <p:spPr>
            <a:xfrm>
              <a:off x="1774277" y="2127688"/>
              <a:ext cx="996329" cy="2259793"/>
            </a:xfrm>
            <a:custGeom>
              <a:avLst/>
              <a:gdLst/>
              <a:ahLst/>
              <a:cxnLst/>
              <a:rect l="l" t="t" r="r" b="b"/>
              <a:pathLst>
                <a:path w="8647" h="19612" extrusionOk="0">
                  <a:moveTo>
                    <a:pt x="608" y="1"/>
                  </a:moveTo>
                  <a:cubicBezTo>
                    <a:pt x="598" y="1"/>
                    <a:pt x="587" y="4"/>
                    <a:pt x="577" y="14"/>
                  </a:cubicBezTo>
                  <a:cubicBezTo>
                    <a:pt x="577" y="14"/>
                    <a:pt x="546" y="14"/>
                    <a:pt x="546" y="45"/>
                  </a:cubicBezTo>
                  <a:cubicBezTo>
                    <a:pt x="162" y="2197"/>
                    <a:pt x="0" y="4149"/>
                    <a:pt x="0" y="5909"/>
                  </a:cubicBezTo>
                  <a:cubicBezTo>
                    <a:pt x="0" y="13656"/>
                    <a:pt x="3174" y="17598"/>
                    <a:pt x="4965" y="19612"/>
                  </a:cubicBezTo>
                  <a:lnTo>
                    <a:pt x="5065" y="19520"/>
                  </a:lnTo>
                  <a:cubicBezTo>
                    <a:pt x="3297" y="17529"/>
                    <a:pt x="131" y="13594"/>
                    <a:pt x="131" y="5909"/>
                  </a:cubicBezTo>
                  <a:cubicBezTo>
                    <a:pt x="131" y="4178"/>
                    <a:pt x="287" y="2290"/>
                    <a:pt x="658" y="188"/>
                  </a:cubicBezTo>
                  <a:lnTo>
                    <a:pt x="658" y="188"/>
                  </a:lnTo>
                  <a:cubicBezTo>
                    <a:pt x="4035" y="3260"/>
                    <a:pt x="5934" y="5800"/>
                    <a:pt x="7017" y="8537"/>
                  </a:cubicBezTo>
                  <a:cubicBezTo>
                    <a:pt x="8101" y="11289"/>
                    <a:pt x="8362" y="14232"/>
                    <a:pt x="8523" y="18144"/>
                  </a:cubicBezTo>
                  <a:lnTo>
                    <a:pt x="8646" y="18144"/>
                  </a:lnTo>
                  <a:cubicBezTo>
                    <a:pt x="8485" y="14232"/>
                    <a:pt x="8231" y="11258"/>
                    <a:pt x="7140" y="8499"/>
                  </a:cubicBezTo>
                  <a:cubicBezTo>
                    <a:pt x="6025" y="5717"/>
                    <a:pt x="4104" y="3119"/>
                    <a:pt x="646" y="14"/>
                  </a:cubicBezTo>
                  <a:cubicBezTo>
                    <a:pt x="646" y="14"/>
                    <a:pt x="629" y="1"/>
                    <a:pt x="6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7"/>
            <p:cNvSpPr/>
            <p:nvPr/>
          </p:nvSpPr>
          <p:spPr>
            <a:xfrm>
              <a:off x="1837074" y="2132873"/>
              <a:ext cx="720025" cy="2136848"/>
            </a:xfrm>
            <a:custGeom>
              <a:avLst/>
              <a:gdLst/>
              <a:ahLst/>
              <a:cxnLst/>
              <a:rect l="l" t="t" r="r" b="b"/>
              <a:pathLst>
                <a:path w="6249" h="18545" extrusionOk="0">
                  <a:moveTo>
                    <a:pt x="131" y="0"/>
                  </a:moveTo>
                  <a:lnTo>
                    <a:pt x="1" y="38"/>
                  </a:lnTo>
                  <a:cubicBezTo>
                    <a:pt x="1" y="38"/>
                    <a:pt x="1215" y="9484"/>
                    <a:pt x="6118" y="18545"/>
                  </a:cubicBezTo>
                  <a:lnTo>
                    <a:pt x="6249" y="18483"/>
                  </a:lnTo>
                  <a:cubicBezTo>
                    <a:pt x="3782" y="13964"/>
                    <a:pt x="2245" y="9353"/>
                    <a:pt x="1346" y="5864"/>
                  </a:cubicBezTo>
                  <a:cubicBezTo>
                    <a:pt x="900" y="4104"/>
                    <a:pt x="577" y="2659"/>
                    <a:pt x="385" y="1637"/>
                  </a:cubicBezTo>
                  <a:cubicBezTo>
                    <a:pt x="293" y="1122"/>
                    <a:pt x="224" y="707"/>
                    <a:pt x="193" y="423"/>
                  </a:cubicBezTo>
                  <a:cubicBezTo>
                    <a:pt x="162" y="292"/>
                    <a:pt x="162" y="192"/>
                    <a:pt x="131" y="131"/>
                  </a:cubicBezTo>
                  <a:lnTo>
                    <a:pt x="1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7"/>
            <p:cNvSpPr/>
            <p:nvPr/>
          </p:nvSpPr>
          <p:spPr>
            <a:xfrm>
              <a:off x="1833617" y="2132873"/>
              <a:ext cx="634991" cy="2221884"/>
            </a:xfrm>
            <a:custGeom>
              <a:avLst/>
              <a:gdLst/>
              <a:ahLst/>
              <a:cxnLst/>
              <a:rect l="l" t="t" r="r" b="b"/>
              <a:pathLst>
                <a:path w="5511" h="19283" extrusionOk="0">
                  <a:moveTo>
                    <a:pt x="31" y="0"/>
                  </a:moveTo>
                  <a:cubicBezTo>
                    <a:pt x="31" y="0"/>
                    <a:pt x="0" y="423"/>
                    <a:pt x="0" y="1091"/>
                  </a:cubicBezTo>
                  <a:cubicBezTo>
                    <a:pt x="0" y="3943"/>
                    <a:pt x="477" y="11912"/>
                    <a:pt x="5411" y="19282"/>
                  </a:cubicBezTo>
                  <a:lnTo>
                    <a:pt x="5510" y="19213"/>
                  </a:lnTo>
                  <a:cubicBezTo>
                    <a:pt x="607" y="11881"/>
                    <a:pt x="131" y="3912"/>
                    <a:pt x="131" y="1091"/>
                  </a:cubicBezTo>
                  <a:cubicBezTo>
                    <a:pt x="131" y="738"/>
                    <a:pt x="131" y="484"/>
                    <a:pt x="161" y="292"/>
                  </a:cubicBezTo>
                  <a:lnTo>
                    <a:pt x="161" y="100"/>
                  </a:lnTo>
                  <a:lnTo>
                    <a:pt x="161" y="38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7"/>
            <p:cNvSpPr/>
            <p:nvPr/>
          </p:nvSpPr>
          <p:spPr>
            <a:xfrm>
              <a:off x="1837074" y="2132873"/>
              <a:ext cx="774987" cy="2092601"/>
            </a:xfrm>
            <a:custGeom>
              <a:avLst/>
              <a:gdLst/>
              <a:ahLst/>
              <a:cxnLst/>
              <a:rect l="l" t="t" r="r" b="b"/>
              <a:pathLst>
                <a:path w="6726" h="18161" extrusionOk="0">
                  <a:moveTo>
                    <a:pt x="131" y="0"/>
                  </a:moveTo>
                  <a:lnTo>
                    <a:pt x="1" y="38"/>
                  </a:lnTo>
                  <a:cubicBezTo>
                    <a:pt x="1215" y="2536"/>
                    <a:pt x="2791" y="6502"/>
                    <a:pt x="4097" y="10122"/>
                  </a:cubicBezTo>
                  <a:cubicBezTo>
                    <a:pt x="4773" y="11951"/>
                    <a:pt x="5350" y="13680"/>
                    <a:pt x="5796" y="15086"/>
                  </a:cubicBezTo>
                  <a:cubicBezTo>
                    <a:pt x="6211" y="16493"/>
                    <a:pt x="6533" y="17615"/>
                    <a:pt x="6595" y="18160"/>
                  </a:cubicBezTo>
                  <a:lnTo>
                    <a:pt x="6725" y="18130"/>
                  </a:lnTo>
                  <a:cubicBezTo>
                    <a:pt x="6664" y="17584"/>
                    <a:pt x="6341" y="16462"/>
                    <a:pt x="5926" y="15055"/>
                  </a:cubicBezTo>
                  <a:cubicBezTo>
                    <a:pt x="4581" y="10798"/>
                    <a:pt x="1953" y="372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7"/>
            <p:cNvSpPr/>
            <p:nvPr/>
          </p:nvSpPr>
          <p:spPr>
            <a:xfrm>
              <a:off x="1837074" y="2129301"/>
              <a:ext cx="856449" cy="2036832"/>
            </a:xfrm>
            <a:custGeom>
              <a:avLst/>
              <a:gdLst/>
              <a:ahLst/>
              <a:cxnLst/>
              <a:rect l="l" t="t" r="r" b="b"/>
              <a:pathLst>
                <a:path w="7433" h="17677" extrusionOk="0">
                  <a:moveTo>
                    <a:pt x="101" y="0"/>
                  </a:moveTo>
                  <a:lnTo>
                    <a:pt x="1" y="100"/>
                  </a:lnTo>
                  <a:cubicBezTo>
                    <a:pt x="5511" y="6502"/>
                    <a:pt x="6310" y="12043"/>
                    <a:pt x="7302" y="17676"/>
                  </a:cubicBezTo>
                  <a:lnTo>
                    <a:pt x="7433" y="17646"/>
                  </a:lnTo>
                  <a:cubicBezTo>
                    <a:pt x="6441" y="12043"/>
                    <a:pt x="5603" y="6441"/>
                    <a:pt x="1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7"/>
            <p:cNvSpPr/>
            <p:nvPr/>
          </p:nvSpPr>
          <p:spPr>
            <a:xfrm>
              <a:off x="1118080" y="2934249"/>
              <a:ext cx="1335429" cy="1674680"/>
            </a:xfrm>
            <a:custGeom>
              <a:avLst/>
              <a:gdLst/>
              <a:ahLst/>
              <a:cxnLst/>
              <a:rect l="l" t="t" r="r" b="b"/>
              <a:pathLst>
                <a:path w="11590" h="14534" extrusionOk="0">
                  <a:moveTo>
                    <a:pt x="0" y="0"/>
                  </a:moveTo>
                  <a:cubicBezTo>
                    <a:pt x="1691" y="10053"/>
                    <a:pt x="6656" y="13157"/>
                    <a:pt x="9123" y="14533"/>
                  </a:cubicBezTo>
                  <a:lnTo>
                    <a:pt x="11590" y="12358"/>
                  </a:lnTo>
                  <a:cubicBezTo>
                    <a:pt x="9123" y="6110"/>
                    <a:pt x="7363" y="303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7"/>
            <p:cNvSpPr/>
            <p:nvPr/>
          </p:nvSpPr>
          <p:spPr>
            <a:xfrm>
              <a:off x="1110129" y="2926298"/>
              <a:ext cx="1350523" cy="1690581"/>
            </a:xfrm>
            <a:custGeom>
              <a:avLst/>
              <a:gdLst/>
              <a:ahLst/>
              <a:cxnLst/>
              <a:rect l="l" t="t" r="r" b="b"/>
              <a:pathLst>
                <a:path w="11721" h="14672" extrusionOk="0">
                  <a:moveTo>
                    <a:pt x="31" y="0"/>
                  </a:moveTo>
                  <a:cubicBezTo>
                    <a:pt x="0" y="31"/>
                    <a:pt x="0" y="31"/>
                    <a:pt x="0" y="69"/>
                  </a:cubicBezTo>
                  <a:cubicBezTo>
                    <a:pt x="838" y="5095"/>
                    <a:pt x="2529" y="8392"/>
                    <a:pt x="4296" y="10636"/>
                  </a:cubicBezTo>
                  <a:cubicBezTo>
                    <a:pt x="6056" y="12842"/>
                    <a:pt x="7908" y="13964"/>
                    <a:pt x="9161" y="14671"/>
                  </a:cubicBezTo>
                  <a:lnTo>
                    <a:pt x="9223" y="14541"/>
                  </a:lnTo>
                  <a:cubicBezTo>
                    <a:pt x="8008" y="13864"/>
                    <a:pt x="6148" y="12750"/>
                    <a:pt x="4388" y="10537"/>
                  </a:cubicBezTo>
                  <a:cubicBezTo>
                    <a:pt x="2641" y="8347"/>
                    <a:pt x="985" y="5113"/>
                    <a:pt x="149" y="179"/>
                  </a:cubicBezTo>
                  <a:lnTo>
                    <a:pt x="149" y="179"/>
                  </a:lnTo>
                  <a:cubicBezTo>
                    <a:pt x="3768" y="1670"/>
                    <a:pt x="6005" y="3195"/>
                    <a:pt x="7655" y="5095"/>
                  </a:cubicBezTo>
                  <a:cubicBezTo>
                    <a:pt x="9322" y="7017"/>
                    <a:pt x="10375" y="9322"/>
                    <a:pt x="11597" y="12427"/>
                  </a:cubicBezTo>
                  <a:lnTo>
                    <a:pt x="11720" y="12396"/>
                  </a:lnTo>
                  <a:cubicBezTo>
                    <a:pt x="10506" y="9292"/>
                    <a:pt x="9445" y="6948"/>
                    <a:pt x="7755" y="4995"/>
                  </a:cubicBezTo>
                  <a:cubicBezTo>
                    <a:pt x="6087" y="3074"/>
                    <a:pt x="3781" y="1537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7"/>
            <p:cNvSpPr/>
            <p:nvPr/>
          </p:nvSpPr>
          <p:spPr>
            <a:xfrm>
              <a:off x="1110129" y="2929755"/>
              <a:ext cx="1191977" cy="1532147"/>
            </a:xfrm>
            <a:custGeom>
              <a:avLst/>
              <a:gdLst/>
              <a:ahLst/>
              <a:cxnLst/>
              <a:rect l="l" t="t" r="r" b="b"/>
              <a:pathLst>
                <a:path w="10345" h="13297" extrusionOk="0">
                  <a:moveTo>
                    <a:pt x="131" y="1"/>
                  </a:moveTo>
                  <a:lnTo>
                    <a:pt x="0" y="70"/>
                  </a:lnTo>
                  <a:cubicBezTo>
                    <a:pt x="0" y="70"/>
                    <a:pt x="3681" y="7371"/>
                    <a:pt x="10252" y="13296"/>
                  </a:cubicBezTo>
                  <a:lnTo>
                    <a:pt x="10345" y="13196"/>
                  </a:lnTo>
                  <a:cubicBezTo>
                    <a:pt x="7048" y="10253"/>
                    <a:pt x="4519" y="6956"/>
                    <a:pt x="2759" y="4389"/>
                  </a:cubicBezTo>
                  <a:cubicBezTo>
                    <a:pt x="1891" y="3113"/>
                    <a:pt x="1253" y="2022"/>
                    <a:pt x="799" y="1223"/>
                  </a:cubicBezTo>
                  <a:cubicBezTo>
                    <a:pt x="576" y="838"/>
                    <a:pt x="415" y="546"/>
                    <a:pt x="292" y="324"/>
                  </a:cubicBezTo>
                  <a:cubicBezTo>
                    <a:pt x="223" y="231"/>
                    <a:pt x="192" y="131"/>
                    <a:pt x="161" y="101"/>
                  </a:cubicBezTo>
                  <a:cubicBezTo>
                    <a:pt x="131" y="39"/>
                    <a:pt x="131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7"/>
            <p:cNvSpPr/>
            <p:nvPr/>
          </p:nvSpPr>
          <p:spPr>
            <a:xfrm>
              <a:off x="1110129" y="2929755"/>
              <a:ext cx="1144159" cy="1627784"/>
            </a:xfrm>
            <a:custGeom>
              <a:avLst/>
              <a:gdLst/>
              <a:ahLst/>
              <a:cxnLst/>
              <a:rect l="l" t="t" r="r" b="b"/>
              <a:pathLst>
                <a:path w="9930" h="14127" extrusionOk="0">
                  <a:moveTo>
                    <a:pt x="131" y="1"/>
                  </a:moveTo>
                  <a:lnTo>
                    <a:pt x="0" y="39"/>
                  </a:lnTo>
                  <a:cubicBezTo>
                    <a:pt x="0" y="70"/>
                    <a:pt x="2275" y="8424"/>
                    <a:pt x="9868" y="14126"/>
                  </a:cubicBezTo>
                  <a:lnTo>
                    <a:pt x="9930" y="14026"/>
                  </a:lnTo>
                  <a:cubicBezTo>
                    <a:pt x="6179" y="11183"/>
                    <a:pt x="3720" y="7686"/>
                    <a:pt x="2213" y="4904"/>
                  </a:cubicBezTo>
                  <a:cubicBezTo>
                    <a:pt x="1445" y="3498"/>
                    <a:pt x="930" y="2276"/>
                    <a:pt x="607" y="1415"/>
                  </a:cubicBezTo>
                  <a:cubicBezTo>
                    <a:pt x="415" y="961"/>
                    <a:pt x="323" y="616"/>
                    <a:pt x="223" y="385"/>
                  </a:cubicBezTo>
                  <a:cubicBezTo>
                    <a:pt x="192" y="262"/>
                    <a:pt x="161" y="162"/>
                    <a:pt x="161" y="101"/>
                  </a:cubicBezTo>
                  <a:cubicBezTo>
                    <a:pt x="131" y="39"/>
                    <a:pt x="131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7"/>
            <p:cNvSpPr/>
            <p:nvPr/>
          </p:nvSpPr>
          <p:spPr>
            <a:xfrm>
              <a:off x="1110129" y="2926298"/>
              <a:ext cx="1225622" cy="1483291"/>
            </a:xfrm>
            <a:custGeom>
              <a:avLst/>
              <a:gdLst/>
              <a:ahLst/>
              <a:cxnLst/>
              <a:rect l="l" t="t" r="r" b="b"/>
              <a:pathLst>
                <a:path w="10637" h="12873" extrusionOk="0">
                  <a:moveTo>
                    <a:pt x="100" y="0"/>
                  </a:moveTo>
                  <a:lnTo>
                    <a:pt x="0" y="100"/>
                  </a:lnTo>
                  <a:cubicBezTo>
                    <a:pt x="1699" y="1760"/>
                    <a:pt x="4135" y="4550"/>
                    <a:pt x="6218" y="7109"/>
                  </a:cubicBezTo>
                  <a:cubicBezTo>
                    <a:pt x="7270" y="8392"/>
                    <a:pt x="8231" y="9607"/>
                    <a:pt x="9000" y="10636"/>
                  </a:cubicBezTo>
                  <a:cubicBezTo>
                    <a:pt x="9737" y="11659"/>
                    <a:pt x="10314" y="12458"/>
                    <a:pt x="10506" y="12873"/>
                  </a:cubicBezTo>
                  <a:lnTo>
                    <a:pt x="10637" y="12811"/>
                  </a:lnTo>
                  <a:cubicBezTo>
                    <a:pt x="10406" y="12396"/>
                    <a:pt x="9868" y="11597"/>
                    <a:pt x="9100" y="10567"/>
                  </a:cubicBezTo>
                  <a:cubicBezTo>
                    <a:pt x="6825" y="7493"/>
                    <a:pt x="2659" y="2498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7"/>
            <p:cNvSpPr/>
            <p:nvPr/>
          </p:nvSpPr>
          <p:spPr>
            <a:xfrm>
              <a:off x="1113586" y="2926298"/>
              <a:ext cx="1269982" cy="1413350"/>
            </a:xfrm>
            <a:custGeom>
              <a:avLst/>
              <a:gdLst/>
              <a:ahLst/>
              <a:cxnLst/>
              <a:rect l="l" t="t" r="r" b="b"/>
              <a:pathLst>
                <a:path w="11022" h="12266" extrusionOk="0">
                  <a:moveTo>
                    <a:pt x="70" y="0"/>
                  </a:moveTo>
                  <a:lnTo>
                    <a:pt x="1" y="131"/>
                  </a:lnTo>
                  <a:cubicBezTo>
                    <a:pt x="6280" y="3750"/>
                    <a:pt x="8493" y="8008"/>
                    <a:pt x="10922" y="12266"/>
                  </a:cubicBezTo>
                  <a:lnTo>
                    <a:pt x="11022" y="12204"/>
                  </a:lnTo>
                  <a:cubicBezTo>
                    <a:pt x="8616" y="7947"/>
                    <a:pt x="6380" y="3651"/>
                    <a:pt x="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7"/>
            <p:cNvSpPr/>
            <p:nvPr/>
          </p:nvSpPr>
          <p:spPr>
            <a:xfrm>
              <a:off x="977277" y="3760397"/>
              <a:ext cx="904266" cy="1287639"/>
            </a:xfrm>
            <a:custGeom>
              <a:avLst/>
              <a:gdLst/>
              <a:ahLst/>
              <a:cxnLst/>
              <a:rect l="l" t="t" r="r" b="b"/>
              <a:pathLst>
                <a:path w="7848" h="11175" extrusionOk="0">
                  <a:moveTo>
                    <a:pt x="69" y="1"/>
                  </a:moveTo>
                  <a:lnTo>
                    <a:pt x="0" y="93"/>
                  </a:lnTo>
                  <a:cubicBezTo>
                    <a:pt x="0" y="93"/>
                    <a:pt x="0" y="131"/>
                    <a:pt x="69" y="162"/>
                  </a:cubicBezTo>
                  <a:cubicBezTo>
                    <a:pt x="738" y="608"/>
                    <a:pt x="6279" y="4358"/>
                    <a:pt x="7716" y="11175"/>
                  </a:cubicBezTo>
                  <a:lnTo>
                    <a:pt x="7847" y="11144"/>
                  </a:lnTo>
                  <a:cubicBezTo>
                    <a:pt x="6310" y="3812"/>
                    <a:pt x="69" y="1"/>
                    <a:pt x="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7"/>
            <p:cNvSpPr/>
            <p:nvPr/>
          </p:nvSpPr>
          <p:spPr>
            <a:xfrm>
              <a:off x="648775" y="3583876"/>
              <a:ext cx="354309" cy="198763"/>
            </a:xfrm>
            <a:custGeom>
              <a:avLst/>
              <a:gdLst/>
              <a:ahLst/>
              <a:cxnLst/>
              <a:rect l="l" t="t" r="r" b="b"/>
              <a:pathLst>
                <a:path w="3075" h="1725" extrusionOk="0">
                  <a:moveTo>
                    <a:pt x="1273" y="1"/>
                  </a:moveTo>
                  <a:cubicBezTo>
                    <a:pt x="1145" y="1"/>
                    <a:pt x="1020" y="39"/>
                    <a:pt x="899" y="126"/>
                  </a:cubicBezTo>
                  <a:cubicBezTo>
                    <a:pt x="0" y="795"/>
                    <a:pt x="3074" y="1725"/>
                    <a:pt x="3074" y="1725"/>
                  </a:cubicBezTo>
                  <a:cubicBezTo>
                    <a:pt x="3074" y="1725"/>
                    <a:pt x="2131" y="1"/>
                    <a:pt x="12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7"/>
            <p:cNvSpPr/>
            <p:nvPr/>
          </p:nvSpPr>
          <p:spPr>
            <a:xfrm>
              <a:off x="921624" y="3553803"/>
              <a:ext cx="270082" cy="317445"/>
            </a:xfrm>
            <a:custGeom>
              <a:avLst/>
              <a:gdLst/>
              <a:ahLst/>
              <a:cxnLst/>
              <a:rect l="l" t="t" r="r" b="b"/>
              <a:pathLst>
                <a:path w="2344" h="2755" extrusionOk="0">
                  <a:moveTo>
                    <a:pt x="1099" y="0"/>
                  </a:moveTo>
                  <a:cubicBezTo>
                    <a:pt x="0" y="0"/>
                    <a:pt x="1767" y="2754"/>
                    <a:pt x="1767" y="2754"/>
                  </a:cubicBezTo>
                  <a:cubicBezTo>
                    <a:pt x="1767" y="2754"/>
                    <a:pt x="2343" y="95"/>
                    <a:pt x="1160" y="3"/>
                  </a:cubicBezTo>
                  <a:cubicBezTo>
                    <a:pt x="1139" y="1"/>
                    <a:pt x="1118" y="0"/>
                    <a:pt x="10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7"/>
            <p:cNvSpPr/>
            <p:nvPr/>
          </p:nvSpPr>
          <p:spPr>
            <a:xfrm>
              <a:off x="1186638" y="3645520"/>
              <a:ext cx="237013" cy="324819"/>
            </a:xfrm>
            <a:custGeom>
              <a:avLst/>
              <a:gdLst/>
              <a:ahLst/>
              <a:cxnLst/>
              <a:rect l="l" t="t" r="r" b="b"/>
              <a:pathLst>
                <a:path w="2057" h="2819" extrusionOk="0">
                  <a:moveTo>
                    <a:pt x="774" y="1"/>
                  </a:moveTo>
                  <a:cubicBezTo>
                    <a:pt x="1" y="1"/>
                    <a:pt x="489" y="2819"/>
                    <a:pt x="489" y="2819"/>
                  </a:cubicBezTo>
                  <a:cubicBezTo>
                    <a:pt x="489" y="2819"/>
                    <a:pt x="2057" y="613"/>
                    <a:pt x="1004" y="68"/>
                  </a:cubicBezTo>
                  <a:cubicBezTo>
                    <a:pt x="917" y="22"/>
                    <a:pt x="840" y="1"/>
                    <a:pt x="7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7"/>
            <p:cNvSpPr/>
            <p:nvPr/>
          </p:nvSpPr>
          <p:spPr>
            <a:xfrm>
              <a:off x="1344609" y="3816050"/>
              <a:ext cx="223416" cy="309264"/>
            </a:xfrm>
            <a:custGeom>
              <a:avLst/>
              <a:gdLst/>
              <a:ahLst/>
              <a:cxnLst/>
              <a:rect l="l" t="t" r="r" b="b"/>
              <a:pathLst>
                <a:path w="1939" h="2684" extrusionOk="0">
                  <a:moveTo>
                    <a:pt x="731" y="0"/>
                  </a:moveTo>
                  <a:cubicBezTo>
                    <a:pt x="0" y="0"/>
                    <a:pt x="463" y="2684"/>
                    <a:pt x="463" y="2684"/>
                  </a:cubicBezTo>
                  <a:cubicBezTo>
                    <a:pt x="463" y="2684"/>
                    <a:pt x="1938" y="570"/>
                    <a:pt x="947" y="63"/>
                  </a:cubicBezTo>
                  <a:cubicBezTo>
                    <a:pt x="865" y="20"/>
                    <a:pt x="794" y="0"/>
                    <a:pt x="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7"/>
            <p:cNvSpPr/>
            <p:nvPr/>
          </p:nvSpPr>
          <p:spPr>
            <a:xfrm>
              <a:off x="1094229" y="4081984"/>
              <a:ext cx="311792" cy="114188"/>
            </a:xfrm>
            <a:custGeom>
              <a:avLst/>
              <a:gdLst/>
              <a:ahLst/>
              <a:cxnLst/>
              <a:rect l="l" t="t" r="r" b="b"/>
              <a:pathLst>
                <a:path w="2706" h="991" extrusionOk="0">
                  <a:moveTo>
                    <a:pt x="1031" y="0"/>
                  </a:moveTo>
                  <a:cubicBezTo>
                    <a:pt x="571" y="0"/>
                    <a:pt x="172" y="128"/>
                    <a:pt x="77" y="537"/>
                  </a:cubicBezTo>
                  <a:cubicBezTo>
                    <a:pt x="1" y="873"/>
                    <a:pt x="206" y="991"/>
                    <a:pt x="530" y="991"/>
                  </a:cubicBezTo>
                  <a:cubicBezTo>
                    <a:pt x="1290" y="991"/>
                    <a:pt x="2705" y="345"/>
                    <a:pt x="2705" y="345"/>
                  </a:cubicBezTo>
                  <a:cubicBezTo>
                    <a:pt x="2705" y="345"/>
                    <a:pt x="1786" y="0"/>
                    <a:pt x="10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7"/>
            <p:cNvSpPr/>
            <p:nvPr/>
          </p:nvSpPr>
          <p:spPr>
            <a:xfrm>
              <a:off x="1469742" y="3963074"/>
              <a:ext cx="223993" cy="306614"/>
            </a:xfrm>
            <a:custGeom>
              <a:avLst/>
              <a:gdLst/>
              <a:ahLst/>
              <a:cxnLst/>
              <a:rect l="l" t="t" r="r" b="b"/>
              <a:pathLst>
                <a:path w="1944" h="2661" extrusionOk="0">
                  <a:moveTo>
                    <a:pt x="706" y="1"/>
                  </a:moveTo>
                  <a:cubicBezTo>
                    <a:pt x="1" y="1"/>
                    <a:pt x="437" y="2661"/>
                    <a:pt x="437" y="2661"/>
                  </a:cubicBezTo>
                  <a:cubicBezTo>
                    <a:pt x="437" y="2661"/>
                    <a:pt x="1944" y="578"/>
                    <a:pt x="914" y="63"/>
                  </a:cubicBezTo>
                  <a:cubicBezTo>
                    <a:pt x="836" y="20"/>
                    <a:pt x="767" y="1"/>
                    <a:pt x="7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7"/>
            <p:cNvSpPr/>
            <p:nvPr/>
          </p:nvSpPr>
          <p:spPr>
            <a:xfrm>
              <a:off x="1215559" y="4227857"/>
              <a:ext cx="315249" cy="114649"/>
            </a:xfrm>
            <a:custGeom>
              <a:avLst/>
              <a:gdLst/>
              <a:ahLst/>
              <a:cxnLst/>
              <a:rect l="l" t="t" r="r" b="b"/>
              <a:pathLst>
                <a:path w="2736" h="995" extrusionOk="0">
                  <a:moveTo>
                    <a:pt x="1037" y="1"/>
                  </a:moveTo>
                  <a:cubicBezTo>
                    <a:pt x="576" y="1"/>
                    <a:pt x="175" y="133"/>
                    <a:pt x="77" y="555"/>
                  </a:cubicBezTo>
                  <a:cubicBezTo>
                    <a:pt x="1" y="880"/>
                    <a:pt x="207" y="995"/>
                    <a:pt x="534" y="995"/>
                  </a:cubicBezTo>
                  <a:cubicBezTo>
                    <a:pt x="1302" y="995"/>
                    <a:pt x="2736" y="363"/>
                    <a:pt x="2736" y="363"/>
                  </a:cubicBezTo>
                  <a:cubicBezTo>
                    <a:pt x="2736" y="363"/>
                    <a:pt x="1803" y="1"/>
                    <a:pt x="10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7"/>
            <p:cNvSpPr/>
            <p:nvPr/>
          </p:nvSpPr>
          <p:spPr>
            <a:xfrm>
              <a:off x="1611236" y="4140979"/>
              <a:ext cx="215351" cy="302235"/>
            </a:xfrm>
            <a:custGeom>
              <a:avLst/>
              <a:gdLst/>
              <a:ahLst/>
              <a:cxnLst/>
              <a:rect l="l" t="t" r="r" b="b"/>
              <a:pathLst>
                <a:path w="1869" h="2623" extrusionOk="0">
                  <a:moveTo>
                    <a:pt x="669" y="1"/>
                  </a:moveTo>
                  <a:cubicBezTo>
                    <a:pt x="0" y="1"/>
                    <a:pt x="101" y="2623"/>
                    <a:pt x="101" y="2623"/>
                  </a:cubicBezTo>
                  <a:cubicBezTo>
                    <a:pt x="101" y="2623"/>
                    <a:pt x="1869" y="732"/>
                    <a:pt x="908" y="94"/>
                  </a:cubicBezTo>
                  <a:cubicBezTo>
                    <a:pt x="819" y="30"/>
                    <a:pt x="740" y="1"/>
                    <a:pt x="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7"/>
            <p:cNvSpPr/>
            <p:nvPr/>
          </p:nvSpPr>
          <p:spPr>
            <a:xfrm>
              <a:off x="1310503" y="4373844"/>
              <a:ext cx="323890" cy="108888"/>
            </a:xfrm>
            <a:custGeom>
              <a:avLst/>
              <a:gdLst/>
              <a:ahLst/>
              <a:cxnLst/>
              <a:rect l="l" t="t" r="r" b="b"/>
              <a:pathLst>
                <a:path w="2811" h="945" extrusionOk="0">
                  <a:moveTo>
                    <a:pt x="923" y="1"/>
                  </a:moveTo>
                  <a:cubicBezTo>
                    <a:pt x="568" y="1"/>
                    <a:pt x="270" y="114"/>
                    <a:pt x="152" y="441"/>
                  </a:cubicBezTo>
                  <a:cubicBezTo>
                    <a:pt x="1" y="823"/>
                    <a:pt x="311" y="945"/>
                    <a:pt x="767" y="945"/>
                  </a:cubicBezTo>
                  <a:cubicBezTo>
                    <a:pt x="1565" y="945"/>
                    <a:pt x="2811" y="571"/>
                    <a:pt x="2811" y="571"/>
                  </a:cubicBezTo>
                  <a:cubicBezTo>
                    <a:pt x="2811" y="571"/>
                    <a:pt x="1722" y="1"/>
                    <a:pt x="9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7"/>
            <p:cNvSpPr/>
            <p:nvPr/>
          </p:nvSpPr>
          <p:spPr>
            <a:xfrm>
              <a:off x="1710443" y="4292612"/>
              <a:ext cx="211779" cy="302120"/>
            </a:xfrm>
            <a:custGeom>
              <a:avLst/>
              <a:gdLst/>
              <a:ahLst/>
              <a:cxnLst/>
              <a:rect l="l" t="t" r="r" b="b"/>
              <a:pathLst>
                <a:path w="1838" h="2622" extrusionOk="0">
                  <a:moveTo>
                    <a:pt x="679" y="0"/>
                  </a:moveTo>
                  <a:cubicBezTo>
                    <a:pt x="0" y="0"/>
                    <a:pt x="108" y="2621"/>
                    <a:pt x="108" y="2621"/>
                  </a:cubicBezTo>
                  <a:cubicBezTo>
                    <a:pt x="108" y="2621"/>
                    <a:pt x="1838" y="761"/>
                    <a:pt x="908" y="85"/>
                  </a:cubicBezTo>
                  <a:cubicBezTo>
                    <a:pt x="823" y="27"/>
                    <a:pt x="747" y="0"/>
                    <a:pt x="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7"/>
            <p:cNvSpPr/>
            <p:nvPr/>
          </p:nvSpPr>
          <p:spPr>
            <a:xfrm>
              <a:off x="1407521" y="4527321"/>
              <a:ext cx="322508" cy="110386"/>
            </a:xfrm>
            <a:custGeom>
              <a:avLst/>
              <a:gdLst/>
              <a:ahLst/>
              <a:cxnLst/>
              <a:rect l="l" t="t" r="r" b="b"/>
              <a:pathLst>
                <a:path w="2799" h="958" extrusionOk="0">
                  <a:moveTo>
                    <a:pt x="931" y="0"/>
                  </a:moveTo>
                  <a:cubicBezTo>
                    <a:pt x="574" y="0"/>
                    <a:pt x="270" y="117"/>
                    <a:pt x="140" y="453"/>
                  </a:cubicBezTo>
                  <a:cubicBezTo>
                    <a:pt x="0" y="836"/>
                    <a:pt x="313" y="958"/>
                    <a:pt x="768" y="958"/>
                  </a:cubicBezTo>
                  <a:cubicBezTo>
                    <a:pt x="1565" y="958"/>
                    <a:pt x="2799" y="584"/>
                    <a:pt x="2799" y="584"/>
                  </a:cubicBezTo>
                  <a:cubicBezTo>
                    <a:pt x="2799" y="584"/>
                    <a:pt x="1730" y="0"/>
                    <a:pt x="9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7"/>
            <p:cNvSpPr/>
            <p:nvPr/>
          </p:nvSpPr>
          <p:spPr>
            <a:xfrm>
              <a:off x="1788334" y="4502318"/>
              <a:ext cx="215351" cy="302235"/>
            </a:xfrm>
            <a:custGeom>
              <a:avLst/>
              <a:gdLst/>
              <a:ahLst/>
              <a:cxnLst/>
              <a:rect l="l" t="t" r="r" b="b"/>
              <a:pathLst>
                <a:path w="1869" h="2623" extrusionOk="0">
                  <a:moveTo>
                    <a:pt x="669" y="0"/>
                  </a:moveTo>
                  <a:cubicBezTo>
                    <a:pt x="0" y="0"/>
                    <a:pt x="101" y="2623"/>
                    <a:pt x="101" y="2623"/>
                  </a:cubicBezTo>
                  <a:cubicBezTo>
                    <a:pt x="101" y="2623"/>
                    <a:pt x="1869" y="732"/>
                    <a:pt x="908" y="94"/>
                  </a:cubicBezTo>
                  <a:cubicBezTo>
                    <a:pt x="819" y="30"/>
                    <a:pt x="740" y="0"/>
                    <a:pt x="6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7"/>
            <p:cNvSpPr/>
            <p:nvPr/>
          </p:nvSpPr>
          <p:spPr>
            <a:xfrm>
              <a:off x="1487256" y="4736335"/>
              <a:ext cx="324236" cy="109233"/>
            </a:xfrm>
            <a:custGeom>
              <a:avLst/>
              <a:gdLst/>
              <a:ahLst/>
              <a:cxnLst/>
              <a:rect l="l" t="t" r="r" b="b"/>
              <a:pathLst>
                <a:path w="2814" h="948" extrusionOk="0">
                  <a:moveTo>
                    <a:pt x="907" y="1"/>
                  </a:moveTo>
                  <a:cubicBezTo>
                    <a:pt x="560" y="1"/>
                    <a:pt x="271" y="112"/>
                    <a:pt x="155" y="430"/>
                  </a:cubicBezTo>
                  <a:cubicBezTo>
                    <a:pt x="1" y="824"/>
                    <a:pt x="327" y="947"/>
                    <a:pt x="798" y="947"/>
                  </a:cubicBezTo>
                  <a:cubicBezTo>
                    <a:pt x="1598" y="947"/>
                    <a:pt x="2814" y="592"/>
                    <a:pt x="2814" y="592"/>
                  </a:cubicBezTo>
                  <a:cubicBezTo>
                    <a:pt x="2814" y="592"/>
                    <a:pt x="1707" y="1"/>
                    <a:pt x="9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7"/>
            <p:cNvSpPr/>
            <p:nvPr/>
          </p:nvSpPr>
          <p:spPr>
            <a:xfrm>
              <a:off x="927731" y="3969872"/>
              <a:ext cx="311792" cy="163850"/>
            </a:xfrm>
            <a:custGeom>
              <a:avLst/>
              <a:gdLst/>
              <a:ahLst/>
              <a:cxnLst/>
              <a:rect l="l" t="t" r="r" b="b"/>
              <a:pathLst>
                <a:path w="2706" h="1422" extrusionOk="0">
                  <a:moveTo>
                    <a:pt x="2492" y="0"/>
                  </a:moveTo>
                  <a:cubicBezTo>
                    <a:pt x="1852" y="0"/>
                    <a:pt x="0" y="85"/>
                    <a:pt x="77" y="1065"/>
                  </a:cubicBezTo>
                  <a:cubicBezTo>
                    <a:pt x="98" y="1320"/>
                    <a:pt x="227" y="1421"/>
                    <a:pt x="417" y="1421"/>
                  </a:cubicBezTo>
                  <a:cubicBezTo>
                    <a:pt x="1130" y="1421"/>
                    <a:pt x="2705" y="4"/>
                    <a:pt x="2705" y="4"/>
                  </a:cubicBezTo>
                  <a:cubicBezTo>
                    <a:pt x="2705" y="4"/>
                    <a:pt x="2625" y="0"/>
                    <a:pt x="24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7"/>
            <p:cNvSpPr/>
            <p:nvPr/>
          </p:nvSpPr>
          <p:spPr>
            <a:xfrm>
              <a:off x="788195" y="3822502"/>
              <a:ext cx="333569" cy="123867"/>
            </a:xfrm>
            <a:custGeom>
              <a:avLst/>
              <a:gdLst/>
              <a:ahLst/>
              <a:cxnLst/>
              <a:rect l="l" t="t" r="r" b="b"/>
              <a:pathLst>
                <a:path w="2895" h="1075" extrusionOk="0">
                  <a:moveTo>
                    <a:pt x="1172" y="0"/>
                  </a:moveTo>
                  <a:cubicBezTo>
                    <a:pt x="644" y="0"/>
                    <a:pt x="175" y="142"/>
                    <a:pt x="73" y="614"/>
                  </a:cubicBezTo>
                  <a:cubicBezTo>
                    <a:pt x="1" y="953"/>
                    <a:pt x="201" y="1074"/>
                    <a:pt x="524" y="1074"/>
                  </a:cubicBezTo>
                  <a:cubicBezTo>
                    <a:pt x="1328" y="1074"/>
                    <a:pt x="2894" y="322"/>
                    <a:pt x="2894" y="322"/>
                  </a:cubicBezTo>
                  <a:cubicBezTo>
                    <a:pt x="2894" y="322"/>
                    <a:pt x="1967" y="0"/>
                    <a:pt x="1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7"/>
            <p:cNvSpPr/>
            <p:nvPr/>
          </p:nvSpPr>
          <p:spPr>
            <a:xfrm>
              <a:off x="2523242" y="1959913"/>
              <a:ext cx="1862369" cy="2678292"/>
            </a:xfrm>
            <a:custGeom>
              <a:avLst/>
              <a:gdLst/>
              <a:ahLst/>
              <a:cxnLst/>
              <a:rect l="l" t="t" r="r" b="b"/>
              <a:pathLst>
                <a:path w="22734" h="32694" extrusionOk="0">
                  <a:moveTo>
                    <a:pt x="0" y="0"/>
                  </a:moveTo>
                  <a:lnTo>
                    <a:pt x="0" y="32694"/>
                  </a:lnTo>
                  <a:lnTo>
                    <a:pt x="22733" y="32694"/>
                  </a:lnTo>
                  <a:lnTo>
                    <a:pt x="22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7"/>
            <p:cNvSpPr/>
            <p:nvPr/>
          </p:nvSpPr>
          <p:spPr>
            <a:xfrm>
              <a:off x="2567889" y="1837115"/>
              <a:ext cx="1817723" cy="2796093"/>
            </a:xfrm>
            <a:custGeom>
              <a:avLst/>
              <a:gdLst/>
              <a:ahLst/>
              <a:cxnLst/>
              <a:rect l="l" t="t" r="r" b="b"/>
              <a:pathLst>
                <a:path w="22189" h="34132" extrusionOk="0">
                  <a:moveTo>
                    <a:pt x="12637" y="0"/>
                  </a:moveTo>
                  <a:cubicBezTo>
                    <a:pt x="9422" y="0"/>
                    <a:pt x="5270" y="318"/>
                    <a:pt x="1" y="1246"/>
                  </a:cubicBezTo>
                  <a:lnTo>
                    <a:pt x="1" y="33877"/>
                  </a:lnTo>
                  <a:cubicBezTo>
                    <a:pt x="5267" y="32960"/>
                    <a:pt x="9417" y="32646"/>
                    <a:pt x="12632" y="32646"/>
                  </a:cubicBezTo>
                  <a:cubicBezTo>
                    <a:pt x="19621" y="32646"/>
                    <a:pt x="22188" y="34131"/>
                    <a:pt x="22188" y="34131"/>
                  </a:cubicBezTo>
                  <a:lnTo>
                    <a:pt x="22188" y="1499"/>
                  </a:lnTo>
                  <a:cubicBezTo>
                    <a:pt x="22188" y="1499"/>
                    <a:pt x="19622" y="0"/>
                    <a:pt x="126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7"/>
            <p:cNvSpPr/>
            <p:nvPr/>
          </p:nvSpPr>
          <p:spPr>
            <a:xfrm>
              <a:off x="2562236" y="1831462"/>
              <a:ext cx="1829028" cy="2806743"/>
            </a:xfrm>
            <a:custGeom>
              <a:avLst/>
              <a:gdLst/>
              <a:ahLst/>
              <a:cxnLst/>
              <a:rect l="l" t="t" r="r" b="b"/>
              <a:pathLst>
                <a:path w="22327" h="34262" extrusionOk="0">
                  <a:moveTo>
                    <a:pt x="12720" y="131"/>
                  </a:moveTo>
                  <a:cubicBezTo>
                    <a:pt x="16178" y="131"/>
                    <a:pt x="18576" y="516"/>
                    <a:pt x="20082" y="869"/>
                  </a:cubicBezTo>
                  <a:cubicBezTo>
                    <a:pt x="20851" y="1061"/>
                    <a:pt x="21366" y="1253"/>
                    <a:pt x="21712" y="1376"/>
                  </a:cubicBezTo>
                  <a:cubicBezTo>
                    <a:pt x="21904" y="1476"/>
                    <a:pt x="22034" y="1507"/>
                    <a:pt x="22096" y="1568"/>
                  </a:cubicBezTo>
                  <a:cubicBezTo>
                    <a:pt x="22165" y="1568"/>
                    <a:pt x="22165" y="1599"/>
                    <a:pt x="22196" y="1599"/>
                  </a:cubicBezTo>
                  <a:lnTo>
                    <a:pt x="22196" y="34090"/>
                  </a:lnTo>
                  <a:lnTo>
                    <a:pt x="22196" y="34090"/>
                  </a:lnTo>
                  <a:cubicBezTo>
                    <a:pt x="21680" y="33832"/>
                    <a:pt x="18947" y="32632"/>
                    <a:pt x="12720" y="32632"/>
                  </a:cubicBezTo>
                  <a:cubicBezTo>
                    <a:pt x="9497" y="32632"/>
                    <a:pt x="5351" y="32953"/>
                    <a:pt x="131" y="33867"/>
                  </a:cubicBezTo>
                  <a:lnTo>
                    <a:pt x="131" y="33867"/>
                  </a:lnTo>
                  <a:lnTo>
                    <a:pt x="131" y="1371"/>
                  </a:lnTo>
                  <a:lnTo>
                    <a:pt x="131" y="1371"/>
                  </a:lnTo>
                  <a:cubicBezTo>
                    <a:pt x="5366" y="445"/>
                    <a:pt x="9491" y="131"/>
                    <a:pt x="12720" y="131"/>
                  </a:cubicBezTo>
                  <a:close/>
                  <a:moveTo>
                    <a:pt x="12720" y="1"/>
                  </a:moveTo>
                  <a:cubicBezTo>
                    <a:pt x="9484" y="1"/>
                    <a:pt x="5319" y="323"/>
                    <a:pt x="70" y="1253"/>
                  </a:cubicBezTo>
                  <a:cubicBezTo>
                    <a:pt x="39" y="1253"/>
                    <a:pt x="0" y="1284"/>
                    <a:pt x="0" y="1315"/>
                  </a:cubicBezTo>
                  <a:lnTo>
                    <a:pt x="0" y="33946"/>
                  </a:lnTo>
                  <a:cubicBezTo>
                    <a:pt x="0" y="33977"/>
                    <a:pt x="0" y="33977"/>
                    <a:pt x="39" y="34008"/>
                  </a:cubicBezTo>
                  <a:lnTo>
                    <a:pt x="100" y="34008"/>
                  </a:lnTo>
                  <a:cubicBezTo>
                    <a:pt x="5350" y="33078"/>
                    <a:pt x="9484" y="32763"/>
                    <a:pt x="12720" y="32763"/>
                  </a:cubicBezTo>
                  <a:cubicBezTo>
                    <a:pt x="16178" y="32763"/>
                    <a:pt x="18576" y="33147"/>
                    <a:pt x="20082" y="33531"/>
                  </a:cubicBezTo>
                  <a:cubicBezTo>
                    <a:pt x="20851" y="33724"/>
                    <a:pt x="21366" y="33877"/>
                    <a:pt x="21712" y="34039"/>
                  </a:cubicBezTo>
                  <a:cubicBezTo>
                    <a:pt x="21904" y="34108"/>
                    <a:pt x="22034" y="34169"/>
                    <a:pt x="22096" y="34200"/>
                  </a:cubicBezTo>
                  <a:cubicBezTo>
                    <a:pt x="22165" y="34231"/>
                    <a:pt x="22165" y="34231"/>
                    <a:pt x="22196" y="34231"/>
                  </a:cubicBezTo>
                  <a:lnTo>
                    <a:pt x="22227" y="34262"/>
                  </a:lnTo>
                  <a:lnTo>
                    <a:pt x="22288" y="34262"/>
                  </a:lnTo>
                  <a:cubicBezTo>
                    <a:pt x="22327" y="34262"/>
                    <a:pt x="22327" y="34231"/>
                    <a:pt x="22327" y="34200"/>
                  </a:cubicBezTo>
                  <a:lnTo>
                    <a:pt x="22327" y="1568"/>
                  </a:lnTo>
                  <a:cubicBezTo>
                    <a:pt x="22327" y="1538"/>
                    <a:pt x="22327" y="1538"/>
                    <a:pt x="22288" y="1507"/>
                  </a:cubicBezTo>
                  <a:cubicBezTo>
                    <a:pt x="22288" y="1507"/>
                    <a:pt x="19698" y="1"/>
                    <a:pt x="127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7"/>
            <p:cNvSpPr/>
            <p:nvPr/>
          </p:nvSpPr>
          <p:spPr>
            <a:xfrm>
              <a:off x="2635883" y="2051828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0"/>
                  </a:moveTo>
                  <a:cubicBezTo>
                    <a:pt x="8708" y="0"/>
                    <a:pt x="4866" y="293"/>
                    <a:pt x="1" y="1153"/>
                  </a:cubicBezTo>
                  <a:lnTo>
                    <a:pt x="131" y="1760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61"/>
                    <a:pt x="18384" y="1315"/>
                  </a:cubicBezTo>
                  <a:cubicBezTo>
                    <a:pt x="19083" y="1476"/>
                    <a:pt x="19568" y="1637"/>
                    <a:pt x="19852" y="1760"/>
                  </a:cubicBezTo>
                  <a:cubicBezTo>
                    <a:pt x="20013" y="1830"/>
                    <a:pt x="20144" y="1891"/>
                    <a:pt x="20206" y="1922"/>
                  </a:cubicBezTo>
                  <a:cubicBezTo>
                    <a:pt x="20236" y="1922"/>
                    <a:pt x="20275" y="1953"/>
                    <a:pt x="20275" y="1953"/>
                  </a:cubicBezTo>
                  <a:lnTo>
                    <a:pt x="20305" y="1953"/>
                  </a:lnTo>
                  <a:lnTo>
                    <a:pt x="20621" y="1407"/>
                  </a:lnTo>
                  <a:cubicBezTo>
                    <a:pt x="20559" y="1376"/>
                    <a:pt x="18123" y="0"/>
                    <a:pt x="11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7"/>
            <p:cNvSpPr/>
            <p:nvPr/>
          </p:nvSpPr>
          <p:spPr>
            <a:xfrm>
              <a:off x="2635883" y="2233117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54"/>
                  </a:cubicBezTo>
                  <a:lnTo>
                    <a:pt x="131" y="1761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07"/>
                  </a:cubicBezTo>
                  <a:cubicBezTo>
                    <a:pt x="19083" y="1469"/>
                    <a:pt x="19568" y="1661"/>
                    <a:pt x="19852" y="1761"/>
                  </a:cubicBezTo>
                  <a:cubicBezTo>
                    <a:pt x="20013" y="1822"/>
                    <a:pt x="20144" y="1884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53"/>
                  </a:lnTo>
                  <a:lnTo>
                    <a:pt x="20305" y="1984"/>
                  </a:lnTo>
                  <a:lnTo>
                    <a:pt x="20326" y="1918"/>
                  </a:lnTo>
                  <a:lnTo>
                    <a:pt x="20326" y="1918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7"/>
            <p:cNvSpPr/>
            <p:nvPr/>
          </p:nvSpPr>
          <p:spPr>
            <a:xfrm>
              <a:off x="2635883" y="2413833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93"/>
                    <a:pt x="1" y="1153"/>
                  </a:cubicBezTo>
                  <a:lnTo>
                    <a:pt x="131" y="1760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92"/>
                    <a:pt x="18384" y="1315"/>
                  </a:cubicBezTo>
                  <a:cubicBezTo>
                    <a:pt x="19083" y="1476"/>
                    <a:pt x="19568" y="1668"/>
                    <a:pt x="19852" y="1791"/>
                  </a:cubicBezTo>
                  <a:cubicBezTo>
                    <a:pt x="20013" y="1830"/>
                    <a:pt x="20144" y="1891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83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7"/>
            <p:cNvSpPr/>
            <p:nvPr/>
          </p:nvSpPr>
          <p:spPr>
            <a:xfrm>
              <a:off x="2635883" y="2595122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54"/>
                  </a:cubicBezTo>
                  <a:lnTo>
                    <a:pt x="131" y="1792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07"/>
                  </a:cubicBezTo>
                  <a:cubicBezTo>
                    <a:pt x="19083" y="1499"/>
                    <a:pt x="19568" y="1661"/>
                    <a:pt x="19852" y="1792"/>
                  </a:cubicBezTo>
                  <a:cubicBezTo>
                    <a:pt x="20013" y="1853"/>
                    <a:pt x="20144" y="1884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84"/>
                  </a:lnTo>
                  <a:lnTo>
                    <a:pt x="20621" y="1407"/>
                  </a:lnTo>
                  <a:cubicBezTo>
                    <a:pt x="20559" y="137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7"/>
            <p:cNvSpPr/>
            <p:nvPr/>
          </p:nvSpPr>
          <p:spPr>
            <a:xfrm>
              <a:off x="2635883" y="2775838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93"/>
                    <a:pt x="1" y="1153"/>
                  </a:cubicBezTo>
                  <a:lnTo>
                    <a:pt x="131" y="1791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92"/>
                    <a:pt x="18384" y="1315"/>
                  </a:cubicBezTo>
                  <a:cubicBezTo>
                    <a:pt x="19083" y="1507"/>
                    <a:pt x="19568" y="1668"/>
                    <a:pt x="19852" y="1791"/>
                  </a:cubicBezTo>
                  <a:cubicBezTo>
                    <a:pt x="20013" y="1860"/>
                    <a:pt x="20144" y="1891"/>
                    <a:pt x="20206" y="1922"/>
                  </a:cubicBezTo>
                  <a:cubicBezTo>
                    <a:pt x="20236" y="1953"/>
                    <a:pt x="20275" y="1953"/>
                    <a:pt x="20275" y="1953"/>
                  </a:cubicBezTo>
                  <a:lnTo>
                    <a:pt x="20305" y="1983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7"/>
            <p:cNvSpPr/>
            <p:nvPr/>
          </p:nvSpPr>
          <p:spPr>
            <a:xfrm>
              <a:off x="2635883" y="2957127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54"/>
                  </a:cubicBezTo>
                  <a:lnTo>
                    <a:pt x="131" y="1792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07"/>
                  </a:cubicBezTo>
                  <a:cubicBezTo>
                    <a:pt x="19083" y="1500"/>
                    <a:pt x="19568" y="1661"/>
                    <a:pt x="19852" y="1792"/>
                  </a:cubicBezTo>
                  <a:cubicBezTo>
                    <a:pt x="20013" y="1853"/>
                    <a:pt x="20144" y="1884"/>
                    <a:pt x="20206" y="1922"/>
                  </a:cubicBezTo>
                  <a:cubicBezTo>
                    <a:pt x="20236" y="1953"/>
                    <a:pt x="20275" y="1953"/>
                    <a:pt x="20275" y="1984"/>
                  </a:cubicBezTo>
                  <a:lnTo>
                    <a:pt x="20305" y="1984"/>
                  </a:lnTo>
                  <a:lnTo>
                    <a:pt x="20621" y="1438"/>
                  </a:lnTo>
                  <a:cubicBezTo>
                    <a:pt x="20559" y="140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7"/>
            <p:cNvSpPr/>
            <p:nvPr/>
          </p:nvSpPr>
          <p:spPr>
            <a:xfrm>
              <a:off x="2635883" y="3137843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323"/>
                    <a:pt x="1" y="1153"/>
                  </a:cubicBezTo>
                  <a:lnTo>
                    <a:pt x="131" y="1791"/>
                  </a:lnTo>
                  <a:cubicBezTo>
                    <a:pt x="4935" y="930"/>
                    <a:pt x="8747" y="638"/>
                    <a:pt x="11690" y="638"/>
                  </a:cubicBezTo>
                  <a:cubicBezTo>
                    <a:pt x="14857" y="638"/>
                    <a:pt x="17039" y="992"/>
                    <a:pt x="18384" y="1345"/>
                  </a:cubicBezTo>
                  <a:cubicBezTo>
                    <a:pt x="19083" y="1507"/>
                    <a:pt x="19568" y="1668"/>
                    <a:pt x="19852" y="1791"/>
                  </a:cubicBezTo>
                  <a:cubicBezTo>
                    <a:pt x="20013" y="1860"/>
                    <a:pt x="20144" y="1891"/>
                    <a:pt x="20206" y="1922"/>
                  </a:cubicBezTo>
                  <a:cubicBezTo>
                    <a:pt x="20236" y="1953"/>
                    <a:pt x="20275" y="1953"/>
                    <a:pt x="20275" y="1983"/>
                  </a:cubicBezTo>
                  <a:lnTo>
                    <a:pt x="20305" y="1983"/>
                  </a:lnTo>
                  <a:lnTo>
                    <a:pt x="20621" y="1445"/>
                  </a:lnTo>
                  <a:cubicBezTo>
                    <a:pt x="20559" y="140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7"/>
            <p:cNvSpPr/>
            <p:nvPr/>
          </p:nvSpPr>
          <p:spPr>
            <a:xfrm>
              <a:off x="2635883" y="3319132"/>
              <a:ext cx="1689272" cy="162529"/>
            </a:xfrm>
            <a:custGeom>
              <a:avLst/>
              <a:gdLst/>
              <a:ahLst/>
              <a:cxnLst/>
              <a:rect l="l" t="t" r="r" b="b"/>
              <a:pathLst>
                <a:path w="20621" h="1984" extrusionOk="0">
                  <a:moveTo>
                    <a:pt x="11690" y="1"/>
                  </a:moveTo>
                  <a:cubicBezTo>
                    <a:pt x="8708" y="1"/>
                    <a:pt x="4866" y="316"/>
                    <a:pt x="1" y="1154"/>
                  </a:cubicBezTo>
                  <a:lnTo>
                    <a:pt x="131" y="1792"/>
                  </a:lnTo>
                  <a:cubicBezTo>
                    <a:pt x="4935" y="923"/>
                    <a:pt x="8747" y="639"/>
                    <a:pt x="11690" y="639"/>
                  </a:cubicBezTo>
                  <a:cubicBezTo>
                    <a:pt x="14857" y="639"/>
                    <a:pt x="17039" y="992"/>
                    <a:pt x="18384" y="1346"/>
                  </a:cubicBezTo>
                  <a:cubicBezTo>
                    <a:pt x="19083" y="1500"/>
                    <a:pt x="19568" y="1661"/>
                    <a:pt x="19852" y="1792"/>
                  </a:cubicBezTo>
                  <a:cubicBezTo>
                    <a:pt x="20013" y="1853"/>
                    <a:pt x="20144" y="1884"/>
                    <a:pt x="20206" y="1953"/>
                  </a:cubicBezTo>
                  <a:cubicBezTo>
                    <a:pt x="20236" y="1953"/>
                    <a:pt x="20275" y="1953"/>
                    <a:pt x="20275" y="1984"/>
                  </a:cubicBezTo>
                  <a:lnTo>
                    <a:pt x="20305" y="1984"/>
                  </a:lnTo>
                  <a:lnTo>
                    <a:pt x="20621" y="1438"/>
                  </a:lnTo>
                  <a:cubicBezTo>
                    <a:pt x="20559" y="1407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7"/>
            <p:cNvSpPr/>
            <p:nvPr/>
          </p:nvSpPr>
          <p:spPr>
            <a:xfrm>
              <a:off x="2635883" y="3502387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0"/>
                  </a:moveTo>
                  <a:cubicBezTo>
                    <a:pt x="8708" y="0"/>
                    <a:pt x="4866" y="292"/>
                    <a:pt x="1" y="1122"/>
                  </a:cubicBezTo>
                  <a:lnTo>
                    <a:pt x="131" y="1760"/>
                  </a:lnTo>
                  <a:cubicBezTo>
                    <a:pt x="4935" y="930"/>
                    <a:pt x="8747" y="646"/>
                    <a:pt x="11690" y="646"/>
                  </a:cubicBezTo>
                  <a:cubicBezTo>
                    <a:pt x="14857" y="646"/>
                    <a:pt x="17039" y="961"/>
                    <a:pt x="18384" y="1315"/>
                  </a:cubicBezTo>
                  <a:cubicBezTo>
                    <a:pt x="19083" y="1476"/>
                    <a:pt x="19568" y="1637"/>
                    <a:pt x="19852" y="1760"/>
                  </a:cubicBezTo>
                  <a:cubicBezTo>
                    <a:pt x="20013" y="1829"/>
                    <a:pt x="20144" y="1891"/>
                    <a:pt x="20206" y="1922"/>
                  </a:cubicBezTo>
                  <a:cubicBezTo>
                    <a:pt x="20236" y="1922"/>
                    <a:pt x="20275" y="1952"/>
                    <a:pt x="20275" y="1952"/>
                  </a:cubicBezTo>
                  <a:lnTo>
                    <a:pt x="20305" y="1952"/>
                  </a:lnTo>
                  <a:lnTo>
                    <a:pt x="20621" y="1414"/>
                  </a:lnTo>
                  <a:cubicBezTo>
                    <a:pt x="20559" y="1376"/>
                    <a:pt x="18123" y="0"/>
                    <a:pt x="11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7"/>
            <p:cNvSpPr/>
            <p:nvPr/>
          </p:nvSpPr>
          <p:spPr>
            <a:xfrm>
              <a:off x="2635883" y="3683676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1"/>
                  </a:moveTo>
                  <a:cubicBezTo>
                    <a:pt x="8708" y="1"/>
                    <a:pt x="4866" y="285"/>
                    <a:pt x="1" y="1123"/>
                  </a:cubicBezTo>
                  <a:lnTo>
                    <a:pt x="131" y="1761"/>
                  </a:lnTo>
                  <a:cubicBezTo>
                    <a:pt x="4935" y="931"/>
                    <a:pt x="8747" y="639"/>
                    <a:pt x="11690" y="639"/>
                  </a:cubicBezTo>
                  <a:cubicBezTo>
                    <a:pt x="14857" y="639"/>
                    <a:pt x="17039" y="961"/>
                    <a:pt x="18384" y="1315"/>
                  </a:cubicBezTo>
                  <a:cubicBezTo>
                    <a:pt x="19083" y="1469"/>
                    <a:pt x="19568" y="1630"/>
                    <a:pt x="19852" y="1761"/>
                  </a:cubicBezTo>
                  <a:cubicBezTo>
                    <a:pt x="20013" y="1822"/>
                    <a:pt x="20144" y="1891"/>
                    <a:pt x="20206" y="1922"/>
                  </a:cubicBezTo>
                  <a:cubicBezTo>
                    <a:pt x="20236" y="1922"/>
                    <a:pt x="20275" y="1953"/>
                    <a:pt x="20275" y="1953"/>
                  </a:cubicBezTo>
                  <a:lnTo>
                    <a:pt x="20305" y="1953"/>
                  </a:lnTo>
                  <a:lnTo>
                    <a:pt x="20621" y="1407"/>
                  </a:lnTo>
                  <a:cubicBezTo>
                    <a:pt x="20559" y="1376"/>
                    <a:pt x="18123" y="1"/>
                    <a:pt x="116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7"/>
            <p:cNvSpPr/>
            <p:nvPr/>
          </p:nvSpPr>
          <p:spPr>
            <a:xfrm>
              <a:off x="2635883" y="3864392"/>
              <a:ext cx="1689272" cy="159990"/>
            </a:xfrm>
            <a:custGeom>
              <a:avLst/>
              <a:gdLst/>
              <a:ahLst/>
              <a:cxnLst/>
              <a:rect l="l" t="t" r="r" b="b"/>
              <a:pathLst>
                <a:path w="20621" h="1953" extrusionOk="0">
                  <a:moveTo>
                    <a:pt x="11690" y="0"/>
                  </a:moveTo>
                  <a:cubicBezTo>
                    <a:pt x="8708" y="0"/>
                    <a:pt x="4866" y="292"/>
                    <a:pt x="1" y="1122"/>
                  </a:cubicBezTo>
                  <a:lnTo>
                    <a:pt x="131" y="1760"/>
                  </a:lnTo>
                  <a:cubicBezTo>
                    <a:pt x="4935" y="930"/>
                    <a:pt x="8747" y="646"/>
                    <a:pt x="11690" y="646"/>
                  </a:cubicBezTo>
                  <a:cubicBezTo>
                    <a:pt x="14857" y="646"/>
                    <a:pt x="17039" y="961"/>
                    <a:pt x="18384" y="1315"/>
                  </a:cubicBezTo>
                  <a:cubicBezTo>
                    <a:pt x="19083" y="1476"/>
                    <a:pt x="19568" y="1637"/>
                    <a:pt x="19852" y="1760"/>
                  </a:cubicBezTo>
                  <a:cubicBezTo>
                    <a:pt x="20013" y="1829"/>
                    <a:pt x="20144" y="1891"/>
                    <a:pt x="20206" y="1922"/>
                  </a:cubicBezTo>
                  <a:cubicBezTo>
                    <a:pt x="20236" y="1922"/>
                    <a:pt x="20275" y="1952"/>
                    <a:pt x="20275" y="1952"/>
                  </a:cubicBezTo>
                  <a:lnTo>
                    <a:pt x="20305" y="1952"/>
                  </a:lnTo>
                  <a:lnTo>
                    <a:pt x="20621" y="1414"/>
                  </a:lnTo>
                  <a:cubicBezTo>
                    <a:pt x="20559" y="1376"/>
                    <a:pt x="18123" y="0"/>
                    <a:pt x="11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7"/>
            <p:cNvSpPr/>
            <p:nvPr/>
          </p:nvSpPr>
          <p:spPr>
            <a:xfrm>
              <a:off x="3478272" y="1999563"/>
              <a:ext cx="844349" cy="760627"/>
            </a:xfrm>
            <a:custGeom>
              <a:avLst/>
              <a:gdLst/>
              <a:ahLst/>
              <a:cxnLst/>
              <a:rect l="l" t="t" r="r" b="b"/>
              <a:pathLst>
                <a:path w="10307" h="9285" extrusionOk="0">
                  <a:moveTo>
                    <a:pt x="1" y="1"/>
                  </a:moveTo>
                  <a:lnTo>
                    <a:pt x="1" y="9284"/>
                  </a:lnTo>
                  <a:lnTo>
                    <a:pt x="10307" y="9284"/>
                  </a:lnTo>
                  <a:lnTo>
                    <a:pt x="103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7"/>
            <p:cNvSpPr/>
            <p:nvPr/>
          </p:nvSpPr>
          <p:spPr>
            <a:xfrm>
              <a:off x="3551345" y="2046585"/>
              <a:ext cx="761201" cy="713605"/>
            </a:xfrm>
            <a:custGeom>
              <a:avLst/>
              <a:gdLst/>
              <a:ahLst/>
              <a:cxnLst/>
              <a:rect l="l" t="t" r="r" b="b"/>
              <a:pathLst>
                <a:path w="9292" h="8711" extrusionOk="0">
                  <a:moveTo>
                    <a:pt x="470" y="1"/>
                  </a:moveTo>
                  <a:cubicBezTo>
                    <a:pt x="316" y="1"/>
                    <a:pt x="159" y="1"/>
                    <a:pt x="0" y="3"/>
                  </a:cubicBezTo>
                  <a:lnTo>
                    <a:pt x="0" y="7365"/>
                  </a:lnTo>
                  <a:cubicBezTo>
                    <a:pt x="211" y="7363"/>
                    <a:pt x="418" y="7361"/>
                    <a:pt x="621" y="7361"/>
                  </a:cubicBezTo>
                  <a:cubicBezTo>
                    <a:pt x="6947" y="7361"/>
                    <a:pt x="9292" y="8710"/>
                    <a:pt x="9292" y="8710"/>
                  </a:cubicBezTo>
                  <a:lnTo>
                    <a:pt x="9292" y="1379"/>
                  </a:lnTo>
                  <a:cubicBezTo>
                    <a:pt x="9292" y="1379"/>
                    <a:pt x="6910" y="1"/>
                    <a:pt x="4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7"/>
            <p:cNvSpPr/>
            <p:nvPr/>
          </p:nvSpPr>
          <p:spPr>
            <a:xfrm>
              <a:off x="3640720" y="2319379"/>
              <a:ext cx="472269" cy="328090"/>
            </a:xfrm>
            <a:custGeom>
              <a:avLst/>
              <a:gdLst/>
              <a:ahLst/>
              <a:cxnLst/>
              <a:rect l="l" t="t" r="r" b="b"/>
              <a:pathLst>
                <a:path w="5765" h="4005" extrusionOk="0">
                  <a:moveTo>
                    <a:pt x="2306" y="1"/>
                  </a:moveTo>
                  <a:cubicBezTo>
                    <a:pt x="1284" y="1023"/>
                    <a:pt x="1" y="3328"/>
                    <a:pt x="1" y="3328"/>
                  </a:cubicBezTo>
                  <a:lnTo>
                    <a:pt x="800" y="3328"/>
                  </a:lnTo>
                  <a:cubicBezTo>
                    <a:pt x="4128" y="3328"/>
                    <a:pt x="5765" y="4005"/>
                    <a:pt x="5765" y="4005"/>
                  </a:cubicBezTo>
                  <a:cubicBezTo>
                    <a:pt x="5765" y="4005"/>
                    <a:pt x="3743" y="1092"/>
                    <a:pt x="23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7"/>
            <p:cNvSpPr/>
            <p:nvPr/>
          </p:nvSpPr>
          <p:spPr>
            <a:xfrm>
              <a:off x="3947349" y="2350836"/>
              <a:ext cx="309821" cy="341361"/>
            </a:xfrm>
            <a:custGeom>
              <a:avLst/>
              <a:gdLst/>
              <a:ahLst/>
              <a:cxnLst/>
              <a:rect l="l" t="t" r="r" b="b"/>
              <a:pathLst>
                <a:path w="3782" h="4167" extrusionOk="0">
                  <a:moveTo>
                    <a:pt x="454" y="1"/>
                  </a:moveTo>
                  <a:lnTo>
                    <a:pt x="0" y="447"/>
                  </a:lnTo>
                  <a:cubicBezTo>
                    <a:pt x="0" y="447"/>
                    <a:pt x="1476" y="2114"/>
                    <a:pt x="2467" y="3682"/>
                  </a:cubicBezTo>
                  <a:cubicBezTo>
                    <a:pt x="3336" y="3944"/>
                    <a:pt x="3782" y="4166"/>
                    <a:pt x="3782" y="4166"/>
                  </a:cubicBezTo>
                  <a:cubicBezTo>
                    <a:pt x="3782" y="4166"/>
                    <a:pt x="1607" y="1023"/>
                    <a:pt x="4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7"/>
            <p:cNvSpPr/>
            <p:nvPr/>
          </p:nvSpPr>
          <p:spPr>
            <a:xfrm>
              <a:off x="2394064" y="3096252"/>
              <a:ext cx="192306" cy="187817"/>
            </a:xfrm>
            <a:custGeom>
              <a:avLst/>
              <a:gdLst/>
              <a:ahLst/>
              <a:cxnLst/>
              <a:rect l="l" t="t" r="r" b="b"/>
              <a:pathLst>
                <a:path w="1669" h="1630" extrusionOk="0">
                  <a:moveTo>
                    <a:pt x="739" y="1"/>
                  </a:moveTo>
                  <a:lnTo>
                    <a:pt x="1" y="961"/>
                  </a:lnTo>
                  <a:cubicBezTo>
                    <a:pt x="1" y="961"/>
                    <a:pt x="132" y="1246"/>
                    <a:pt x="547" y="1438"/>
                  </a:cubicBezTo>
                  <a:cubicBezTo>
                    <a:pt x="962" y="1630"/>
                    <a:pt x="1254" y="1630"/>
                    <a:pt x="1254" y="1630"/>
                  </a:cubicBezTo>
                  <a:lnTo>
                    <a:pt x="1669" y="800"/>
                  </a:lnTo>
                  <a:lnTo>
                    <a:pt x="7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7"/>
            <p:cNvSpPr/>
            <p:nvPr/>
          </p:nvSpPr>
          <p:spPr>
            <a:xfrm>
              <a:off x="2446375" y="2957639"/>
              <a:ext cx="294970" cy="265478"/>
            </a:xfrm>
            <a:custGeom>
              <a:avLst/>
              <a:gdLst/>
              <a:ahLst/>
              <a:cxnLst/>
              <a:rect l="l" t="t" r="r" b="b"/>
              <a:pathLst>
                <a:path w="2560" h="2304" extrusionOk="0">
                  <a:moveTo>
                    <a:pt x="1217" y="1"/>
                  </a:moveTo>
                  <a:cubicBezTo>
                    <a:pt x="1171" y="1"/>
                    <a:pt x="1126" y="7"/>
                    <a:pt x="1084" y="20"/>
                  </a:cubicBezTo>
                  <a:cubicBezTo>
                    <a:pt x="700" y="143"/>
                    <a:pt x="0" y="466"/>
                    <a:pt x="223" y="1073"/>
                  </a:cubicBezTo>
                  <a:cubicBezTo>
                    <a:pt x="433" y="1644"/>
                    <a:pt x="1070" y="2303"/>
                    <a:pt x="1465" y="2303"/>
                  </a:cubicBezTo>
                  <a:cubicBezTo>
                    <a:pt x="1490" y="2303"/>
                    <a:pt x="1514" y="2300"/>
                    <a:pt x="1537" y="2295"/>
                  </a:cubicBezTo>
                  <a:cubicBezTo>
                    <a:pt x="1883" y="2195"/>
                    <a:pt x="2560" y="689"/>
                    <a:pt x="2145" y="466"/>
                  </a:cubicBezTo>
                  <a:cubicBezTo>
                    <a:pt x="2145" y="466"/>
                    <a:pt x="1624" y="1"/>
                    <a:pt x="12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7"/>
            <p:cNvSpPr/>
            <p:nvPr/>
          </p:nvSpPr>
          <p:spPr>
            <a:xfrm>
              <a:off x="2650205" y="3091298"/>
              <a:ext cx="17629" cy="19127"/>
            </a:xfrm>
            <a:custGeom>
              <a:avLst/>
              <a:gdLst/>
              <a:ahLst/>
              <a:cxnLst/>
              <a:rect l="l" t="t" r="r" b="b"/>
              <a:pathLst>
                <a:path w="153" h="166" extrusionOk="0">
                  <a:moveTo>
                    <a:pt x="87" y="0"/>
                  </a:moveTo>
                  <a:cubicBezTo>
                    <a:pt x="74" y="0"/>
                    <a:pt x="62" y="4"/>
                    <a:pt x="53" y="13"/>
                  </a:cubicBezTo>
                  <a:cubicBezTo>
                    <a:pt x="53" y="44"/>
                    <a:pt x="22" y="74"/>
                    <a:pt x="22" y="105"/>
                  </a:cubicBezTo>
                  <a:cubicBezTo>
                    <a:pt x="1" y="126"/>
                    <a:pt x="38" y="166"/>
                    <a:pt x="73" y="166"/>
                  </a:cubicBezTo>
                  <a:cubicBezTo>
                    <a:pt x="89" y="166"/>
                    <a:pt x="105" y="157"/>
                    <a:pt x="114" y="136"/>
                  </a:cubicBezTo>
                  <a:cubicBezTo>
                    <a:pt x="114" y="105"/>
                    <a:pt x="114" y="74"/>
                    <a:pt x="153" y="44"/>
                  </a:cubicBezTo>
                  <a:cubicBezTo>
                    <a:pt x="153" y="22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7"/>
            <p:cNvSpPr/>
            <p:nvPr/>
          </p:nvSpPr>
          <p:spPr>
            <a:xfrm>
              <a:off x="2645597" y="3062607"/>
              <a:ext cx="44361" cy="18666"/>
            </a:xfrm>
            <a:custGeom>
              <a:avLst/>
              <a:gdLst/>
              <a:ahLst/>
              <a:cxnLst/>
              <a:rect l="l" t="t" r="r" b="b"/>
              <a:pathLst>
                <a:path w="385" h="162" extrusionOk="0">
                  <a:moveTo>
                    <a:pt x="1" y="1"/>
                  </a:moveTo>
                  <a:lnTo>
                    <a:pt x="1" y="70"/>
                  </a:lnTo>
                  <a:lnTo>
                    <a:pt x="124" y="70"/>
                  </a:lnTo>
                  <a:cubicBezTo>
                    <a:pt x="193" y="70"/>
                    <a:pt x="254" y="100"/>
                    <a:pt x="285" y="100"/>
                  </a:cubicBezTo>
                  <a:cubicBezTo>
                    <a:pt x="285" y="131"/>
                    <a:pt x="285" y="131"/>
                    <a:pt x="316" y="131"/>
                  </a:cubicBezTo>
                  <a:lnTo>
                    <a:pt x="316" y="162"/>
                  </a:lnTo>
                  <a:lnTo>
                    <a:pt x="346" y="162"/>
                  </a:lnTo>
                  <a:cubicBezTo>
                    <a:pt x="385" y="162"/>
                    <a:pt x="385" y="131"/>
                    <a:pt x="385" y="131"/>
                  </a:cubicBezTo>
                  <a:cubicBezTo>
                    <a:pt x="346" y="100"/>
                    <a:pt x="285" y="1"/>
                    <a:pt x="1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7"/>
            <p:cNvSpPr/>
            <p:nvPr/>
          </p:nvSpPr>
          <p:spPr>
            <a:xfrm>
              <a:off x="2615523" y="3162736"/>
              <a:ext cx="33760" cy="36181"/>
            </a:xfrm>
            <a:custGeom>
              <a:avLst/>
              <a:gdLst/>
              <a:ahLst/>
              <a:cxnLst/>
              <a:rect l="l" t="t" r="r" b="b"/>
              <a:pathLst>
                <a:path w="293" h="314" extrusionOk="0">
                  <a:moveTo>
                    <a:pt x="31" y="0"/>
                  </a:moveTo>
                  <a:cubicBezTo>
                    <a:pt x="31" y="0"/>
                    <a:pt x="0" y="223"/>
                    <a:pt x="100" y="284"/>
                  </a:cubicBezTo>
                  <a:cubicBezTo>
                    <a:pt x="119" y="305"/>
                    <a:pt x="139" y="313"/>
                    <a:pt x="157" y="313"/>
                  </a:cubicBezTo>
                  <a:cubicBezTo>
                    <a:pt x="229" y="313"/>
                    <a:pt x="292" y="192"/>
                    <a:pt x="292" y="192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7"/>
            <p:cNvSpPr/>
            <p:nvPr/>
          </p:nvSpPr>
          <p:spPr>
            <a:xfrm>
              <a:off x="2419759" y="2900258"/>
              <a:ext cx="325158" cy="288178"/>
            </a:xfrm>
            <a:custGeom>
              <a:avLst/>
              <a:gdLst/>
              <a:ahLst/>
              <a:cxnLst/>
              <a:rect l="l" t="t" r="r" b="b"/>
              <a:pathLst>
                <a:path w="2822" h="2501" extrusionOk="0">
                  <a:moveTo>
                    <a:pt x="1338" y="0"/>
                  </a:moveTo>
                  <a:cubicBezTo>
                    <a:pt x="953" y="0"/>
                    <a:pt x="601" y="215"/>
                    <a:pt x="385" y="518"/>
                  </a:cubicBezTo>
                  <a:cubicBezTo>
                    <a:pt x="1" y="1125"/>
                    <a:pt x="231" y="2055"/>
                    <a:pt x="231" y="2055"/>
                  </a:cubicBezTo>
                  <a:cubicBezTo>
                    <a:pt x="231" y="2217"/>
                    <a:pt x="616" y="2501"/>
                    <a:pt x="869" y="2501"/>
                  </a:cubicBezTo>
                  <a:cubicBezTo>
                    <a:pt x="1192" y="2501"/>
                    <a:pt x="1346" y="2339"/>
                    <a:pt x="1446" y="2178"/>
                  </a:cubicBezTo>
                  <a:cubicBezTo>
                    <a:pt x="1507" y="2117"/>
                    <a:pt x="1538" y="2055"/>
                    <a:pt x="1507" y="1986"/>
                  </a:cubicBezTo>
                  <a:cubicBezTo>
                    <a:pt x="1476" y="1986"/>
                    <a:pt x="1476" y="1955"/>
                    <a:pt x="1446" y="1955"/>
                  </a:cubicBezTo>
                  <a:cubicBezTo>
                    <a:pt x="1284" y="1832"/>
                    <a:pt x="1346" y="1640"/>
                    <a:pt x="1415" y="1509"/>
                  </a:cubicBezTo>
                  <a:cubicBezTo>
                    <a:pt x="1446" y="1448"/>
                    <a:pt x="1476" y="1379"/>
                    <a:pt x="1538" y="1379"/>
                  </a:cubicBezTo>
                  <a:cubicBezTo>
                    <a:pt x="1558" y="1370"/>
                    <a:pt x="1578" y="1366"/>
                    <a:pt x="1596" y="1366"/>
                  </a:cubicBezTo>
                  <a:cubicBezTo>
                    <a:pt x="1640" y="1366"/>
                    <a:pt x="1677" y="1388"/>
                    <a:pt x="1699" y="1410"/>
                  </a:cubicBezTo>
                  <a:cubicBezTo>
                    <a:pt x="1699" y="1448"/>
                    <a:pt x="1699" y="1479"/>
                    <a:pt x="1730" y="1509"/>
                  </a:cubicBezTo>
                  <a:cubicBezTo>
                    <a:pt x="1730" y="1540"/>
                    <a:pt x="1768" y="1571"/>
                    <a:pt x="1799" y="1571"/>
                  </a:cubicBezTo>
                  <a:cubicBezTo>
                    <a:pt x="1830" y="1571"/>
                    <a:pt x="1830" y="1509"/>
                    <a:pt x="1830" y="1448"/>
                  </a:cubicBezTo>
                  <a:cubicBezTo>
                    <a:pt x="1830" y="1256"/>
                    <a:pt x="2022" y="1094"/>
                    <a:pt x="2214" y="1064"/>
                  </a:cubicBezTo>
                  <a:cubicBezTo>
                    <a:pt x="2345" y="1125"/>
                    <a:pt x="2568" y="1217"/>
                    <a:pt x="2729" y="1287"/>
                  </a:cubicBezTo>
                  <a:cubicBezTo>
                    <a:pt x="2821" y="1094"/>
                    <a:pt x="2660" y="387"/>
                    <a:pt x="1991" y="257"/>
                  </a:cubicBezTo>
                  <a:cubicBezTo>
                    <a:pt x="1891" y="165"/>
                    <a:pt x="1668" y="34"/>
                    <a:pt x="1415" y="3"/>
                  </a:cubicBezTo>
                  <a:cubicBezTo>
                    <a:pt x="1389" y="1"/>
                    <a:pt x="1364" y="0"/>
                    <a:pt x="13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7"/>
            <p:cNvSpPr/>
            <p:nvPr/>
          </p:nvSpPr>
          <p:spPr>
            <a:xfrm>
              <a:off x="2656197" y="3111346"/>
              <a:ext cx="40904" cy="60839"/>
            </a:xfrm>
            <a:custGeom>
              <a:avLst/>
              <a:gdLst/>
              <a:ahLst/>
              <a:cxnLst/>
              <a:rect l="l" t="t" r="r" b="b"/>
              <a:pathLst>
                <a:path w="355" h="528" extrusionOk="0">
                  <a:moveTo>
                    <a:pt x="293" y="0"/>
                  </a:moveTo>
                  <a:lnTo>
                    <a:pt x="1" y="446"/>
                  </a:lnTo>
                  <a:cubicBezTo>
                    <a:pt x="1" y="446"/>
                    <a:pt x="121" y="528"/>
                    <a:pt x="202" y="528"/>
                  </a:cubicBezTo>
                  <a:cubicBezTo>
                    <a:pt x="223" y="528"/>
                    <a:pt x="242" y="522"/>
                    <a:pt x="254" y="507"/>
                  </a:cubicBezTo>
                  <a:cubicBezTo>
                    <a:pt x="354" y="446"/>
                    <a:pt x="293" y="0"/>
                    <a:pt x="2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7"/>
            <p:cNvSpPr/>
            <p:nvPr/>
          </p:nvSpPr>
          <p:spPr>
            <a:xfrm>
              <a:off x="1450154" y="4542300"/>
              <a:ext cx="14288" cy="328622"/>
            </a:xfrm>
            <a:custGeom>
              <a:avLst/>
              <a:gdLst/>
              <a:ahLst/>
              <a:cxnLst/>
              <a:rect l="l" t="t" r="r" b="b"/>
              <a:pathLst>
                <a:path w="124" h="2852" extrusionOk="0">
                  <a:moveTo>
                    <a:pt x="0" y="1"/>
                  </a:moveTo>
                  <a:lnTo>
                    <a:pt x="0" y="2852"/>
                  </a:lnTo>
                  <a:lnTo>
                    <a:pt x="123" y="2852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7"/>
            <p:cNvSpPr/>
            <p:nvPr/>
          </p:nvSpPr>
          <p:spPr>
            <a:xfrm>
              <a:off x="1464326" y="4542300"/>
              <a:ext cx="122251" cy="328622"/>
            </a:xfrm>
            <a:custGeom>
              <a:avLst/>
              <a:gdLst/>
              <a:ahLst/>
              <a:cxnLst/>
              <a:rect l="l" t="t" r="r" b="b"/>
              <a:pathLst>
                <a:path w="1061" h="2852" extrusionOk="0">
                  <a:moveTo>
                    <a:pt x="0" y="1"/>
                  </a:moveTo>
                  <a:lnTo>
                    <a:pt x="0" y="2852"/>
                  </a:lnTo>
                  <a:cubicBezTo>
                    <a:pt x="0" y="2852"/>
                    <a:pt x="262" y="2760"/>
                    <a:pt x="646" y="2083"/>
                  </a:cubicBezTo>
                  <a:cubicBezTo>
                    <a:pt x="800" y="1830"/>
                    <a:pt x="961" y="1699"/>
                    <a:pt x="961" y="1699"/>
                  </a:cubicBezTo>
                  <a:lnTo>
                    <a:pt x="1061" y="416"/>
                  </a:lnTo>
                  <a:lnTo>
                    <a:pt x="992" y="162"/>
                  </a:lnTo>
                  <a:cubicBezTo>
                    <a:pt x="992" y="162"/>
                    <a:pt x="677" y="70"/>
                    <a:pt x="454" y="31"/>
                  </a:cubicBezTo>
                  <a:cubicBezTo>
                    <a:pt x="223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7"/>
            <p:cNvSpPr/>
            <p:nvPr/>
          </p:nvSpPr>
          <p:spPr>
            <a:xfrm>
              <a:off x="1530695" y="4745092"/>
              <a:ext cx="22238" cy="22238"/>
            </a:xfrm>
            <a:custGeom>
              <a:avLst/>
              <a:gdLst/>
              <a:ahLst/>
              <a:cxnLst/>
              <a:rect l="l" t="t" r="r" b="b"/>
              <a:pathLst>
                <a:path w="193" h="193" extrusionOk="0">
                  <a:moveTo>
                    <a:pt x="31" y="1"/>
                  </a:moveTo>
                  <a:lnTo>
                    <a:pt x="1" y="39"/>
                  </a:lnTo>
                  <a:lnTo>
                    <a:pt x="162" y="193"/>
                  </a:lnTo>
                  <a:lnTo>
                    <a:pt x="193" y="131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7"/>
            <p:cNvSpPr/>
            <p:nvPr/>
          </p:nvSpPr>
          <p:spPr>
            <a:xfrm>
              <a:off x="1516522" y="4767215"/>
              <a:ext cx="25810" cy="18782"/>
            </a:xfrm>
            <a:custGeom>
              <a:avLst/>
              <a:gdLst/>
              <a:ahLst/>
              <a:cxnLst/>
              <a:rect l="l" t="t" r="r" b="b"/>
              <a:pathLst>
                <a:path w="224" h="163" extrusionOk="0">
                  <a:moveTo>
                    <a:pt x="31" y="1"/>
                  </a:moveTo>
                  <a:lnTo>
                    <a:pt x="1" y="39"/>
                  </a:lnTo>
                  <a:lnTo>
                    <a:pt x="193" y="162"/>
                  </a:lnTo>
                  <a:lnTo>
                    <a:pt x="224" y="101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7"/>
            <p:cNvSpPr/>
            <p:nvPr/>
          </p:nvSpPr>
          <p:spPr>
            <a:xfrm>
              <a:off x="1505000" y="4785881"/>
              <a:ext cx="25810" cy="18666"/>
            </a:xfrm>
            <a:custGeom>
              <a:avLst/>
              <a:gdLst/>
              <a:ahLst/>
              <a:cxnLst/>
              <a:rect l="l" t="t" r="r" b="b"/>
              <a:pathLst>
                <a:path w="224" h="162" extrusionOk="0">
                  <a:moveTo>
                    <a:pt x="32" y="0"/>
                  </a:moveTo>
                  <a:lnTo>
                    <a:pt x="1" y="31"/>
                  </a:lnTo>
                  <a:lnTo>
                    <a:pt x="193" y="162"/>
                  </a:lnTo>
                  <a:lnTo>
                    <a:pt x="224" y="10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7"/>
            <p:cNvSpPr/>
            <p:nvPr/>
          </p:nvSpPr>
          <p:spPr>
            <a:xfrm>
              <a:off x="1560768" y="4560966"/>
              <a:ext cx="206479" cy="199339"/>
            </a:xfrm>
            <a:custGeom>
              <a:avLst/>
              <a:gdLst/>
              <a:ahLst/>
              <a:cxnLst/>
              <a:rect l="l" t="t" r="r" b="b"/>
              <a:pathLst>
                <a:path w="1792" h="1730" extrusionOk="0">
                  <a:moveTo>
                    <a:pt x="155" y="0"/>
                  </a:moveTo>
                  <a:cubicBezTo>
                    <a:pt x="155" y="0"/>
                    <a:pt x="1" y="131"/>
                    <a:pt x="1" y="607"/>
                  </a:cubicBezTo>
                  <a:cubicBezTo>
                    <a:pt x="1" y="1091"/>
                    <a:pt x="124" y="1537"/>
                    <a:pt x="124" y="1537"/>
                  </a:cubicBezTo>
                  <a:lnTo>
                    <a:pt x="1792" y="1729"/>
                  </a:lnTo>
                  <a:lnTo>
                    <a:pt x="1569" y="100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7"/>
            <p:cNvSpPr/>
            <p:nvPr/>
          </p:nvSpPr>
          <p:spPr>
            <a:xfrm>
              <a:off x="1608586" y="3808215"/>
              <a:ext cx="804253" cy="1062720"/>
            </a:xfrm>
            <a:custGeom>
              <a:avLst/>
              <a:gdLst/>
              <a:ahLst/>
              <a:cxnLst/>
              <a:rect l="l" t="t" r="r" b="b"/>
              <a:pathLst>
                <a:path w="6980" h="9223" extrusionOk="0">
                  <a:moveTo>
                    <a:pt x="5734" y="1"/>
                  </a:moveTo>
                  <a:lnTo>
                    <a:pt x="3044" y="900"/>
                  </a:lnTo>
                  <a:cubicBezTo>
                    <a:pt x="2591" y="2114"/>
                    <a:pt x="3329" y="3843"/>
                    <a:pt x="3329" y="3843"/>
                  </a:cubicBezTo>
                  <a:lnTo>
                    <a:pt x="3774" y="6787"/>
                  </a:lnTo>
                  <a:lnTo>
                    <a:pt x="1" y="6533"/>
                  </a:lnTo>
                  <a:lnTo>
                    <a:pt x="62" y="8808"/>
                  </a:lnTo>
                  <a:cubicBezTo>
                    <a:pt x="62" y="8808"/>
                    <a:pt x="4005" y="9223"/>
                    <a:pt x="4966" y="9223"/>
                  </a:cubicBezTo>
                  <a:cubicBezTo>
                    <a:pt x="5926" y="9223"/>
                    <a:pt x="6272" y="9000"/>
                    <a:pt x="6564" y="8454"/>
                  </a:cubicBezTo>
                  <a:cubicBezTo>
                    <a:pt x="6979" y="7624"/>
                    <a:pt x="6372" y="3013"/>
                    <a:pt x="6372" y="2944"/>
                  </a:cubicBezTo>
                  <a:lnTo>
                    <a:pt x="57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7"/>
            <p:cNvSpPr/>
            <p:nvPr/>
          </p:nvSpPr>
          <p:spPr>
            <a:xfrm>
              <a:off x="1659976" y="4567995"/>
              <a:ext cx="22238" cy="262252"/>
            </a:xfrm>
            <a:custGeom>
              <a:avLst/>
              <a:gdLst/>
              <a:ahLst/>
              <a:cxnLst/>
              <a:rect l="l" t="t" r="r" b="b"/>
              <a:pathLst>
                <a:path w="193" h="2276" extrusionOk="0">
                  <a:moveTo>
                    <a:pt x="1" y="1"/>
                  </a:moveTo>
                  <a:lnTo>
                    <a:pt x="131" y="2275"/>
                  </a:lnTo>
                  <a:lnTo>
                    <a:pt x="193" y="2275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7"/>
            <p:cNvSpPr/>
            <p:nvPr/>
          </p:nvSpPr>
          <p:spPr>
            <a:xfrm>
              <a:off x="2641218" y="4730920"/>
              <a:ext cx="325043" cy="121447"/>
            </a:xfrm>
            <a:custGeom>
              <a:avLst/>
              <a:gdLst/>
              <a:ahLst/>
              <a:cxnLst/>
              <a:rect l="l" t="t" r="r" b="b"/>
              <a:pathLst>
                <a:path w="2821" h="1054" extrusionOk="0">
                  <a:moveTo>
                    <a:pt x="384" y="1"/>
                  </a:moveTo>
                  <a:lnTo>
                    <a:pt x="162" y="62"/>
                  </a:lnTo>
                  <a:cubicBezTo>
                    <a:pt x="162" y="62"/>
                    <a:pt x="69" y="385"/>
                    <a:pt x="39" y="608"/>
                  </a:cubicBezTo>
                  <a:cubicBezTo>
                    <a:pt x="0" y="831"/>
                    <a:pt x="0" y="1054"/>
                    <a:pt x="0" y="1054"/>
                  </a:cubicBezTo>
                  <a:lnTo>
                    <a:pt x="2821" y="1054"/>
                  </a:lnTo>
                  <a:cubicBezTo>
                    <a:pt x="2821" y="1054"/>
                    <a:pt x="2759" y="800"/>
                    <a:pt x="2083" y="416"/>
                  </a:cubicBezTo>
                  <a:cubicBezTo>
                    <a:pt x="1829" y="254"/>
                    <a:pt x="1668" y="93"/>
                    <a:pt x="1668" y="93"/>
                  </a:cubicBezTo>
                  <a:lnTo>
                    <a:pt x="3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7"/>
            <p:cNvSpPr/>
            <p:nvPr/>
          </p:nvSpPr>
          <p:spPr>
            <a:xfrm>
              <a:off x="2840439" y="4763643"/>
              <a:ext cx="22238" cy="22354"/>
            </a:xfrm>
            <a:custGeom>
              <a:avLst/>
              <a:gdLst/>
              <a:ahLst/>
              <a:cxnLst/>
              <a:rect l="l" t="t" r="r" b="b"/>
              <a:pathLst>
                <a:path w="193" h="194" extrusionOk="0">
                  <a:moveTo>
                    <a:pt x="162" y="1"/>
                  </a:moveTo>
                  <a:lnTo>
                    <a:pt x="0" y="162"/>
                  </a:lnTo>
                  <a:lnTo>
                    <a:pt x="69" y="193"/>
                  </a:lnTo>
                  <a:lnTo>
                    <a:pt x="192" y="32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7"/>
            <p:cNvSpPr/>
            <p:nvPr/>
          </p:nvSpPr>
          <p:spPr>
            <a:xfrm>
              <a:off x="2862562" y="4775166"/>
              <a:ext cx="18666" cy="25810"/>
            </a:xfrm>
            <a:custGeom>
              <a:avLst/>
              <a:gdLst/>
              <a:ahLst/>
              <a:cxnLst/>
              <a:rect l="l" t="t" r="r" b="b"/>
              <a:pathLst>
                <a:path w="162" h="224" extrusionOk="0">
                  <a:moveTo>
                    <a:pt x="131" y="1"/>
                  </a:moveTo>
                  <a:lnTo>
                    <a:pt x="0" y="193"/>
                  </a:lnTo>
                  <a:lnTo>
                    <a:pt x="70" y="224"/>
                  </a:lnTo>
                  <a:lnTo>
                    <a:pt x="162" y="32"/>
                  </a:lnTo>
                  <a:lnTo>
                    <a:pt x="1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7"/>
            <p:cNvSpPr/>
            <p:nvPr/>
          </p:nvSpPr>
          <p:spPr>
            <a:xfrm>
              <a:off x="2881113" y="4785881"/>
              <a:ext cx="18781" cy="25695"/>
            </a:xfrm>
            <a:custGeom>
              <a:avLst/>
              <a:gdLst/>
              <a:ahLst/>
              <a:cxnLst/>
              <a:rect l="l" t="t" r="r" b="b"/>
              <a:pathLst>
                <a:path w="163" h="223" extrusionOk="0">
                  <a:moveTo>
                    <a:pt x="131" y="0"/>
                  </a:moveTo>
                  <a:lnTo>
                    <a:pt x="1" y="192"/>
                  </a:lnTo>
                  <a:lnTo>
                    <a:pt x="70" y="223"/>
                  </a:lnTo>
                  <a:lnTo>
                    <a:pt x="162" y="31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7"/>
            <p:cNvSpPr/>
            <p:nvPr/>
          </p:nvSpPr>
          <p:spPr>
            <a:xfrm>
              <a:off x="2659769" y="4572373"/>
              <a:ext cx="221458" cy="184360"/>
            </a:xfrm>
            <a:custGeom>
              <a:avLst/>
              <a:gdLst/>
              <a:ahLst/>
              <a:cxnLst/>
              <a:rect l="l" t="t" r="r" b="b"/>
              <a:pathLst>
                <a:path w="1922" h="1600" extrusionOk="0">
                  <a:moveTo>
                    <a:pt x="1922" y="1"/>
                  </a:moveTo>
                  <a:lnTo>
                    <a:pt x="262" y="385"/>
                  </a:lnTo>
                  <a:lnTo>
                    <a:pt x="1" y="1438"/>
                  </a:lnTo>
                  <a:cubicBezTo>
                    <a:pt x="1" y="1438"/>
                    <a:pt x="131" y="1600"/>
                    <a:pt x="608" y="1600"/>
                  </a:cubicBezTo>
                  <a:cubicBezTo>
                    <a:pt x="1092" y="1600"/>
                    <a:pt x="1507" y="1469"/>
                    <a:pt x="1507" y="1469"/>
                  </a:cubicBezTo>
                  <a:lnTo>
                    <a:pt x="192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7"/>
            <p:cNvSpPr/>
            <p:nvPr/>
          </p:nvSpPr>
          <p:spPr>
            <a:xfrm>
              <a:off x="2058533" y="3941067"/>
              <a:ext cx="944940" cy="756337"/>
            </a:xfrm>
            <a:custGeom>
              <a:avLst/>
              <a:gdLst/>
              <a:ahLst/>
              <a:cxnLst/>
              <a:rect l="l" t="t" r="r" b="b"/>
              <a:pathLst>
                <a:path w="8201" h="6564" extrusionOk="0">
                  <a:moveTo>
                    <a:pt x="3428" y="0"/>
                  </a:moveTo>
                  <a:lnTo>
                    <a:pt x="415" y="415"/>
                  </a:lnTo>
                  <a:cubicBezTo>
                    <a:pt x="415" y="415"/>
                    <a:pt x="0" y="2529"/>
                    <a:pt x="2114" y="2982"/>
                  </a:cubicBezTo>
                  <a:cubicBezTo>
                    <a:pt x="3044" y="3205"/>
                    <a:pt x="5733" y="3267"/>
                    <a:pt x="5733" y="3267"/>
                  </a:cubicBezTo>
                  <a:lnTo>
                    <a:pt x="5126" y="6564"/>
                  </a:lnTo>
                  <a:lnTo>
                    <a:pt x="7432" y="6564"/>
                  </a:lnTo>
                  <a:cubicBezTo>
                    <a:pt x="7432" y="6564"/>
                    <a:pt x="7939" y="4066"/>
                    <a:pt x="8070" y="2406"/>
                  </a:cubicBezTo>
                  <a:cubicBezTo>
                    <a:pt x="8200" y="1315"/>
                    <a:pt x="7593" y="707"/>
                    <a:pt x="6825" y="707"/>
                  </a:cubicBezTo>
                  <a:cubicBezTo>
                    <a:pt x="6056" y="707"/>
                    <a:pt x="3781" y="485"/>
                    <a:pt x="3781" y="485"/>
                  </a:cubicBezTo>
                  <a:lnTo>
                    <a:pt x="34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7"/>
            <p:cNvSpPr/>
            <p:nvPr/>
          </p:nvSpPr>
          <p:spPr>
            <a:xfrm>
              <a:off x="2095635" y="4063203"/>
              <a:ext cx="257868" cy="235750"/>
            </a:xfrm>
            <a:custGeom>
              <a:avLst/>
              <a:gdLst/>
              <a:ahLst/>
              <a:cxnLst/>
              <a:rect l="l" t="t" r="r" b="b"/>
              <a:pathLst>
                <a:path w="2238" h="2046" extrusionOk="0">
                  <a:moveTo>
                    <a:pt x="62" y="1"/>
                  </a:moveTo>
                  <a:lnTo>
                    <a:pt x="1" y="32"/>
                  </a:lnTo>
                  <a:cubicBezTo>
                    <a:pt x="224" y="1023"/>
                    <a:pt x="769" y="1538"/>
                    <a:pt x="1277" y="1792"/>
                  </a:cubicBezTo>
                  <a:cubicBezTo>
                    <a:pt x="1792" y="2045"/>
                    <a:pt x="2237" y="2045"/>
                    <a:pt x="2237" y="2045"/>
                  </a:cubicBezTo>
                  <a:lnTo>
                    <a:pt x="2237" y="1984"/>
                  </a:lnTo>
                  <a:cubicBezTo>
                    <a:pt x="2237" y="1984"/>
                    <a:pt x="1792" y="1984"/>
                    <a:pt x="1315" y="1730"/>
                  </a:cubicBezTo>
                  <a:cubicBezTo>
                    <a:pt x="831" y="1469"/>
                    <a:pt x="285" y="992"/>
                    <a:pt x="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7"/>
            <p:cNvSpPr/>
            <p:nvPr/>
          </p:nvSpPr>
          <p:spPr>
            <a:xfrm>
              <a:off x="2209937" y="4041080"/>
              <a:ext cx="129395" cy="14288"/>
            </a:xfrm>
            <a:custGeom>
              <a:avLst/>
              <a:gdLst/>
              <a:ahLst/>
              <a:cxnLst/>
              <a:rect l="l" t="t" r="r" b="b"/>
              <a:pathLst>
                <a:path w="1123" h="124" extrusionOk="0">
                  <a:moveTo>
                    <a:pt x="0" y="1"/>
                  </a:moveTo>
                  <a:lnTo>
                    <a:pt x="0" y="62"/>
                  </a:lnTo>
                  <a:cubicBezTo>
                    <a:pt x="0" y="62"/>
                    <a:pt x="323" y="124"/>
                    <a:pt x="769" y="124"/>
                  </a:cubicBezTo>
                  <a:cubicBezTo>
                    <a:pt x="861" y="124"/>
                    <a:pt x="992" y="124"/>
                    <a:pt x="1122" y="93"/>
                  </a:cubicBezTo>
                  <a:lnTo>
                    <a:pt x="1092" y="32"/>
                  </a:lnTo>
                  <a:cubicBezTo>
                    <a:pt x="992" y="62"/>
                    <a:pt x="861" y="62"/>
                    <a:pt x="769" y="62"/>
                  </a:cubicBezTo>
                  <a:cubicBezTo>
                    <a:pt x="546" y="62"/>
                    <a:pt x="354" y="32"/>
                    <a:pt x="223" y="32"/>
                  </a:cubicBezTo>
                  <a:cubicBezTo>
                    <a:pt x="162" y="1"/>
                    <a:pt x="93" y="1"/>
                    <a:pt x="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7"/>
            <p:cNvSpPr/>
            <p:nvPr/>
          </p:nvSpPr>
          <p:spPr>
            <a:xfrm>
              <a:off x="1940660" y="4007435"/>
              <a:ext cx="92293" cy="22238"/>
            </a:xfrm>
            <a:custGeom>
              <a:avLst/>
              <a:gdLst/>
              <a:ahLst/>
              <a:cxnLst/>
              <a:rect l="l" t="t" r="r" b="b"/>
              <a:pathLst>
                <a:path w="801" h="193" extrusionOk="0">
                  <a:moveTo>
                    <a:pt x="1" y="1"/>
                  </a:moveTo>
                  <a:lnTo>
                    <a:pt x="1" y="62"/>
                  </a:lnTo>
                  <a:cubicBezTo>
                    <a:pt x="1" y="62"/>
                    <a:pt x="447" y="193"/>
                    <a:pt x="770" y="193"/>
                  </a:cubicBezTo>
                  <a:lnTo>
                    <a:pt x="800" y="193"/>
                  </a:lnTo>
                  <a:lnTo>
                    <a:pt x="800" y="131"/>
                  </a:lnTo>
                  <a:lnTo>
                    <a:pt x="770" y="131"/>
                  </a:lnTo>
                  <a:cubicBezTo>
                    <a:pt x="639" y="131"/>
                    <a:pt x="447" y="101"/>
                    <a:pt x="285" y="62"/>
                  </a:cubicBezTo>
                  <a:cubicBezTo>
                    <a:pt x="193" y="32"/>
                    <a:pt x="124" y="32"/>
                    <a:pt x="93" y="32"/>
                  </a:cubicBezTo>
                  <a:cubicBezTo>
                    <a:pt x="32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7"/>
            <p:cNvSpPr/>
            <p:nvPr/>
          </p:nvSpPr>
          <p:spPr>
            <a:xfrm>
              <a:off x="2656197" y="4642429"/>
              <a:ext cx="269390" cy="7144"/>
            </a:xfrm>
            <a:custGeom>
              <a:avLst/>
              <a:gdLst/>
              <a:ahLst/>
              <a:cxnLst/>
              <a:rect l="l" t="t" r="r" b="b"/>
              <a:pathLst>
                <a:path w="2338" h="62" extrusionOk="0">
                  <a:moveTo>
                    <a:pt x="1" y="0"/>
                  </a:moveTo>
                  <a:lnTo>
                    <a:pt x="1" y="62"/>
                  </a:lnTo>
                  <a:lnTo>
                    <a:pt x="2337" y="62"/>
                  </a:lnTo>
                  <a:lnTo>
                    <a:pt x="23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7"/>
            <p:cNvSpPr/>
            <p:nvPr/>
          </p:nvSpPr>
          <p:spPr>
            <a:xfrm>
              <a:off x="3136218" y="3424753"/>
              <a:ext cx="107272" cy="95752"/>
            </a:xfrm>
            <a:custGeom>
              <a:avLst/>
              <a:gdLst/>
              <a:ahLst/>
              <a:cxnLst/>
              <a:rect l="l" t="t" r="r" b="b"/>
              <a:pathLst>
                <a:path w="931" h="831" extrusionOk="0">
                  <a:moveTo>
                    <a:pt x="800" y="1"/>
                  </a:moveTo>
                  <a:lnTo>
                    <a:pt x="0" y="639"/>
                  </a:lnTo>
                  <a:lnTo>
                    <a:pt x="123" y="831"/>
                  </a:lnTo>
                  <a:lnTo>
                    <a:pt x="930" y="162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7"/>
            <p:cNvSpPr/>
            <p:nvPr/>
          </p:nvSpPr>
          <p:spPr>
            <a:xfrm>
              <a:off x="3202586" y="3289251"/>
              <a:ext cx="195878" cy="183438"/>
            </a:xfrm>
            <a:custGeom>
              <a:avLst/>
              <a:gdLst/>
              <a:ahLst/>
              <a:cxnLst/>
              <a:rect l="l" t="t" r="r" b="b"/>
              <a:pathLst>
                <a:path w="1700" h="1592" extrusionOk="0">
                  <a:moveTo>
                    <a:pt x="800" y="185"/>
                  </a:moveTo>
                  <a:cubicBezTo>
                    <a:pt x="961" y="185"/>
                    <a:pt x="1123" y="216"/>
                    <a:pt x="1246" y="339"/>
                  </a:cubicBezTo>
                  <a:cubicBezTo>
                    <a:pt x="1507" y="570"/>
                    <a:pt x="1507" y="985"/>
                    <a:pt x="1276" y="1238"/>
                  </a:cubicBezTo>
                  <a:cubicBezTo>
                    <a:pt x="1146" y="1369"/>
                    <a:pt x="980" y="1433"/>
                    <a:pt x="815" y="1433"/>
                  </a:cubicBezTo>
                  <a:cubicBezTo>
                    <a:pt x="661" y="1433"/>
                    <a:pt x="508" y="1377"/>
                    <a:pt x="385" y="1269"/>
                  </a:cubicBezTo>
                  <a:cubicBezTo>
                    <a:pt x="254" y="1146"/>
                    <a:pt x="193" y="985"/>
                    <a:pt x="193" y="823"/>
                  </a:cubicBezTo>
                  <a:cubicBezTo>
                    <a:pt x="193" y="662"/>
                    <a:pt x="224" y="501"/>
                    <a:pt x="354" y="378"/>
                  </a:cubicBezTo>
                  <a:cubicBezTo>
                    <a:pt x="477" y="247"/>
                    <a:pt x="639" y="185"/>
                    <a:pt x="800" y="185"/>
                  </a:cubicBezTo>
                  <a:close/>
                  <a:moveTo>
                    <a:pt x="800" y="1"/>
                  </a:moveTo>
                  <a:cubicBezTo>
                    <a:pt x="595" y="1"/>
                    <a:pt x="389" y="81"/>
                    <a:pt x="224" y="247"/>
                  </a:cubicBezTo>
                  <a:cubicBezTo>
                    <a:pt x="93" y="408"/>
                    <a:pt x="1" y="631"/>
                    <a:pt x="1" y="823"/>
                  </a:cubicBezTo>
                  <a:cubicBezTo>
                    <a:pt x="31" y="1046"/>
                    <a:pt x="93" y="1238"/>
                    <a:pt x="254" y="1400"/>
                  </a:cubicBezTo>
                  <a:cubicBezTo>
                    <a:pt x="416" y="1530"/>
                    <a:pt x="639" y="1592"/>
                    <a:pt x="831" y="1592"/>
                  </a:cubicBezTo>
                  <a:cubicBezTo>
                    <a:pt x="1023" y="1592"/>
                    <a:pt x="1246" y="1492"/>
                    <a:pt x="1376" y="1338"/>
                  </a:cubicBezTo>
                  <a:cubicBezTo>
                    <a:pt x="1699" y="1015"/>
                    <a:pt x="1661" y="531"/>
                    <a:pt x="1346" y="216"/>
                  </a:cubicBezTo>
                  <a:cubicBezTo>
                    <a:pt x="1188" y="74"/>
                    <a:pt x="994" y="1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7"/>
            <p:cNvSpPr/>
            <p:nvPr/>
          </p:nvSpPr>
          <p:spPr>
            <a:xfrm>
              <a:off x="3069734" y="3443419"/>
              <a:ext cx="147139" cy="126747"/>
            </a:xfrm>
            <a:custGeom>
              <a:avLst/>
              <a:gdLst/>
              <a:ahLst/>
              <a:cxnLst/>
              <a:rect l="l" t="t" r="r" b="b"/>
              <a:pathLst>
                <a:path w="1277" h="1100" extrusionOk="0">
                  <a:moveTo>
                    <a:pt x="1084" y="0"/>
                  </a:moveTo>
                  <a:lnTo>
                    <a:pt x="93" y="800"/>
                  </a:lnTo>
                  <a:cubicBezTo>
                    <a:pt x="32" y="861"/>
                    <a:pt x="1" y="961"/>
                    <a:pt x="62" y="1053"/>
                  </a:cubicBezTo>
                  <a:cubicBezTo>
                    <a:pt x="78" y="1084"/>
                    <a:pt x="118" y="1099"/>
                    <a:pt x="162" y="1099"/>
                  </a:cubicBezTo>
                  <a:cubicBezTo>
                    <a:pt x="206" y="1099"/>
                    <a:pt x="254" y="1084"/>
                    <a:pt x="285" y="1053"/>
                  </a:cubicBezTo>
                  <a:lnTo>
                    <a:pt x="1277" y="254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7"/>
            <p:cNvSpPr/>
            <p:nvPr/>
          </p:nvSpPr>
          <p:spPr>
            <a:xfrm>
              <a:off x="2940453" y="3469114"/>
              <a:ext cx="272847" cy="195767"/>
            </a:xfrm>
            <a:custGeom>
              <a:avLst/>
              <a:gdLst/>
              <a:ahLst/>
              <a:cxnLst/>
              <a:rect l="l" t="t" r="r" b="b"/>
              <a:pathLst>
                <a:path w="2368" h="1699" extrusionOk="0">
                  <a:moveTo>
                    <a:pt x="1599" y="0"/>
                  </a:moveTo>
                  <a:cubicBezTo>
                    <a:pt x="1407" y="0"/>
                    <a:pt x="900" y="415"/>
                    <a:pt x="900" y="415"/>
                  </a:cubicBezTo>
                  <a:lnTo>
                    <a:pt x="1" y="669"/>
                  </a:lnTo>
                  <a:lnTo>
                    <a:pt x="254" y="1699"/>
                  </a:lnTo>
                  <a:cubicBezTo>
                    <a:pt x="254" y="1699"/>
                    <a:pt x="1891" y="1245"/>
                    <a:pt x="2053" y="1184"/>
                  </a:cubicBezTo>
                  <a:cubicBezTo>
                    <a:pt x="2145" y="1122"/>
                    <a:pt x="2245" y="1022"/>
                    <a:pt x="2176" y="930"/>
                  </a:cubicBezTo>
                  <a:cubicBezTo>
                    <a:pt x="2276" y="830"/>
                    <a:pt x="2276" y="699"/>
                    <a:pt x="2206" y="699"/>
                  </a:cubicBezTo>
                  <a:cubicBezTo>
                    <a:pt x="2368" y="577"/>
                    <a:pt x="2306" y="446"/>
                    <a:pt x="2206" y="446"/>
                  </a:cubicBezTo>
                  <a:cubicBezTo>
                    <a:pt x="2368" y="254"/>
                    <a:pt x="2145" y="254"/>
                    <a:pt x="2145" y="254"/>
                  </a:cubicBezTo>
                  <a:lnTo>
                    <a:pt x="2014" y="354"/>
                  </a:lnTo>
                  <a:cubicBezTo>
                    <a:pt x="1988" y="380"/>
                    <a:pt x="1957" y="389"/>
                    <a:pt x="1924" y="389"/>
                  </a:cubicBezTo>
                  <a:cubicBezTo>
                    <a:pt x="1879" y="389"/>
                    <a:pt x="1831" y="371"/>
                    <a:pt x="1791" y="354"/>
                  </a:cubicBezTo>
                  <a:lnTo>
                    <a:pt x="1791" y="315"/>
                  </a:lnTo>
                  <a:cubicBezTo>
                    <a:pt x="1730" y="254"/>
                    <a:pt x="1730" y="162"/>
                    <a:pt x="1791" y="92"/>
                  </a:cubicBezTo>
                  <a:lnTo>
                    <a:pt x="1861" y="62"/>
                  </a:lnTo>
                  <a:cubicBezTo>
                    <a:pt x="1861" y="62"/>
                    <a:pt x="1822" y="0"/>
                    <a:pt x="15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7"/>
            <p:cNvSpPr/>
            <p:nvPr/>
          </p:nvSpPr>
          <p:spPr>
            <a:xfrm>
              <a:off x="1937203" y="3199838"/>
              <a:ext cx="737770" cy="797127"/>
            </a:xfrm>
            <a:custGeom>
              <a:avLst/>
              <a:gdLst/>
              <a:ahLst/>
              <a:cxnLst/>
              <a:rect l="l" t="t" r="r" b="b"/>
              <a:pathLst>
                <a:path w="6403" h="6918" extrusionOk="0">
                  <a:moveTo>
                    <a:pt x="4035" y="1"/>
                  </a:moveTo>
                  <a:cubicBezTo>
                    <a:pt x="3459" y="154"/>
                    <a:pt x="2498" y="731"/>
                    <a:pt x="1922" y="1853"/>
                  </a:cubicBezTo>
                  <a:cubicBezTo>
                    <a:pt x="669" y="4258"/>
                    <a:pt x="0" y="6433"/>
                    <a:pt x="0" y="6433"/>
                  </a:cubicBezTo>
                  <a:cubicBezTo>
                    <a:pt x="0" y="6433"/>
                    <a:pt x="2144" y="6918"/>
                    <a:pt x="4927" y="6918"/>
                  </a:cubicBezTo>
                  <a:cubicBezTo>
                    <a:pt x="5764" y="2783"/>
                    <a:pt x="6402" y="2268"/>
                    <a:pt x="5249" y="669"/>
                  </a:cubicBezTo>
                  <a:lnTo>
                    <a:pt x="40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7"/>
            <p:cNvSpPr/>
            <p:nvPr/>
          </p:nvSpPr>
          <p:spPr>
            <a:xfrm>
              <a:off x="2335646" y="3276922"/>
              <a:ext cx="715647" cy="516093"/>
            </a:xfrm>
            <a:custGeom>
              <a:avLst/>
              <a:gdLst/>
              <a:ahLst/>
              <a:cxnLst/>
              <a:rect l="l" t="t" r="r" b="b"/>
              <a:pathLst>
                <a:path w="6211" h="4479" extrusionOk="0">
                  <a:moveTo>
                    <a:pt x="1791" y="0"/>
                  </a:moveTo>
                  <a:lnTo>
                    <a:pt x="1" y="1791"/>
                  </a:lnTo>
                  <a:cubicBezTo>
                    <a:pt x="1" y="1791"/>
                    <a:pt x="1538" y="4327"/>
                    <a:pt x="2368" y="4450"/>
                  </a:cubicBezTo>
                  <a:cubicBezTo>
                    <a:pt x="2506" y="4469"/>
                    <a:pt x="2655" y="4478"/>
                    <a:pt x="2812" y="4478"/>
                  </a:cubicBezTo>
                  <a:cubicBezTo>
                    <a:pt x="4214" y="4478"/>
                    <a:pt x="6210" y="3782"/>
                    <a:pt x="6210" y="3782"/>
                  </a:cubicBezTo>
                  <a:lnTo>
                    <a:pt x="5957" y="2114"/>
                  </a:lnTo>
                  <a:cubicBezTo>
                    <a:pt x="5957" y="2114"/>
                    <a:pt x="3648" y="2413"/>
                    <a:pt x="3182" y="2413"/>
                  </a:cubicBezTo>
                  <a:cubicBezTo>
                    <a:pt x="3142" y="2413"/>
                    <a:pt x="3115" y="2411"/>
                    <a:pt x="3106" y="2406"/>
                  </a:cubicBezTo>
                  <a:cubicBezTo>
                    <a:pt x="2721" y="2175"/>
                    <a:pt x="1791" y="0"/>
                    <a:pt x="17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7"/>
            <p:cNvSpPr/>
            <p:nvPr/>
          </p:nvSpPr>
          <p:spPr>
            <a:xfrm>
              <a:off x="2349818" y="3505409"/>
              <a:ext cx="210857" cy="262252"/>
            </a:xfrm>
            <a:custGeom>
              <a:avLst/>
              <a:gdLst/>
              <a:ahLst/>
              <a:cxnLst/>
              <a:rect l="l" t="t" r="r" b="b"/>
              <a:pathLst>
                <a:path w="1830" h="2276" extrusionOk="0">
                  <a:moveTo>
                    <a:pt x="70" y="0"/>
                  </a:moveTo>
                  <a:lnTo>
                    <a:pt x="1" y="39"/>
                  </a:lnTo>
                  <a:cubicBezTo>
                    <a:pt x="738" y="1384"/>
                    <a:pt x="1799" y="2275"/>
                    <a:pt x="1799" y="2275"/>
                  </a:cubicBezTo>
                  <a:lnTo>
                    <a:pt x="1830" y="2214"/>
                  </a:lnTo>
                  <a:cubicBezTo>
                    <a:pt x="1830" y="2214"/>
                    <a:pt x="1799" y="2214"/>
                    <a:pt x="1761" y="2183"/>
                  </a:cubicBezTo>
                  <a:cubicBezTo>
                    <a:pt x="1568" y="1991"/>
                    <a:pt x="677" y="1191"/>
                    <a:pt x="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9" name="Google Shape;1929;p8"/>
          <p:cNvGrpSpPr/>
          <p:nvPr/>
        </p:nvGrpSpPr>
        <p:grpSpPr>
          <a:xfrm>
            <a:off x="3077852" y="2378848"/>
            <a:ext cx="4114543" cy="2764663"/>
            <a:chOff x="465002" y="1117448"/>
            <a:chExt cx="4114543" cy="2764663"/>
          </a:xfrm>
        </p:grpSpPr>
        <p:sp>
          <p:nvSpPr>
            <p:cNvPr id="1930" name="Google Shape;1930;p8"/>
            <p:cNvSpPr/>
            <p:nvPr/>
          </p:nvSpPr>
          <p:spPr>
            <a:xfrm>
              <a:off x="1320257" y="2807521"/>
              <a:ext cx="43" cy="32178"/>
            </a:xfrm>
            <a:custGeom>
              <a:avLst/>
              <a:gdLst/>
              <a:ahLst/>
              <a:cxnLst/>
              <a:rect l="l" t="t" r="r" b="b"/>
              <a:pathLst>
                <a:path w="1" h="745" fill="none" extrusionOk="0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8"/>
            <p:cNvSpPr/>
            <p:nvPr/>
          </p:nvSpPr>
          <p:spPr>
            <a:xfrm>
              <a:off x="1304449" y="2823804"/>
              <a:ext cx="32135" cy="43"/>
            </a:xfrm>
            <a:custGeom>
              <a:avLst/>
              <a:gdLst/>
              <a:ahLst/>
              <a:cxnLst/>
              <a:rect l="l" t="t" r="r" b="b"/>
              <a:pathLst>
                <a:path w="744" h="1" fill="none" extrusionOk="0">
                  <a:moveTo>
                    <a:pt x="744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B9C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8"/>
            <p:cNvSpPr/>
            <p:nvPr/>
          </p:nvSpPr>
          <p:spPr>
            <a:xfrm>
              <a:off x="1229467" y="2898743"/>
              <a:ext cx="130269" cy="7343"/>
            </a:xfrm>
            <a:custGeom>
              <a:avLst/>
              <a:gdLst/>
              <a:ahLst/>
              <a:cxnLst/>
              <a:rect l="l" t="t" r="r" b="b"/>
              <a:pathLst>
                <a:path w="3016" h="170" fill="none" extrusionOk="0">
                  <a:moveTo>
                    <a:pt x="3015" y="169"/>
                  </a:moveTo>
                  <a:cubicBezTo>
                    <a:pt x="3015" y="169"/>
                    <a:pt x="1151" y="1"/>
                    <a:pt x="1" y="169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8"/>
            <p:cNvSpPr/>
            <p:nvPr/>
          </p:nvSpPr>
          <p:spPr>
            <a:xfrm>
              <a:off x="1099917" y="3402787"/>
              <a:ext cx="178571" cy="37"/>
            </a:xfrm>
            <a:custGeom>
              <a:avLst/>
              <a:gdLst/>
              <a:ahLst/>
              <a:cxnLst/>
              <a:rect l="l" t="t" r="r" b="b"/>
              <a:pathLst>
                <a:path w="4880" h="1" fill="none" extrusionOk="0">
                  <a:moveTo>
                    <a:pt x="4879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E8ECF8"/>
              </a:solidFill>
              <a:prstDash val="solid"/>
              <a:miter lim="9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34" name="Google Shape;1934;p8"/>
            <p:cNvGrpSpPr/>
            <p:nvPr/>
          </p:nvGrpSpPr>
          <p:grpSpPr>
            <a:xfrm>
              <a:off x="465002" y="2606041"/>
              <a:ext cx="840675" cy="1276070"/>
              <a:chOff x="465002" y="2606041"/>
              <a:chExt cx="840675" cy="1276070"/>
            </a:xfrm>
          </p:grpSpPr>
          <p:sp>
            <p:nvSpPr>
              <p:cNvPr id="1935" name="Google Shape;1935;p8"/>
              <p:cNvSpPr/>
              <p:nvPr/>
            </p:nvSpPr>
            <p:spPr>
              <a:xfrm>
                <a:off x="853577" y="2642303"/>
                <a:ext cx="269248" cy="650212"/>
              </a:xfrm>
              <a:custGeom>
                <a:avLst/>
                <a:gdLst/>
                <a:ahLst/>
                <a:cxnLst/>
                <a:rect l="l" t="t" r="r" b="b"/>
                <a:pathLst>
                  <a:path w="7358" h="17769" fill="none" extrusionOk="0">
                    <a:moveTo>
                      <a:pt x="2192" y="17769"/>
                    </a:moveTo>
                    <a:cubicBezTo>
                      <a:pt x="1161" y="16777"/>
                      <a:pt x="209" y="15201"/>
                      <a:pt x="80" y="13555"/>
                    </a:cubicBezTo>
                    <a:cubicBezTo>
                      <a:pt x="0" y="12851"/>
                      <a:pt x="80" y="12068"/>
                      <a:pt x="248" y="11364"/>
                    </a:cubicBezTo>
                    <a:cubicBezTo>
                      <a:pt x="457" y="10660"/>
                      <a:pt x="823" y="10045"/>
                      <a:pt x="952" y="9341"/>
                    </a:cubicBezTo>
                    <a:cubicBezTo>
                      <a:pt x="1200" y="7973"/>
                      <a:pt x="417" y="6525"/>
                      <a:pt x="1032" y="5286"/>
                    </a:cubicBezTo>
                    <a:cubicBezTo>
                      <a:pt x="1280" y="4879"/>
                      <a:pt x="1983" y="4671"/>
                      <a:pt x="2271" y="4294"/>
                    </a:cubicBezTo>
                    <a:cubicBezTo>
                      <a:pt x="2767" y="3679"/>
                      <a:pt x="2727" y="2688"/>
                      <a:pt x="3054" y="1904"/>
                    </a:cubicBezTo>
                    <a:cubicBezTo>
                      <a:pt x="3510" y="705"/>
                      <a:pt x="4502" y="1"/>
                      <a:pt x="5533" y="40"/>
                    </a:cubicBezTo>
                    <a:cubicBezTo>
                      <a:pt x="6406" y="80"/>
                      <a:pt x="7358" y="913"/>
                      <a:pt x="7358" y="2023"/>
                    </a:cubicBezTo>
                    <a:cubicBezTo>
                      <a:pt x="7358" y="2936"/>
                      <a:pt x="6773" y="3679"/>
                      <a:pt x="6525" y="4502"/>
                    </a:cubicBezTo>
                    <a:cubicBezTo>
                      <a:pt x="6277" y="5246"/>
                      <a:pt x="6237" y="6079"/>
                      <a:pt x="6485" y="6822"/>
                    </a:cubicBezTo>
                    <a:cubicBezTo>
                      <a:pt x="6733" y="7725"/>
                      <a:pt x="7318" y="8637"/>
                      <a:pt x="7070" y="9549"/>
                    </a:cubicBezTo>
                    <a:cubicBezTo>
                      <a:pt x="6822" y="10372"/>
                      <a:pt x="5662" y="10987"/>
                      <a:pt x="5246" y="11651"/>
                    </a:cubicBezTo>
                    <a:cubicBezTo>
                      <a:pt x="4462" y="12891"/>
                      <a:pt x="5781" y="14170"/>
                      <a:pt x="4591" y="15122"/>
                    </a:cubicBezTo>
                    <a:cubicBezTo>
                      <a:pt x="3967" y="15538"/>
                      <a:pt x="2559" y="15994"/>
                      <a:pt x="2192" y="1776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6" name="Google Shape;1936;p8"/>
              <p:cNvSpPr/>
              <p:nvPr/>
            </p:nvSpPr>
            <p:spPr>
              <a:xfrm>
                <a:off x="979126" y="2686213"/>
                <a:ext cx="34836" cy="125585"/>
              </a:xfrm>
              <a:custGeom>
                <a:avLst/>
                <a:gdLst/>
                <a:ahLst/>
                <a:cxnLst/>
                <a:rect l="l" t="t" r="r" b="b"/>
                <a:pathLst>
                  <a:path w="952" h="3432" fill="none" extrusionOk="0">
                    <a:moveTo>
                      <a:pt x="952" y="3431"/>
                    </a:moveTo>
                    <a:cubicBezTo>
                      <a:pt x="952" y="3431"/>
                      <a:pt x="615" y="1408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7" name="Google Shape;1937;p8"/>
              <p:cNvSpPr/>
              <p:nvPr/>
            </p:nvSpPr>
            <p:spPr>
              <a:xfrm>
                <a:off x="985273" y="2869061"/>
                <a:ext cx="99824" cy="60634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1657" fill="none" extrusionOk="0">
                    <a:moveTo>
                      <a:pt x="2727" y="1"/>
                    </a:moveTo>
                    <a:cubicBezTo>
                      <a:pt x="2727" y="1"/>
                      <a:pt x="695" y="992"/>
                      <a:pt x="1" y="1657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8" name="Google Shape;1938;p8"/>
              <p:cNvSpPr/>
              <p:nvPr/>
            </p:nvSpPr>
            <p:spPr>
              <a:xfrm>
                <a:off x="959512" y="2728659"/>
                <a:ext cx="37763" cy="146626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4007" fill="none" extrusionOk="0">
                    <a:moveTo>
                      <a:pt x="1" y="0"/>
                    </a:moveTo>
                    <a:cubicBezTo>
                      <a:pt x="1" y="0"/>
                      <a:pt x="824" y="1984"/>
                      <a:pt x="1032" y="4006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9" name="Google Shape;1939;p8"/>
              <p:cNvSpPr/>
              <p:nvPr/>
            </p:nvSpPr>
            <p:spPr>
              <a:xfrm>
                <a:off x="1013962" y="2773996"/>
                <a:ext cx="92177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1033" fill="none" extrusionOk="0">
                    <a:moveTo>
                      <a:pt x="2519" y="1"/>
                    </a:moveTo>
                    <a:cubicBezTo>
                      <a:pt x="2519" y="1"/>
                      <a:pt x="783" y="368"/>
                      <a:pt x="0" y="1032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0" name="Google Shape;1940;p8"/>
              <p:cNvSpPr/>
              <p:nvPr/>
            </p:nvSpPr>
            <p:spPr>
              <a:xfrm>
                <a:off x="921785" y="2652841"/>
                <a:ext cx="163312" cy="8573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23431" fill="none" extrusionOk="0">
                    <a:moveTo>
                      <a:pt x="4462" y="0"/>
                    </a:moveTo>
                    <a:cubicBezTo>
                      <a:pt x="4462" y="0"/>
                      <a:pt x="3511" y="952"/>
                      <a:pt x="2886" y="3014"/>
                    </a:cubicBezTo>
                    <a:cubicBezTo>
                      <a:pt x="823" y="9797"/>
                      <a:pt x="367" y="16033"/>
                      <a:pt x="1" y="23430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1" name="Google Shape;1941;p8"/>
              <p:cNvSpPr/>
              <p:nvPr/>
            </p:nvSpPr>
            <p:spPr>
              <a:xfrm>
                <a:off x="885485" y="2911508"/>
                <a:ext cx="196355" cy="190537"/>
              </a:xfrm>
              <a:custGeom>
                <a:avLst/>
                <a:gdLst/>
                <a:ahLst/>
                <a:cxnLst/>
                <a:rect l="l" t="t" r="r" b="b"/>
                <a:pathLst>
                  <a:path w="5366" h="5207" fill="none" extrusionOk="0">
                    <a:moveTo>
                      <a:pt x="1" y="1"/>
                    </a:moveTo>
                    <a:cubicBezTo>
                      <a:pt x="1111" y="2271"/>
                      <a:pt x="1895" y="5206"/>
                      <a:pt x="1895" y="5206"/>
                    </a:cubicBezTo>
                    <a:cubicBezTo>
                      <a:pt x="1895" y="5206"/>
                      <a:pt x="3630" y="3878"/>
                      <a:pt x="5365" y="3263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2" name="Google Shape;1942;p8"/>
              <p:cNvSpPr/>
              <p:nvPr/>
            </p:nvSpPr>
            <p:spPr>
              <a:xfrm>
                <a:off x="862652" y="3058094"/>
                <a:ext cx="78747" cy="166203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4542" fill="none" extrusionOk="0">
                    <a:moveTo>
                      <a:pt x="2152" y="4542"/>
                    </a:moveTo>
                    <a:cubicBezTo>
                      <a:pt x="2152" y="4542"/>
                      <a:pt x="1071" y="1607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3" name="Google Shape;1943;p8"/>
              <p:cNvSpPr/>
              <p:nvPr/>
            </p:nvSpPr>
            <p:spPr>
              <a:xfrm>
                <a:off x="465002" y="2912971"/>
                <a:ext cx="331272" cy="527591"/>
              </a:xfrm>
              <a:custGeom>
                <a:avLst/>
                <a:gdLst/>
                <a:ahLst/>
                <a:cxnLst/>
                <a:rect l="l" t="t" r="r" b="b"/>
                <a:pathLst>
                  <a:path w="9053" h="14418" fill="none" extrusionOk="0">
                    <a:moveTo>
                      <a:pt x="7853" y="14417"/>
                    </a:moveTo>
                    <a:cubicBezTo>
                      <a:pt x="7893" y="13218"/>
                      <a:pt x="8676" y="12603"/>
                      <a:pt x="8884" y="11611"/>
                    </a:cubicBezTo>
                    <a:cubicBezTo>
                      <a:pt x="9053" y="10987"/>
                      <a:pt x="9053" y="10332"/>
                      <a:pt x="8805" y="9747"/>
                    </a:cubicBezTo>
                    <a:cubicBezTo>
                      <a:pt x="8517" y="9212"/>
                      <a:pt x="8061" y="8845"/>
                      <a:pt x="7893" y="8220"/>
                    </a:cubicBezTo>
                    <a:cubicBezTo>
                      <a:pt x="7774" y="7645"/>
                      <a:pt x="8022" y="7021"/>
                      <a:pt x="8061" y="6406"/>
                    </a:cubicBezTo>
                    <a:cubicBezTo>
                      <a:pt x="8180" y="5285"/>
                      <a:pt x="7605" y="4175"/>
                      <a:pt x="6693" y="3719"/>
                    </a:cubicBezTo>
                    <a:cubicBezTo>
                      <a:pt x="6286" y="3471"/>
                      <a:pt x="5830" y="3392"/>
                      <a:pt x="5454" y="3094"/>
                    </a:cubicBezTo>
                    <a:cubicBezTo>
                      <a:pt x="5087" y="2807"/>
                      <a:pt x="4839" y="2440"/>
                      <a:pt x="4502" y="2103"/>
                    </a:cubicBezTo>
                    <a:cubicBezTo>
                      <a:pt x="3599" y="1240"/>
                      <a:pt x="1408" y="0"/>
                      <a:pt x="377" y="1280"/>
                    </a:cubicBezTo>
                    <a:cubicBezTo>
                      <a:pt x="248" y="1488"/>
                      <a:pt x="169" y="1736"/>
                      <a:pt x="129" y="1984"/>
                    </a:cubicBezTo>
                    <a:cubicBezTo>
                      <a:pt x="0" y="2727"/>
                      <a:pt x="129" y="3550"/>
                      <a:pt x="585" y="4175"/>
                    </a:cubicBezTo>
                    <a:cubicBezTo>
                      <a:pt x="992" y="4710"/>
                      <a:pt x="1656" y="5037"/>
                      <a:pt x="2231" y="5454"/>
                    </a:cubicBezTo>
                    <a:cubicBezTo>
                      <a:pt x="2608" y="5702"/>
                      <a:pt x="2856" y="5989"/>
                      <a:pt x="2856" y="6485"/>
                    </a:cubicBezTo>
                    <a:cubicBezTo>
                      <a:pt x="2895" y="7021"/>
                      <a:pt x="2648" y="7556"/>
                      <a:pt x="2856" y="8101"/>
                    </a:cubicBezTo>
                    <a:cubicBezTo>
                      <a:pt x="3143" y="8845"/>
                      <a:pt x="3262" y="8924"/>
                      <a:pt x="3808" y="9380"/>
                    </a:cubicBezTo>
                    <a:cubicBezTo>
                      <a:pt x="4383" y="9836"/>
                      <a:pt x="4462" y="10412"/>
                      <a:pt x="4551" y="11155"/>
                    </a:cubicBezTo>
                    <a:cubicBezTo>
                      <a:pt x="4631" y="11859"/>
                      <a:pt x="4918" y="12355"/>
                      <a:pt x="5493" y="12643"/>
                    </a:cubicBezTo>
                    <a:cubicBezTo>
                      <a:pt x="5949" y="12890"/>
                      <a:pt x="7109" y="13059"/>
                      <a:pt x="7853" y="1441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4" name="Google Shape;1944;p8"/>
              <p:cNvSpPr/>
              <p:nvPr/>
            </p:nvSpPr>
            <p:spPr>
              <a:xfrm>
                <a:off x="551323" y="3005109"/>
                <a:ext cx="211578" cy="562427"/>
              </a:xfrm>
              <a:custGeom>
                <a:avLst/>
                <a:gdLst/>
                <a:ahLst/>
                <a:cxnLst/>
                <a:rect l="l" t="t" r="r" b="b"/>
                <a:pathLst>
                  <a:path w="5782" h="15370" fill="none" extrusionOk="0">
                    <a:moveTo>
                      <a:pt x="1" y="1"/>
                    </a:moveTo>
                    <a:cubicBezTo>
                      <a:pt x="953" y="913"/>
                      <a:pt x="3055" y="3680"/>
                      <a:pt x="3799" y="5663"/>
                    </a:cubicBezTo>
                    <a:cubicBezTo>
                      <a:pt x="5117" y="9004"/>
                      <a:pt x="5702" y="11731"/>
                      <a:pt x="5782" y="15370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5" name="Google Shape;1945;p8"/>
              <p:cNvSpPr/>
              <p:nvPr/>
            </p:nvSpPr>
            <p:spPr>
              <a:xfrm>
                <a:off x="737103" y="3233331"/>
                <a:ext cx="25798" cy="128476"/>
              </a:xfrm>
              <a:custGeom>
                <a:avLst/>
                <a:gdLst/>
                <a:ahLst/>
                <a:cxnLst/>
                <a:rect l="l" t="t" r="r" b="b"/>
                <a:pathLst>
                  <a:path w="705" h="3511" fill="none" extrusionOk="0">
                    <a:moveTo>
                      <a:pt x="705" y="1"/>
                    </a:moveTo>
                    <a:cubicBezTo>
                      <a:pt x="705" y="1"/>
                      <a:pt x="496" y="2361"/>
                      <a:pt x="1" y="3511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6" name="Google Shape;1946;p8"/>
              <p:cNvSpPr/>
              <p:nvPr/>
            </p:nvSpPr>
            <p:spPr>
              <a:xfrm>
                <a:off x="699376" y="3056630"/>
                <a:ext cx="22907" cy="176742"/>
              </a:xfrm>
              <a:custGeom>
                <a:avLst/>
                <a:gdLst/>
                <a:ahLst/>
                <a:cxnLst/>
                <a:rect l="l" t="t" r="r" b="b"/>
                <a:pathLst>
                  <a:path w="626" h="4830" fill="none" extrusionOk="0">
                    <a:moveTo>
                      <a:pt x="625" y="1"/>
                    </a:moveTo>
                    <a:cubicBezTo>
                      <a:pt x="625" y="1"/>
                      <a:pt x="457" y="3303"/>
                      <a:pt x="0" y="4830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7" name="Google Shape;1947;p8"/>
              <p:cNvSpPr/>
              <p:nvPr/>
            </p:nvSpPr>
            <p:spPr>
              <a:xfrm>
                <a:off x="520878" y="3021831"/>
                <a:ext cx="136088" cy="101251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2767" fill="none" extrusionOk="0">
                    <a:moveTo>
                      <a:pt x="3718" y="0"/>
                    </a:moveTo>
                    <a:cubicBezTo>
                      <a:pt x="3718" y="0"/>
                      <a:pt x="3639" y="1448"/>
                      <a:pt x="3351" y="2766"/>
                    </a:cubicBezTo>
                    <a:cubicBezTo>
                      <a:pt x="3351" y="2766"/>
                      <a:pt x="1983" y="2023"/>
                      <a:pt x="0" y="1567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8" name="Google Shape;1948;p8"/>
              <p:cNvSpPr/>
              <p:nvPr/>
            </p:nvSpPr>
            <p:spPr>
              <a:xfrm>
                <a:off x="604309" y="3256201"/>
                <a:ext cx="119401" cy="49729"/>
              </a:xfrm>
              <a:custGeom>
                <a:avLst/>
                <a:gdLst/>
                <a:ahLst/>
                <a:cxnLst/>
                <a:rect l="l" t="t" r="r" b="b"/>
                <a:pathLst>
                  <a:path w="3263" h="1359" fill="none" extrusionOk="0">
                    <a:moveTo>
                      <a:pt x="3263" y="1359"/>
                    </a:moveTo>
                    <a:cubicBezTo>
                      <a:pt x="3263" y="1359"/>
                      <a:pt x="1984" y="328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9" name="Google Shape;1949;p8"/>
              <p:cNvSpPr/>
              <p:nvPr/>
            </p:nvSpPr>
            <p:spPr>
              <a:xfrm>
                <a:off x="968587" y="2935475"/>
                <a:ext cx="337090" cy="464432"/>
              </a:xfrm>
              <a:custGeom>
                <a:avLst/>
                <a:gdLst/>
                <a:ahLst/>
                <a:cxnLst/>
                <a:rect l="l" t="t" r="r" b="b"/>
                <a:pathLst>
                  <a:path w="9212" h="12692" fill="none" extrusionOk="0">
                    <a:moveTo>
                      <a:pt x="863" y="12692"/>
                    </a:moveTo>
                    <a:cubicBezTo>
                      <a:pt x="1280" y="11899"/>
                      <a:pt x="1944" y="11452"/>
                      <a:pt x="2559" y="11115"/>
                    </a:cubicBezTo>
                    <a:cubicBezTo>
                      <a:pt x="3223" y="10788"/>
                      <a:pt x="3967" y="10292"/>
                      <a:pt x="4254" y="9469"/>
                    </a:cubicBezTo>
                    <a:cubicBezTo>
                      <a:pt x="4334" y="9221"/>
                      <a:pt x="4373" y="8924"/>
                      <a:pt x="4542" y="8676"/>
                    </a:cubicBezTo>
                    <a:cubicBezTo>
                      <a:pt x="4750" y="8270"/>
                      <a:pt x="5166" y="8061"/>
                      <a:pt x="5533" y="7893"/>
                    </a:cubicBezTo>
                    <a:cubicBezTo>
                      <a:pt x="5950" y="7734"/>
                      <a:pt x="6356" y="7605"/>
                      <a:pt x="6693" y="7278"/>
                    </a:cubicBezTo>
                    <a:cubicBezTo>
                      <a:pt x="6981" y="7030"/>
                      <a:pt x="7189" y="6614"/>
                      <a:pt x="7229" y="6197"/>
                    </a:cubicBezTo>
                    <a:cubicBezTo>
                      <a:pt x="7269" y="5791"/>
                      <a:pt x="7189" y="5335"/>
                      <a:pt x="7308" y="4958"/>
                    </a:cubicBezTo>
                    <a:cubicBezTo>
                      <a:pt x="7477" y="4551"/>
                      <a:pt x="7844" y="4303"/>
                      <a:pt x="8181" y="3966"/>
                    </a:cubicBezTo>
                    <a:cubicBezTo>
                      <a:pt x="8795" y="3391"/>
                      <a:pt x="9212" y="2400"/>
                      <a:pt x="9172" y="1488"/>
                    </a:cubicBezTo>
                    <a:cubicBezTo>
                      <a:pt x="9043" y="208"/>
                      <a:pt x="7973" y="0"/>
                      <a:pt x="7060" y="377"/>
                    </a:cubicBezTo>
                    <a:cubicBezTo>
                      <a:pt x="6485" y="625"/>
                      <a:pt x="5950" y="992"/>
                      <a:pt x="5365" y="1200"/>
                    </a:cubicBezTo>
                    <a:cubicBezTo>
                      <a:pt x="4829" y="1369"/>
                      <a:pt x="4294" y="1369"/>
                      <a:pt x="3798" y="1577"/>
                    </a:cubicBezTo>
                    <a:cubicBezTo>
                      <a:pt x="3263" y="1825"/>
                      <a:pt x="2767" y="2360"/>
                      <a:pt x="2559" y="3024"/>
                    </a:cubicBezTo>
                    <a:cubicBezTo>
                      <a:pt x="2390" y="3520"/>
                      <a:pt x="2390" y="4095"/>
                      <a:pt x="2271" y="4591"/>
                    </a:cubicBezTo>
                    <a:cubicBezTo>
                      <a:pt x="2142" y="5007"/>
                      <a:pt x="1984" y="5335"/>
                      <a:pt x="1736" y="5662"/>
                    </a:cubicBezTo>
                    <a:cubicBezTo>
                      <a:pt x="1071" y="6534"/>
                      <a:pt x="209" y="6862"/>
                      <a:pt x="80" y="8101"/>
                    </a:cubicBezTo>
                    <a:cubicBezTo>
                      <a:pt x="1" y="9420"/>
                      <a:pt x="367" y="11492"/>
                      <a:pt x="863" y="1269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0" name="Google Shape;1950;p8"/>
              <p:cNvSpPr/>
              <p:nvPr/>
            </p:nvSpPr>
            <p:spPr>
              <a:xfrm>
                <a:off x="976198" y="2994607"/>
                <a:ext cx="272175" cy="554779"/>
              </a:xfrm>
              <a:custGeom>
                <a:avLst/>
                <a:gdLst/>
                <a:ahLst/>
                <a:cxnLst/>
                <a:rect l="l" t="t" r="r" b="b"/>
                <a:pathLst>
                  <a:path w="7438" h="15161" fill="none" extrusionOk="0">
                    <a:moveTo>
                      <a:pt x="7437" y="0"/>
                    </a:moveTo>
                    <a:cubicBezTo>
                      <a:pt x="3015" y="2975"/>
                      <a:pt x="616" y="9172"/>
                      <a:pt x="1" y="15161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1" name="Google Shape;1951;p8"/>
              <p:cNvSpPr/>
              <p:nvPr/>
            </p:nvSpPr>
            <p:spPr>
              <a:xfrm>
                <a:off x="1075986" y="3183640"/>
                <a:ext cx="148053" cy="14893"/>
              </a:xfrm>
              <a:custGeom>
                <a:avLst/>
                <a:gdLst/>
                <a:ahLst/>
                <a:cxnLst/>
                <a:rect l="l" t="t" r="r" b="b"/>
                <a:pathLst>
                  <a:path w="4046" h="407" fill="none" extrusionOk="0">
                    <a:moveTo>
                      <a:pt x="4046" y="119"/>
                    </a:moveTo>
                    <a:cubicBezTo>
                      <a:pt x="4046" y="119"/>
                      <a:pt x="1855" y="0"/>
                      <a:pt x="1" y="407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2" name="Google Shape;1952;p8"/>
              <p:cNvSpPr/>
              <p:nvPr/>
            </p:nvSpPr>
            <p:spPr>
              <a:xfrm>
                <a:off x="1097026" y="3000755"/>
                <a:ext cx="136088" cy="152444"/>
              </a:xfrm>
              <a:custGeom>
                <a:avLst/>
                <a:gdLst/>
                <a:ahLst/>
                <a:cxnLst/>
                <a:rect l="l" t="t" r="r" b="b"/>
                <a:pathLst>
                  <a:path w="3719" h="4166" fill="none" extrusionOk="0">
                    <a:moveTo>
                      <a:pt x="536" y="1"/>
                    </a:moveTo>
                    <a:cubicBezTo>
                      <a:pt x="1" y="1815"/>
                      <a:pt x="80" y="4165"/>
                      <a:pt x="80" y="4165"/>
                    </a:cubicBezTo>
                    <a:cubicBezTo>
                      <a:pt x="80" y="4165"/>
                      <a:pt x="1775" y="3878"/>
                      <a:pt x="3719" y="3918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3" name="Google Shape;1953;p8"/>
              <p:cNvSpPr/>
              <p:nvPr/>
            </p:nvSpPr>
            <p:spPr>
              <a:xfrm>
                <a:off x="1012498" y="3142620"/>
                <a:ext cx="114681" cy="146626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4007" fill="none" extrusionOk="0">
                    <a:moveTo>
                      <a:pt x="3134" y="3560"/>
                    </a:moveTo>
                    <a:cubicBezTo>
                      <a:pt x="3134" y="3560"/>
                      <a:pt x="1736" y="3560"/>
                      <a:pt x="615" y="4007"/>
                    </a:cubicBezTo>
                    <a:cubicBezTo>
                      <a:pt x="615" y="4007"/>
                      <a:pt x="0" y="2400"/>
                      <a:pt x="536" y="1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4" name="Google Shape;1954;p8"/>
              <p:cNvSpPr/>
              <p:nvPr/>
            </p:nvSpPr>
            <p:spPr>
              <a:xfrm>
                <a:off x="598161" y="2606041"/>
                <a:ext cx="320404" cy="755781"/>
              </a:xfrm>
              <a:custGeom>
                <a:avLst/>
                <a:gdLst/>
                <a:ahLst/>
                <a:cxnLst/>
                <a:rect l="l" t="t" r="r" b="b"/>
                <a:pathLst>
                  <a:path w="8756" h="20654" fill="none" extrusionOk="0">
                    <a:moveTo>
                      <a:pt x="6445" y="20654"/>
                    </a:moveTo>
                    <a:cubicBezTo>
                      <a:pt x="6653" y="19375"/>
                      <a:pt x="8388" y="17887"/>
                      <a:pt x="8299" y="16569"/>
                    </a:cubicBezTo>
                    <a:cubicBezTo>
                      <a:pt x="8220" y="15002"/>
                      <a:pt x="7060" y="14754"/>
                      <a:pt x="8141" y="12067"/>
                    </a:cubicBezTo>
                    <a:cubicBezTo>
                      <a:pt x="8547" y="11036"/>
                      <a:pt x="8755" y="9876"/>
                      <a:pt x="8428" y="8805"/>
                    </a:cubicBezTo>
                    <a:cubicBezTo>
                      <a:pt x="7972" y="7516"/>
                      <a:pt x="6941" y="6980"/>
                      <a:pt x="6118" y="6029"/>
                    </a:cubicBezTo>
                    <a:cubicBezTo>
                      <a:pt x="5325" y="5166"/>
                      <a:pt x="5245" y="3966"/>
                      <a:pt x="4789" y="2895"/>
                    </a:cubicBezTo>
                    <a:cubicBezTo>
                      <a:pt x="4383" y="1815"/>
                      <a:pt x="3342" y="664"/>
                      <a:pt x="2271" y="288"/>
                    </a:cubicBezTo>
                    <a:cubicBezTo>
                      <a:pt x="1606" y="0"/>
                      <a:pt x="912" y="208"/>
                      <a:pt x="496" y="823"/>
                    </a:cubicBezTo>
                    <a:cubicBezTo>
                      <a:pt x="169" y="1368"/>
                      <a:pt x="40" y="2023"/>
                      <a:pt x="0" y="2647"/>
                    </a:cubicBezTo>
                    <a:cubicBezTo>
                      <a:pt x="0" y="3550"/>
                      <a:pt x="169" y="4422"/>
                      <a:pt x="535" y="5245"/>
                    </a:cubicBezTo>
                    <a:cubicBezTo>
                      <a:pt x="912" y="6029"/>
                      <a:pt x="1487" y="6693"/>
                      <a:pt x="1815" y="7516"/>
                    </a:cubicBezTo>
                    <a:cubicBezTo>
                      <a:pt x="2231" y="8557"/>
                      <a:pt x="1735" y="9628"/>
                      <a:pt x="1735" y="10699"/>
                    </a:cubicBezTo>
                    <a:cubicBezTo>
                      <a:pt x="1775" y="12523"/>
                      <a:pt x="3510" y="12811"/>
                      <a:pt x="4006" y="14338"/>
                    </a:cubicBezTo>
                    <a:cubicBezTo>
                      <a:pt x="4174" y="14794"/>
                      <a:pt x="4045" y="15290"/>
                      <a:pt x="3927" y="15696"/>
                    </a:cubicBezTo>
                    <a:cubicBezTo>
                      <a:pt x="3758" y="16400"/>
                      <a:pt x="3589" y="16935"/>
                      <a:pt x="4174" y="17639"/>
                    </a:cubicBezTo>
                    <a:cubicBezTo>
                      <a:pt x="5414" y="19047"/>
                      <a:pt x="6157" y="19295"/>
                      <a:pt x="6445" y="2065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5" name="Google Shape;1955;p8"/>
              <p:cNvSpPr/>
              <p:nvPr/>
            </p:nvSpPr>
            <p:spPr>
              <a:xfrm>
                <a:off x="661649" y="2660452"/>
                <a:ext cx="184353" cy="1006879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27516" fill="none" extrusionOk="0">
                    <a:moveTo>
                      <a:pt x="0" y="0"/>
                    </a:moveTo>
                    <a:cubicBezTo>
                      <a:pt x="863" y="1319"/>
                      <a:pt x="2063" y="3758"/>
                      <a:pt x="2687" y="5989"/>
                    </a:cubicBezTo>
                    <a:cubicBezTo>
                      <a:pt x="4670" y="13515"/>
                      <a:pt x="5037" y="19752"/>
                      <a:pt x="4631" y="27515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6" name="Google Shape;1956;p8"/>
              <p:cNvSpPr/>
              <p:nvPr/>
            </p:nvSpPr>
            <p:spPr>
              <a:xfrm>
                <a:off x="598161" y="2666600"/>
                <a:ext cx="158592" cy="139015"/>
              </a:xfrm>
              <a:custGeom>
                <a:avLst/>
                <a:gdLst/>
                <a:ahLst/>
                <a:cxnLst/>
                <a:rect l="l" t="t" r="r" b="b"/>
                <a:pathLst>
                  <a:path w="4334" h="3799" fill="none" extrusionOk="0">
                    <a:moveTo>
                      <a:pt x="0" y="2024"/>
                    </a:moveTo>
                    <a:cubicBezTo>
                      <a:pt x="0" y="2024"/>
                      <a:pt x="2023" y="2440"/>
                      <a:pt x="3718" y="3799"/>
                    </a:cubicBezTo>
                    <a:cubicBezTo>
                      <a:pt x="3718" y="3799"/>
                      <a:pt x="4333" y="1855"/>
                      <a:pt x="4045" y="1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7" name="Google Shape;1957;p8"/>
              <p:cNvSpPr/>
              <p:nvPr/>
            </p:nvSpPr>
            <p:spPr>
              <a:xfrm>
                <a:off x="613384" y="2787425"/>
                <a:ext cx="137551" cy="64988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1776" fill="none" extrusionOk="0">
                    <a:moveTo>
                      <a:pt x="0" y="1"/>
                    </a:moveTo>
                    <a:cubicBezTo>
                      <a:pt x="0" y="1"/>
                      <a:pt x="2430" y="873"/>
                      <a:pt x="3758" y="1776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8" name="Google Shape;1958;p8"/>
              <p:cNvSpPr/>
              <p:nvPr/>
            </p:nvSpPr>
            <p:spPr>
              <a:xfrm>
                <a:off x="669261" y="2826615"/>
                <a:ext cx="152774" cy="163312"/>
              </a:xfrm>
              <a:custGeom>
                <a:avLst/>
                <a:gdLst/>
                <a:ahLst/>
                <a:cxnLst/>
                <a:rect l="l" t="t" r="r" b="b"/>
                <a:pathLst>
                  <a:path w="4175" h="4463" fill="none" extrusionOk="0">
                    <a:moveTo>
                      <a:pt x="0" y="2856"/>
                    </a:moveTo>
                    <a:cubicBezTo>
                      <a:pt x="0" y="2856"/>
                      <a:pt x="2231" y="3679"/>
                      <a:pt x="3183" y="4463"/>
                    </a:cubicBezTo>
                    <a:cubicBezTo>
                      <a:pt x="4046" y="2569"/>
                      <a:pt x="4175" y="1"/>
                      <a:pt x="4175" y="1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9" name="Google Shape;1959;p8"/>
              <p:cNvSpPr/>
              <p:nvPr/>
            </p:nvSpPr>
            <p:spPr>
              <a:xfrm>
                <a:off x="684117" y="2894822"/>
                <a:ext cx="204333" cy="210114"/>
              </a:xfrm>
              <a:custGeom>
                <a:avLst/>
                <a:gdLst/>
                <a:ahLst/>
                <a:cxnLst/>
                <a:rect l="l" t="t" r="r" b="b"/>
                <a:pathLst>
                  <a:path w="5584" h="5742" fill="none" extrusionOk="0">
                    <a:moveTo>
                      <a:pt x="1" y="4334"/>
                    </a:moveTo>
                    <a:cubicBezTo>
                      <a:pt x="1" y="4334"/>
                      <a:pt x="1578" y="4631"/>
                      <a:pt x="3392" y="5742"/>
                    </a:cubicBezTo>
                    <a:cubicBezTo>
                      <a:pt x="3392" y="5742"/>
                      <a:pt x="5504" y="3223"/>
                      <a:pt x="5583" y="1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0" name="Google Shape;1960;p8"/>
              <p:cNvSpPr/>
              <p:nvPr/>
            </p:nvSpPr>
            <p:spPr>
              <a:xfrm>
                <a:off x="812923" y="2946343"/>
                <a:ext cx="98031" cy="190537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5207" fill="none" extrusionOk="0">
                    <a:moveTo>
                      <a:pt x="1" y="5206"/>
                    </a:moveTo>
                    <a:cubicBezTo>
                      <a:pt x="1" y="5206"/>
                      <a:pt x="2272" y="2807"/>
                      <a:pt x="2678" y="1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1" name="Google Shape;1961;p8"/>
              <p:cNvSpPr/>
              <p:nvPr/>
            </p:nvSpPr>
            <p:spPr>
              <a:xfrm>
                <a:off x="741823" y="3180383"/>
                <a:ext cx="83138" cy="47204"/>
              </a:xfrm>
              <a:custGeom>
                <a:avLst/>
                <a:gdLst/>
                <a:ahLst/>
                <a:cxnLst/>
                <a:rect l="l" t="t" r="r" b="b"/>
                <a:pathLst>
                  <a:path w="2272" h="1290" fill="none" extrusionOk="0">
                    <a:moveTo>
                      <a:pt x="1" y="0"/>
                    </a:moveTo>
                    <a:cubicBezTo>
                      <a:pt x="1" y="0"/>
                      <a:pt x="1527" y="585"/>
                      <a:pt x="2271" y="1289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2" name="Google Shape;1962;p8"/>
              <p:cNvSpPr/>
              <p:nvPr/>
            </p:nvSpPr>
            <p:spPr>
              <a:xfrm>
                <a:off x="682690" y="3473885"/>
                <a:ext cx="388612" cy="408226"/>
              </a:xfrm>
              <a:custGeom>
                <a:avLst/>
                <a:gdLst/>
                <a:ahLst/>
                <a:cxnLst/>
                <a:rect l="l" t="t" r="r" b="b"/>
                <a:pathLst>
                  <a:path w="10620" h="11156" extrusionOk="0">
                    <a:moveTo>
                      <a:pt x="0" y="1"/>
                    </a:moveTo>
                    <a:lnTo>
                      <a:pt x="0" y="2390"/>
                    </a:lnTo>
                    <a:cubicBezTo>
                      <a:pt x="0" y="7725"/>
                      <a:pt x="2073" y="11155"/>
                      <a:pt x="2073" y="11155"/>
                    </a:cubicBezTo>
                    <a:lnTo>
                      <a:pt x="8557" y="11155"/>
                    </a:lnTo>
                    <a:cubicBezTo>
                      <a:pt x="8557" y="11155"/>
                      <a:pt x="10620" y="7725"/>
                      <a:pt x="10620" y="2390"/>
                    </a:cubicBezTo>
                    <a:lnTo>
                      <a:pt x="106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3" name="Google Shape;1963;p8"/>
              <p:cNvSpPr/>
              <p:nvPr/>
            </p:nvSpPr>
            <p:spPr>
              <a:xfrm>
                <a:off x="945717" y="3402787"/>
                <a:ext cx="95470" cy="37"/>
              </a:xfrm>
              <a:custGeom>
                <a:avLst/>
                <a:gdLst/>
                <a:ahLst/>
                <a:cxnLst/>
                <a:rect l="l" t="t" r="r" b="b"/>
                <a:pathLst>
                  <a:path w="2609" h="1" fill="none" extrusionOk="0">
                    <a:moveTo>
                      <a:pt x="2609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flat" cmpd="sng">
                <a:solidFill>
                  <a:srgbClr val="E8ECF8"/>
                </a:solidFill>
                <a:prstDash val="solid"/>
                <a:miter lim="991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64" name="Google Shape;1964;p8"/>
            <p:cNvSpPr/>
            <p:nvPr/>
          </p:nvSpPr>
          <p:spPr>
            <a:xfrm>
              <a:off x="1912143" y="3476324"/>
              <a:ext cx="341542" cy="372319"/>
            </a:xfrm>
            <a:custGeom>
              <a:avLst/>
              <a:gdLst/>
              <a:ahLst/>
              <a:cxnLst/>
              <a:rect l="l" t="t" r="r" b="b"/>
              <a:pathLst>
                <a:path w="30728" h="33497" extrusionOk="0">
                  <a:moveTo>
                    <a:pt x="19080" y="1"/>
                  </a:moveTo>
                  <a:lnTo>
                    <a:pt x="753" y="2017"/>
                  </a:lnTo>
                  <a:lnTo>
                    <a:pt x="0" y="25973"/>
                  </a:lnTo>
                  <a:lnTo>
                    <a:pt x="753" y="33496"/>
                  </a:lnTo>
                  <a:lnTo>
                    <a:pt x="29343" y="33346"/>
                  </a:lnTo>
                  <a:cubicBezTo>
                    <a:pt x="30095" y="33346"/>
                    <a:pt x="30727" y="32864"/>
                    <a:pt x="30727" y="32112"/>
                  </a:cubicBezTo>
                  <a:cubicBezTo>
                    <a:pt x="30727" y="31480"/>
                    <a:pt x="30366" y="31089"/>
                    <a:pt x="29854" y="30848"/>
                  </a:cubicBezTo>
                  <a:lnTo>
                    <a:pt x="17064" y="24949"/>
                  </a:lnTo>
                  <a:lnTo>
                    <a:pt x="19080" y="1"/>
                  </a:lnTo>
                  <a:close/>
                </a:path>
              </a:pathLst>
            </a:custGeom>
            <a:solidFill>
              <a:srgbClr val="F9CA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8"/>
            <p:cNvSpPr/>
            <p:nvPr/>
          </p:nvSpPr>
          <p:spPr>
            <a:xfrm>
              <a:off x="1903774" y="3753632"/>
              <a:ext cx="367973" cy="128456"/>
            </a:xfrm>
            <a:custGeom>
              <a:avLst/>
              <a:gdLst/>
              <a:ahLst/>
              <a:cxnLst/>
              <a:rect l="l" t="t" r="r" b="b"/>
              <a:pathLst>
                <a:path w="33106" h="11557" extrusionOk="0">
                  <a:moveTo>
                    <a:pt x="17817" y="0"/>
                  </a:moveTo>
                  <a:cubicBezTo>
                    <a:pt x="14856" y="1204"/>
                    <a:pt x="11533" y="1565"/>
                    <a:pt x="8612" y="1565"/>
                  </a:cubicBezTo>
                  <a:cubicBezTo>
                    <a:pt x="4231" y="1565"/>
                    <a:pt x="753" y="753"/>
                    <a:pt x="753" y="753"/>
                  </a:cubicBezTo>
                  <a:lnTo>
                    <a:pt x="1" y="10925"/>
                  </a:lnTo>
                  <a:cubicBezTo>
                    <a:pt x="1" y="11286"/>
                    <a:pt x="272" y="11557"/>
                    <a:pt x="633" y="11557"/>
                  </a:cubicBezTo>
                  <a:lnTo>
                    <a:pt x="32473" y="11406"/>
                  </a:lnTo>
                  <a:cubicBezTo>
                    <a:pt x="33105" y="11406"/>
                    <a:pt x="32744" y="8156"/>
                    <a:pt x="32744" y="8156"/>
                  </a:cubicBezTo>
                  <a:cubicBezTo>
                    <a:pt x="32473" y="7163"/>
                    <a:pt x="31871" y="6140"/>
                    <a:pt x="31360" y="5899"/>
                  </a:cubicBezTo>
                  <a:lnTo>
                    <a:pt x="17817" y="0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8"/>
            <p:cNvSpPr/>
            <p:nvPr/>
          </p:nvSpPr>
          <p:spPr>
            <a:xfrm>
              <a:off x="2112847" y="3760657"/>
              <a:ext cx="21085" cy="36135"/>
            </a:xfrm>
            <a:custGeom>
              <a:avLst/>
              <a:gdLst/>
              <a:ahLst/>
              <a:cxnLst/>
              <a:rect l="l" t="t" r="r" b="b"/>
              <a:pathLst>
                <a:path w="1897" h="3251" fill="none" extrusionOk="0">
                  <a:moveTo>
                    <a:pt x="1896" y="0"/>
                  </a:moveTo>
                  <a:cubicBezTo>
                    <a:pt x="1144" y="994"/>
                    <a:pt x="512" y="2017"/>
                    <a:pt x="0" y="3251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8"/>
            <p:cNvSpPr/>
            <p:nvPr/>
          </p:nvSpPr>
          <p:spPr>
            <a:xfrm>
              <a:off x="2135255" y="3771694"/>
              <a:ext cx="18073" cy="30789"/>
            </a:xfrm>
            <a:custGeom>
              <a:avLst/>
              <a:gdLst/>
              <a:ahLst/>
              <a:cxnLst/>
              <a:rect l="l" t="t" r="r" b="b"/>
              <a:pathLst>
                <a:path w="1626" h="2770" fill="none" extrusionOk="0">
                  <a:moveTo>
                    <a:pt x="1626" y="1"/>
                  </a:moveTo>
                  <a:cubicBezTo>
                    <a:pt x="873" y="1144"/>
                    <a:pt x="512" y="1776"/>
                    <a:pt x="1" y="2769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8"/>
            <p:cNvSpPr/>
            <p:nvPr/>
          </p:nvSpPr>
          <p:spPr>
            <a:xfrm>
              <a:off x="2153316" y="3780053"/>
              <a:ext cx="15394" cy="28110"/>
            </a:xfrm>
            <a:custGeom>
              <a:avLst/>
              <a:gdLst/>
              <a:ahLst/>
              <a:cxnLst/>
              <a:rect l="l" t="t" r="r" b="b"/>
              <a:pathLst>
                <a:path w="1385" h="2529" fill="none" extrusionOk="0">
                  <a:moveTo>
                    <a:pt x="1385" y="1"/>
                  </a:moveTo>
                  <a:cubicBezTo>
                    <a:pt x="873" y="753"/>
                    <a:pt x="392" y="1776"/>
                    <a:pt x="1" y="2529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8"/>
            <p:cNvSpPr/>
            <p:nvPr/>
          </p:nvSpPr>
          <p:spPr>
            <a:xfrm>
              <a:off x="1905119" y="3855323"/>
              <a:ext cx="363950" cy="1678"/>
            </a:xfrm>
            <a:custGeom>
              <a:avLst/>
              <a:gdLst/>
              <a:ahLst/>
              <a:cxnLst/>
              <a:rect l="l" t="t" r="r" b="b"/>
              <a:pathLst>
                <a:path w="32744" h="151" fill="none" extrusionOk="0">
                  <a:moveTo>
                    <a:pt x="0" y="151"/>
                  </a:moveTo>
                  <a:lnTo>
                    <a:pt x="32743" y="0"/>
                  </a:ln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8"/>
            <p:cNvSpPr/>
            <p:nvPr/>
          </p:nvSpPr>
          <p:spPr>
            <a:xfrm>
              <a:off x="1908131" y="3803805"/>
              <a:ext cx="91999" cy="53196"/>
            </a:xfrm>
            <a:custGeom>
              <a:avLst/>
              <a:gdLst/>
              <a:ahLst/>
              <a:cxnLst/>
              <a:rect l="l" t="t" r="r" b="b"/>
              <a:pathLst>
                <a:path w="8277" h="4786" fill="none" extrusionOk="0">
                  <a:moveTo>
                    <a:pt x="0" y="1"/>
                  </a:moveTo>
                  <a:cubicBezTo>
                    <a:pt x="0" y="1"/>
                    <a:pt x="7644" y="1"/>
                    <a:pt x="8276" y="4786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8"/>
            <p:cNvSpPr/>
            <p:nvPr/>
          </p:nvSpPr>
          <p:spPr>
            <a:xfrm>
              <a:off x="2192452" y="3805150"/>
              <a:ext cx="29110" cy="50184"/>
            </a:xfrm>
            <a:custGeom>
              <a:avLst/>
              <a:gdLst/>
              <a:ahLst/>
              <a:cxnLst/>
              <a:rect l="l" t="t" r="r" b="b"/>
              <a:pathLst>
                <a:path w="2619" h="4515" fill="none" extrusionOk="0">
                  <a:moveTo>
                    <a:pt x="2619" y="0"/>
                  </a:moveTo>
                  <a:cubicBezTo>
                    <a:pt x="2619" y="0"/>
                    <a:pt x="362" y="3160"/>
                    <a:pt x="1" y="4514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8"/>
            <p:cNvSpPr/>
            <p:nvPr/>
          </p:nvSpPr>
          <p:spPr>
            <a:xfrm>
              <a:off x="1598711" y="2477174"/>
              <a:ext cx="627208" cy="1230642"/>
            </a:xfrm>
            <a:custGeom>
              <a:avLst/>
              <a:gdLst/>
              <a:ahLst/>
              <a:cxnLst/>
              <a:rect l="l" t="t" r="r" b="b"/>
              <a:pathLst>
                <a:path w="56429" h="110719" extrusionOk="0">
                  <a:moveTo>
                    <a:pt x="0" y="0"/>
                  </a:moveTo>
                  <a:cubicBezTo>
                    <a:pt x="1" y="0"/>
                    <a:pt x="19923" y="38100"/>
                    <a:pt x="25581" y="52515"/>
                  </a:cubicBezTo>
                  <a:cubicBezTo>
                    <a:pt x="31088" y="66961"/>
                    <a:pt x="26454" y="110718"/>
                    <a:pt x="26454" y="110718"/>
                  </a:cubicBezTo>
                  <a:lnTo>
                    <a:pt x="50018" y="110718"/>
                  </a:lnTo>
                  <a:cubicBezTo>
                    <a:pt x="50018" y="110718"/>
                    <a:pt x="56428" y="70452"/>
                    <a:pt x="51643" y="52515"/>
                  </a:cubicBezTo>
                  <a:cubicBezTo>
                    <a:pt x="46888" y="34609"/>
                    <a:pt x="31600" y="6139"/>
                    <a:pt x="31600" y="61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8"/>
            <p:cNvSpPr/>
            <p:nvPr/>
          </p:nvSpPr>
          <p:spPr>
            <a:xfrm>
              <a:off x="1737860" y="2661150"/>
              <a:ext cx="234171" cy="1046666"/>
            </a:xfrm>
            <a:custGeom>
              <a:avLst/>
              <a:gdLst/>
              <a:ahLst/>
              <a:cxnLst/>
              <a:rect l="l" t="t" r="r" b="b"/>
              <a:pathLst>
                <a:path w="21068" h="94167" fill="none" extrusionOk="0">
                  <a:moveTo>
                    <a:pt x="17185" y="94166"/>
                  </a:moveTo>
                  <a:cubicBezTo>
                    <a:pt x="17185" y="94166"/>
                    <a:pt x="21067" y="48633"/>
                    <a:pt x="18690" y="37348"/>
                  </a:cubicBezTo>
                  <a:cubicBezTo>
                    <a:pt x="16312" y="26183"/>
                    <a:pt x="1" y="0"/>
                    <a:pt x="1" y="0"/>
                  </a:cubicBezTo>
                </a:path>
              </a:pathLst>
            </a:custGeom>
            <a:noFill/>
            <a:ln w="9775" cap="flat" cmpd="sng">
              <a:solidFill>
                <a:srgbClr val="4D5AA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8"/>
            <p:cNvSpPr/>
            <p:nvPr/>
          </p:nvSpPr>
          <p:spPr>
            <a:xfrm>
              <a:off x="1423094" y="3350891"/>
              <a:ext cx="373320" cy="474899"/>
            </a:xfrm>
            <a:custGeom>
              <a:avLst/>
              <a:gdLst/>
              <a:ahLst/>
              <a:cxnLst/>
              <a:rect l="l" t="t" r="r" b="b"/>
              <a:pathLst>
                <a:path w="33587" h="42726" extrusionOk="0">
                  <a:moveTo>
                    <a:pt x="17666" y="0"/>
                  </a:moveTo>
                  <a:lnTo>
                    <a:pt x="3763" y="19201"/>
                  </a:lnTo>
                  <a:lnTo>
                    <a:pt x="1" y="25822"/>
                  </a:lnTo>
                  <a:lnTo>
                    <a:pt x="23204" y="42524"/>
                  </a:lnTo>
                  <a:cubicBezTo>
                    <a:pt x="23382" y="42658"/>
                    <a:pt x="23615" y="42726"/>
                    <a:pt x="23856" y="42726"/>
                  </a:cubicBezTo>
                  <a:cubicBezTo>
                    <a:pt x="24266" y="42726"/>
                    <a:pt x="24703" y="42531"/>
                    <a:pt x="24949" y="42133"/>
                  </a:cubicBezTo>
                  <a:cubicBezTo>
                    <a:pt x="25310" y="41772"/>
                    <a:pt x="25310" y="41140"/>
                    <a:pt x="24949" y="40749"/>
                  </a:cubicBezTo>
                  <a:lnTo>
                    <a:pt x="18178" y="28470"/>
                  </a:lnTo>
                  <a:lnTo>
                    <a:pt x="33587" y="8276"/>
                  </a:lnTo>
                  <a:lnTo>
                    <a:pt x="17666" y="0"/>
                  </a:lnTo>
                  <a:close/>
                </a:path>
              </a:pathLst>
            </a:custGeom>
            <a:solidFill>
              <a:srgbClr val="F9CA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8"/>
            <p:cNvSpPr/>
            <p:nvPr/>
          </p:nvSpPr>
          <p:spPr>
            <a:xfrm>
              <a:off x="1390983" y="3561287"/>
              <a:ext cx="320468" cy="304429"/>
            </a:xfrm>
            <a:custGeom>
              <a:avLst/>
              <a:gdLst/>
              <a:ahLst/>
              <a:cxnLst/>
              <a:rect l="l" t="t" r="r" b="b"/>
              <a:pathLst>
                <a:path w="28832" h="27389" extrusionOk="0">
                  <a:moveTo>
                    <a:pt x="6772" y="1"/>
                  </a:moveTo>
                  <a:lnTo>
                    <a:pt x="121" y="7796"/>
                  </a:lnTo>
                  <a:cubicBezTo>
                    <a:pt x="1" y="8157"/>
                    <a:pt x="1" y="8548"/>
                    <a:pt x="362" y="8668"/>
                  </a:cubicBezTo>
                  <a:lnTo>
                    <a:pt x="26213" y="27357"/>
                  </a:lnTo>
                  <a:cubicBezTo>
                    <a:pt x="26242" y="27378"/>
                    <a:pt x="26274" y="27388"/>
                    <a:pt x="26310" y="27388"/>
                  </a:cubicBezTo>
                  <a:cubicBezTo>
                    <a:pt x="26884" y="27388"/>
                    <a:pt x="28350" y="24829"/>
                    <a:pt x="28350" y="24829"/>
                  </a:cubicBezTo>
                  <a:cubicBezTo>
                    <a:pt x="28591" y="23836"/>
                    <a:pt x="28831" y="22692"/>
                    <a:pt x="28470" y="22211"/>
                  </a:cubicBezTo>
                  <a:lnTo>
                    <a:pt x="20947" y="9541"/>
                  </a:lnTo>
                  <a:cubicBezTo>
                    <a:pt x="13152" y="7525"/>
                    <a:pt x="6772" y="1"/>
                    <a:pt x="6772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8"/>
            <p:cNvSpPr/>
            <p:nvPr/>
          </p:nvSpPr>
          <p:spPr>
            <a:xfrm>
              <a:off x="1608415" y="3691077"/>
              <a:ext cx="39147" cy="16739"/>
            </a:xfrm>
            <a:custGeom>
              <a:avLst/>
              <a:gdLst/>
              <a:ahLst/>
              <a:cxnLst/>
              <a:rect l="l" t="t" r="r" b="b"/>
              <a:pathLst>
                <a:path w="3522" h="1506" fill="none" extrusionOk="0">
                  <a:moveTo>
                    <a:pt x="3521" y="1"/>
                  </a:moveTo>
                  <a:cubicBezTo>
                    <a:pt x="2257" y="362"/>
                    <a:pt x="1114" y="873"/>
                    <a:pt x="0" y="1505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8"/>
            <p:cNvSpPr/>
            <p:nvPr/>
          </p:nvSpPr>
          <p:spPr>
            <a:xfrm>
              <a:off x="1623798" y="3711818"/>
              <a:ext cx="32122" cy="14060"/>
            </a:xfrm>
            <a:custGeom>
              <a:avLst/>
              <a:gdLst/>
              <a:ahLst/>
              <a:cxnLst/>
              <a:rect l="l" t="t" r="r" b="b"/>
              <a:pathLst>
                <a:path w="2890" h="1265" fill="none" extrusionOk="0">
                  <a:moveTo>
                    <a:pt x="2890" y="1"/>
                  </a:moveTo>
                  <a:cubicBezTo>
                    <a:pt x="1626" y="392"/>
                    <a:pt x="994" y="753"/>
                    <a:pt x="1" y="1265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8"/>
            <p:cNvSpPr/>
            <p:nvPr/>
          </p:nvSpPr>
          <p:spPr>
            <a:xfrm>
              <a:off x="1633501" y="3727201"/>
              <a:ext cx="30789" cy="14060"/>
            </a:xfrm>
            <a:custGeom>
              <a:avLst/>
              <a:gdLst/>
              <a:ahLst/>
              <a:cxnLst/>
              <a:rect l="l" t="t" r="r" b="b"/>
              <a:pathLst>
                <a:path w="2770" h="1265" fill="none" extrusionOk="0">
                  <a:moveTo>
                    <a:pt x="2769" y="1"/>
                  </a:moveTo>
                  <a:cubicBezTo>
                    <a:pt x="1866" y="242"/>
                    <a:pt x="873" y="753"/>
                    <a:pt x="0" y="1265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8"/>
            <p:cNvSpPr/>
            <p:nvPr/>
          </p:nvSpPr>
          <p:spPr>
            <a:xfrm>
              <a:off x="1405032" y="3635213"/>
              <a:ext cx="295381" cy="211752"/>
            </a:xfrm>
            <a:custGeom>
              <a:avLst/>
              <a:gdLst/>
              <a:ahLst/>
              <a:cxnLst/>
              <a:rect l="l" t="t" r="r" b="b"/>
              <a:pathLst>
                <a:path w="26575" h="19051" fill="none" extrusionOk="0">
                  <a:moveTo>
                    <a:pt x="1" y="1"/>
                  </a:moveTo>
                  <a:lnTo>
                    <a:pt x="26574" y="19051"/>
                  </a:ln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8"/>
            <p:cNvSpPr/>
            <p:nvPr/>
          </p:nvSpPr>
          <p:spPr>
            <a:xfrm>
              <a:off x="1439822" y="3593409"/>
              <a:ext cx="66912" cy="97679"/>
            </a:xfrm>
            <a:custGeom>
              <a:avLst/>
              <a:gdLst/>
              <a:ahLst/>
              <a:cxnLst/>
              <a:rect l="l" t="t" r="r" b="b"/>
              <a:pathLst>
                <a:path w="6020" h="8788" fill="none" extrusionOk="0">
                  <a:moveTo>
                    <a:pt x="0" y="0"/>
                  </a:moveTo>
                  <a:cubicBezTo>
                    <a:pt x="0" y="0"/>
                    <a:pt x="6019" y="4514"/>
                    <a:pt x="3762" y="8788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8"/>
            <p:cNvSpPr/>
            <p:nvPr/>
          </p:nvSpPr>
          <p:spPr>
            <a:xfrm>
              <a:off x="1637514" y="3778719"/>
              <a:ext cx="53196" cy="23764"/>
            </a:xfrm>
            <a:custGeom>
              <a:avLst/>
              <a:gdLst/>
              <a:ahLst/>
              <a:cxnLst/>
              <a:rect l="l" t="t" r="r" b="b"/>
              <a:pathLst>
                <a:path w="4786" h="2138" fill="none" extrusionOk="0">
                  <a:moveTo>
                    <a:pt x="4786" y="1"/>
                  </a:moveTo>
                  <a:cubicBezTo>
                    <a:pt x="4786" y="1"/>
                    <a:pt x="1144" y="1265"/>
                    <a:pt x="0" y="2137"/>
                  </a:cubicBezTo>
                </a:path>
              </a:pathLst>
            </a:custGeom>
            <a:noFill/>
            <a:ln w="9775" cap="flat" cmpd="sng">
              <a:solidFill>
                <a:srgbClr val="5666AC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8"/>
            <p:cNvSpPr/>
            <p:nvPr/>
          </p:nvSpPr>
          <p:spPr>
            <a:xfrm>
              <a:off x="1480292" y="2477174"/>
              <a:ext cx="515480" cy="1177456"/>
            </a:xfrm>
            <a:custGeom>
              <a:avLst/>
              <a:gdLst/>
              <a:ahLst/>
              <a:cxnLst/>
              <a:rect l="l" t="t" r="r" b="b"/>
              <a:pathLst>
                <a:path w="46377" h="105934" extrusionOk="0">
                  <a:moveTo>
                    <a:pt x="4515" y="0"/>
                  </a:moveTo>
                  <a:cubicBezTo>
                    <a:pt x="1" y="12790"/>
                    <a:pt x="4515" y="22812"/>
                    <a:pt x="4515" y="22812"/>
                  </a:cubicBezTo>
                  <a:cubicBezTo>
                    <a:pt x="4515" y="22812"/>
                    <a:pt x="19803" y="50890"/>
                    <a:pt x="19803" y="56548"/>
                  </a:cubicBezTo>
                  <a:cubicBezTo>
                    <a:pt x="19803" y="61815"/>
                    <a:pt x="121" y="91518"/>
                    <a:pt x="121" y="91518"/>
                  </a:cubicBezTo>
                  <a:lnTo>
                    <a:pt x="18058" y="105933"/>
                  </a:lnTo>
                  <a:cubicBezTo>
                    <a:pt x="18058" y="105933"/>
                    <a:pt x="46377" y="75598"/>
                    <a:pt x="45895" y="54532"/>
                  </a:cubicBezTo>
                  <a:cubicBezTo>
                    <a:pt x="45143" y="28440"/>
                    <a:pt x="30968" y="0"/>
                    <a:pt x="30968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8"/>
            <p:cNvSpPr/>
            <p:nvPr/>
          </p:nvSpPr>
          <p:spPr>
            <a:xfrm>
              <a:off x="1510736" y="2486867"/>
              <a:ext cx="227135" cy="1031283"/>
            </a:xfrm>
            <a:custGeom>
              <a:avLst/>
              <a:gdLst/>
              <a:ahLst/>
              <a:cxnLst/>
              <a:rect l="l" t="t" r="r" b="b"/>
              <a:pathLst>
                <a:path w="20435" h="92783" fill="none" extrusionOk="0">
                  <a:moveTo>
                    <a:pt x="5026" y="1"/>
                  </a:moveTo>
                  <a:cubicBezTo>
                    <a:pt x="512" y="12791"/>
                    <a:pt x="6020" y="21308"/>
                    <a:pt x="6020" y="21308"/>
                  </a:cubicBezTo>
                  <a:cubicBezTo>
                    <a:pt x="6020" y="21308"/>
                    <a:pt x="20435" y="50771"/>
                    <a:pt x="20435" y="56549"/>
                  </a:cubicBezTo>
                  <a:cubicBezTo>
                    <a:pt x="20435" y="61695"/>
                    <a:pt x="1" y="92783"/>
                    <a:pt x="1" y="92783"/>
                  </a:cubicBezTo>
                </a:path>
              </a:pathLst>
            </a:custGeom>
            <a:noFill/>
            <a:ln w="9775" cap="flat" cmpd="sng">
              <a:solidFill>
                <a:srgbClr val="4D5AA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8"/>
            <p:cNvSpPr/>
            <p:nvPr/>
          </p:nvSpPr>
          <p:spPr>
            <a:xfrm>
              <a:off x="1824501" y="2477174"/>
              <a:ext cx="167259" cy="862691"/>
            </a:xfrm>
            <a:custGeom>
              <a:avLst/>
              <a:gdLst/>
              <a:ahLst/>
              <a:cxnLst/>
              <a:rect l="l" t="t" r="r" b="b"/>
              <a:pathLst>
                <a:path w="15048" h="77615" fill="none" extrusionOk="0">
                  <a:moveTo>
                    <a:pt x="7765" y="77614"/>
                  </a:moveTo>
                  <a:cubicBezTo>
                    <a:pt x="11918" y="69820"/>
                    <a:pt x="15048" y="61694"/>
                    <a:pt x="14927" y="54532"/>
                  </a:cubicBezTo>
                  <a:cubicBezTo>
                    <a:pt x="14175" y="28440"/>
                    <a:pt x="0" y="0"/>
                    <a:pt x="0" y="0"/>
                  </a:cubicBezTo>
                </a:path>
              </a:pathLst>
            </a:custGeom>
            <a:noFill/>
            <a:ln w="9775" cap="flat" cmpd="sng">
              <a:solidFill>
                <a:srgbClr val="4D5AA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8"/>
            <p:cNvSpPr/>
            <p:nvPr/>
          </p:nvSpPr>
          <p:spPr>
            <a:xfrm>
              <a:off x="1551217" y="2531360"/>
              <a:ext cx="124110" cy="71258"/>
            </a:xfrm>
            <a:custGeom>
              <a:avLst/>
              <a:gdLst/>
              <a:ahLst/>
              <a:cxnLst/>
              <a:rect l="l" t="t" r="r" b="b"/>
              <a:pathLst>
                <a:path w="11166" h="6411" fill="none" extrusionOk="0">
                  <a:moveTo>
                    <a:pt x="0" y="6019"/>
                  </a:moveTo>
                  <a:cubicBezTo>
                    <a:pt x="0" y="6019"/>
                    <a:pt x="8035" y="6411"/>
                    <a:pt x="11165" y="0"/>
                  </a:cubicBezTo>
                </a:path>
              </a:pathLst>
            </a:custGeom>
            <a:noFill/>
            <a:ln w="9775" cap="flat" cmpd="sng">
              <a:solidFill>
                <a:srgbClr val="4D5AA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8"/>
            <p:cNvSpPr/>
            <p:nvPr/>
          </p:nvSpPr>
          <p:spPr>
            <a:xfrm>
              <a:off x="1892736" y="2552434"/>
              <a:ext cx="25098" cy="88987"/>
            </a:xfrm>
            <a:custGeom>
              <a:avLst/>
              <a:gdLst/>
              <a:ahLst/>
              <a:cxnLst/>
              <a:rect l="l" t="t" r="r" b="b"/>
              <a:pathLst>
                <a:path w="2258" h="8006" fill="none" extrusionOk="0">
                  <a:moveTo>
                    <a:pt x="1" y="7765"/>
                  </a:moveTo>
                  <a:cubicBezTo>
                    <a:pt x="1" y="7765"/>
                    <a:pt x="2258" y="8006"/>
                    <a:pt x="2017" y="6892"/>
                  </a:cubicBezTo>
                  <a:cubicBezTo>
                    <a:pt x="1746" y="5869"/>
                    <a:pt x="1" y="0"/>
                    <a:pt x="1" y="0"/>
                  </a:cubicBezTo>
                </a:path>
              </a:pathLst>
            </a:custGeom>
            <a:noFill/>
            <a:ln w="9775" cap="flat" cmpd="sng">
              <a:solidFill>
                <a:srgbClr val="4D5AA5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8"/>
            <p:cNvSpPr/>
            <p:nvPr/>
          </p:nvSpPr>
          <p:spPr>
            <a:xfrm>
              <a:off x="1820155" y="1628200"/>
              <a:ext cx="195357" cy="220121"/>
            </a:xfrm>
            <a:custGeom>
              <a:avLst/>
              <a:gdLst/>
              <a:ahLst/>
              <a:cxnLst/>
              <a:rect l="l" t="t" r="r" b="b"/>
              <a:pathLst>
                <a:path w="17576" h="19804" extrusionOk="0">
                  <a:moveTo>
                    <a:pt x="16673" y="8788"/>
                  </a:moveTo>
                  <a:cubicBezTo>
                    <a:pt x="17576" y="13935"/>
                    <a:pt x="16944" y="18449"/>
                    <a:pt x="12550" y="19051"/>
                  </a:cubicBezTo>
                  <a:cubicBezTo>
                    <a:pt x="8156" y="19803"/>
                    <a:pt x="2017" y="18569"/>
                    <a:pt x="873" y="11166"/>
                  </a:cubicBezTo>
                  <a:cubicBezTo>
                    <a:pt x="0" y="6020"/>
                    <a:pt x="2889" y="1385"/>
                    <a:pt x="7283" y="633"/>
                  </a:cubicBezTo>
                  <a:cubicBezTo>
                    <a:pt x="11677" y="1"/>
                    <a:pt x="15920" y="3642"/>
                    <a:pt x="16673" y="8788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8"/>
            <p:cNvSpPr/>
            <p:nvPr/>
          </p:nvSpPr>
          <p:spPr>
            <a:xfrm>
              <a:off x="1965328" y="1722255"/>
              <a:ext cx="15139" cy="19018"/>
            </a:xfrm>
            <a:custGeom>
              <a:avLst/>
              <a:gdLst/>
              <a:ahLst/>
              <a:cxnLst/>
              <a:rect l="l" t="t" r="r" b="b"/>
              <a:pathLst>
                <a:path w="1362" h="1711" extrusionOk="0">
                  <a:moveTo>
                    <a:pt x="393" y="0"/>
                  </a:moveTo>
                  <a:cubicBezTo>
                    <a:pt x="276" y="0"/>
                    <a:pt x="175" y="94"/>
                    <a:pt x="121" y="326"/>
                  </a:cubicBezTo>
                  <a:cubicBezTo>
                    <a:pt x="0" y="808"/>
                    <a:pt x="121" y="1440"/>
                    <a:pt x="482" y="1711"/>
                  </a:cubicBezTo>
                  <a:cubicBezTo>
                    <a:pt x="602" y="1711"/>
                    <a:pt x="753" y="1711"/>
                    <a:pt x="873" y="1560"/>
                  </a:cubicBezTo>
                  <a:cubicBezTo>
                    <a:pt x="1362" y="1095"/>
                    <a:pt x="789" y="0"/>
                    <a:pt x="393" y="0"/>
                  </a:cubicBezTo>
                  <a:close/>
                </a:path>
              </a:pathLst>
            </a:custGeom>
            <a:solidFill>
              <a:srgbClr val="28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8"/>
            <p:cNvSpPr/>
            <p:nvPr/>
          </p:nvSpPr>
          <p:spPr>
            <a:xfrm>
              <a:off x="1949945" y="1706138"/>
              <a:ext cx="33456" cy="7036"/>
            </a:xfrm>
            <a:custGeom>
              <a:avLst/>
              <a:gdLst/>
              <a:ahLst/>
              <a:cxnLst/>
              <a:rect l="l" t="t" r="r" b="b"/>
              <a:pathLst>
                <a:path w="3010" h="633" fill="none" extrusionOk="0">
                  <a:moveTo>
                    <a:pt x="0" y="633"/>
                  </a:moveTo>
                  <a:cubicBezTo>
                    <a:pt x="1114" y="1"/>
                    <a:pt x="2137" y="151"/>
                    <a:pt x="3009" y="392"/>
                  </a:cubicBezTo>
                </a:path>
              </a:pathLst>
            </a:custGeom>
            <a:noFill/>
            <a:ln w="9525" cap="rnd" cmpd="sng">
              <a:solidFill>
                <a:srgbClr val="2836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8"/>
            <p:cNvSpPr/>
            <p:nvPr/>
          </p:nvSpPr>
          <p:spPr>
            <a:xfrm>
              <a:off x="1965328" y="1785755"/>
              <a:ext cx="33456" cy="29177"/>
            </a:xfrm>
            <a:custGeom>
              <a:avLst/>
              <a:gdLst/>
              <a:ahLst/>
              <a:cxnLst/>
              <a:rect l="l" t="t" r="r" b="b"/>
              <a:pathLst>
                <a:path w="3010" h="2625" extrusionOk="0">
                  <a:moveTo>
                    <a:pt x="121" y="0"/>
                  </a:moveTo>
                  <a:cubicBezTo>
                    <a:pt x="121" y="0"/>
                    <a:pt x="0" y="2378"/>
                    <a:pt x="1355" y="2619"/>
                  </a:cubicBezTo>
                  <a:cubicBezTo>
                    <a:pt x="1385" y="2623"/>
                    <a:pt x="1415" y="2625"/>
                    <a:pt x="1444" y="2625"/>
                  </a:cubicBezTo>
                  <a:cubicBezTo>
                    <a:pt x="2525" y="2625"/>
                    <a:pt x="3010" y="0"/>
                    <a:pt x="30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8"/>
            <p:cNvSpPr/>
            <p:nvPr/>
          </p:nvSpPr>
          <p:spPr>
            <a:xfrm>
              <a:off x="1804761" y="1749631"/>
              <a:ext cx="149208" cy="160234"/>
            </a:xfrm>
            <a:custGeom>
              <a:avLst/>
              <a:gdLst/>
              <a:ahLst/>
              <a:cxnLst/>
              <a:rect l="l" t="t" r="r" b="b"/>
              <a:pathLst>
                <a:path w="13424" h="14416" extrusionOk="0">
                  <a:moveTo>
                    <a:pt x="11557" y="13784"/>
                  </a:moveTo>
                  <a:cubicBezTo>
                    <a:pt x="11557" y="13784"/>
                    <a:pt x="8157" y="14416"/>
                    <a:pt x="4906" y="13543"/>
                  </a:cubicBezTo>
                  <a:cubicBezTo>
                    <a:pt x="1144" y="12520"/>
                    <a:pt x="1" y="10894"/>
                    <a:pt x="1" y="10894"/>
                  </a:cubicBezTo>
                  <a:lnTo>
                    <a:pt x="5267" y="0"/>
                  </a:lnTo>
                  <a:lnTo>
                    <a:pt x="13423" y="3612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8"/>
            <p:cNvSpPr/>
            <p:nvPr/>
          </p:nvSpPr>
          <p:spPr>
            <a:xfrm>
              <a:off x="1884378" y="1824891"/>
              <a:ext cx="59888" cy="18073"/>
            </a:xfrm>
            <a:custGeom>
              <a:avLst/>
              <a:gdLst/>
              <a:ahLst/>
              <a:cxnLst/>
              <a:rect l="l" t="t" r="r" b="b"/>
              <a:pathLst>
                <a:path w="5388" h="1626" fill="none" extrusionOk="0">
                  <a:moveTo>
                    <a:pt x="5387" y="1505"/>
                  </a:moveTo>
                  <a:cubicBezTo>
                    <a:pt x="5387" y="1505"/>
                    <a:pt x="1866" y="1626"/>
                    <a:pt x="0" y="1"/>
                  </a:cubicBezTo>
                </a:path>
              </a:pathLst>
            </a:custGeom>
            <a:noFill/>
            <a:ln w="12800" cap="flat" cmpd="sng">
              <a:solidFill>
                <a:srgbClr val="F09880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8"/>
            <p:cNvSpPr/>
            <p:nvPr/>
          </p:nvSpPr>
          <p:spPr>
            <a:xfrm>
              <a:off x="1995761" y="1722866"/>
              <a:ext cx="23764" cy="51863"/>
            </a:xfrm>
            <a:custGeom>
              <a:avLst/>
              <a:gdLst/>
              <a:ahLst/>
              <a:cxnLst/>
              <a:rect l="l" t="t" r="r" b="b"/>
              <a:pathLst>
                <a:path w="2138" h="4666" extrusionOk="0">
                  <a:moveTo>
                    <a:pt x="1" y="1"/>
                  </a:moveTo>
                  <a:cubicBezTo>
                    <a:pt x="1" y="1"/>
                    <a:pt x="2138" y="3281"/>
                    <a:pt x="2138" y="3913"/>
                  </a:cubicBezTo>
                  <a:cubicBezTo>
                    <a:pt x="2017" y="4394"/>
                    <a:pt x="392" y="4665"/>
                    <a:pt x="392" y="4665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8"/>
            <p:cNvSpPr/>
            <p:nvPr/>
          </p:nvSpPr>
          <p:spPr>
            <a:xfrm>
              <a:off x="1778341" y="1585240"/>
              <a:ext cx="231481" cy="223411"/>
            </a:xfrm>
            <a:custGeom>
              <a:avLst/>
              <a:gdLst/>
              <a:ahLst/>
              <a:cxnLst/>
              <a:rect l="l" t="t" r="r" b="b"/>
              <a:pathLst>
                <a:path w="20826" h="20100" extrusionOk="0">
                  <a:moveTo>
                    <a:pt x="11446" y="1"/>
                  </a:moveTo>
                  <a:cubicBezTo>
                    <a:pt x="10472" y="1"/>
                    <a:pt x="9509" y="220"/>
                    <a:pt x="8668" y="736"/>
                  </a:cubicBezTo>
                  <a:cubicBezTo>
                    <a:pt x="8276" y="977"/>
                    <a:pt x="7915" y="1368"/>
                    <a:pt x="7404" y="1729"/>
                  </a:cubicBezTo>
                  <a:cubicBezTo>
                    <a:pt x="6651" y="2481"/>
                    <a:pt x="5387" y="2602"/>
                    <a:pt x="4394" y="2993"/>
                  </a:cubicBezTo>
                  <a:cubicBezTo>
                    <a:pt x="3010" y="3505"/>
                    <a:pt x="1896" y="4377"/>
                    <a:pt x="1144" y="5611"/>
                  </a:cubicBezTo>
                  <a:cubicBezTo>
                    <a:pt x="271" y="6755"/>
                    <a:pt x="0" y="8260"/>
                    <a:pt x="121" y="9644"/>
                  </a:cubicBezTo>
                  <a:cubicBezTo>
                    <a:pt x="392" y="11028"/>
                    <a:pt x="1264" y="12383"/>
                    <a:pt x="1024" y="13887"/>
                  </a:cubicBezTo>
                  <a:cubicBezTo>
                    <a:pt x="1024" y="14158"/>
                    <a:pt x="873" y="14519"/>
                    <a:pt x="753" y="14790"/>
                  </a:cubicBezTo>
                  <a:cubicBezTo>
                    <a:pt x="392" y="16656"/>
                    <a:pt x="1505" y="18672"/>
                    <a:pt x="3281" y="19545"/>
                  </a:cubicBezTo>
                  <a:cubicBezTo>
                    <a:pt x="3950" y="19938"/>
                    <a:pt x="4690" y="20100"/>
                    <a:pt x="5515" y="20100"/>
                  </a:cubicBezTo>
                  <a:cubicBezTo>
                    <a:pt x="5765" y="20100"/>
                    <a:pt x="6024" y="20085"/>
                    <a:pt x="6290" y="20057"/>
                  </a:cubicBezTo>
                  <a:cubicBezTo>
                    <a:pt x="6651" y="20057"/>
                    <a:pt x="7283" y="19906"/>
                    <a:pt x="7795" y="19666"/>
                  </a:cubicBezTo>
                  <a:cubicBezTo>
                    <a:pt x="8156" y="19545"/>
                    <a:pt x="8547" y="19304"/>
                    <a:pt x="8668" y="18913"/>
                  </a:cubicBezTo>
                  <a:cubicBezTo>
                    <a:pt x="9029" y="17529"/>
                    <a:pt x="8668" y="15783"/>
                    <a:pt x="8276" y="14519"/>
                  </a:cubicBezTo>
                  <a:cubicBezTo>
                    <a:pt x="9540" y="14158"/>
                    <a:pt x="10654" y="13526"/>
                    <a:pt x="10804" y="12142"/>
                  </a:cubicBezTo>
                  <a:cubicBezTo>
                    <a:pt x="10925" y="11510"/>
                    <a:pt x="10804" y="10758"/>
                    <a:pt x="10534" y="10126"/>
                  </a:cubicBezTo>
                  <a:lnTo>
                    <a:pt x="10534" y="10126"/>
                  </a:lnTo>
                  <a:cubicBezTo>
                    <a:pt x="11079" y="10334"/>
                    <a:pt x="11684" y="10466"/>
                    <a:pt x="12285" y="10466"/>
                  </a:cubicBezTo>
                  <a:cubicBezTo>
                    <a:pt x="12812" y="10466"/>
                    <a:pt x="13336" y="10365"/>
                    <a:pt x="13814" y="10126"/>
                  </a:cubicBezTo>
                  <a:cubicBezTo>
                    <a:pt x="14416" y="9885"/>
                    <a:pt x="14927" y="9524"/>
                    <a:pt x="15680" y="9253"/>
                  </a:cubicBezTo>
                  <a:cubicBezTo>
                    <a:pt x="16002" y="9164"/>
                    <a:pt x="16345" y="9141"/>
                    <a:pt x="16699" y="9141"/>
                  </a:cubicBezTo>
                  <a:cubicBezTo>
                    <a:pt x="17087" y="9141"/>
                    <a:pt x="17488" y="9168"/>
                    <a:pt x="17891" y="9168"/>
                  </a:cubicBezTo>
                  <a:cubicBezTo>
                    <a:pt x="18117" y="9168"/>
                    <a:pt x="18344" y="9160"/>
                    <a:pt x="18569" y="9132"/>
                  </a:cubicBezTo>
                  <a:cubicBezTo>
                    <a:pt x="19321" y="9012"/>
                    <a:pt x="19953" y="8771"/>
                    <a:pt x="20435" y="8139"/>
                  </a:cubicBezTo>
                  <a:cubicBezTo>
                    <a:pt x="20706" y="7748"/>
                    <a:pt x="20826" y="7267"/>
                    <a:pt x="20826" y="6755"/>
                  </a:cubicBezTo>
                  <a:cubicBezTo>
                    <a:pt x="20826" y="5130"/>
                    <a:pt x="20074" y="2361"/>
                    <a:pt x="18178" y="2000"/>
                  </a:cubicBezTo>
                  <a:cubicBezTo>
                    <a:pt x="18067" y="1965"/>
                    <a:pt x="17955" y="1953"/>
                    <a:pt x="17842" y="1953"/>
                  </a:cubicBezTo>
                  <a:cubicBezTo>
                    <a:pt x="17556" y="1953"/>
                    <a:pt x="17263" y="2032"/>
                    <a:pt x="16968" y="2032"/>
                  </a:cubicBezTo>
                  <a:cubicBezTo>
                    <a:pt x="16870" y="2032"/>
                    <a:pt x="16771" y="2023"/>
                    <a:pt x="16673" y="2000"/>
                  </a:cubicBezTo>
                  <a:cubicBezTo>
                    <a:pt x="16432" y="1849"/>
                    <a:pt x="16191" y="1729"/>
                    <a:pt x="15921" y="1488"/>
                  </a:cubicBezTo>
                  <a:cubicBezTo>
                    <a:pt x="14750" y="620"/>
                    <a:pt x="13083" y="1"/>
                    <a:pt x="11446" y="1"/>
                  </a:cubicBezTo>
                  <a:close/>
                </a:path>
              </a:pathLst>
            </a:custGeom>
            <a:solidFill>
              <a:srgbClr val="1616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8"/>
            <p:cNvSpPr/>
            <p:nvPr/>
          </p:nvSpPr>
          <p:spPr>
            <a:xfrm>
              <a:off x="1839885" y="1727001"/>
              <a:ext cx="54208" cy="57220"/>
            </a:xfrm>
            <a:custGeom>
              <a:avLst/>
              <a:gdLst/>
              <a:ahLst/>
              <a:cxnLst/>
              <a:rect l="l" t="t" r="r" b="b"/>
              <a:pathLst>
                <a:path w="4877" h="5148" extrusionOk="0">
                  <a:moveTo>
                    <a:pt x="2504" y="0"/>
                  </a:moveTo>
                  <a:cubicBezTo>
                    <a:pt x="2194" y="0"/>
                    <a:pt x="1854" y="101"/>
                    <a:pt x="1506" y="381"/>
                  </a:cubicBezTo>
                  <a:cubicBezTo>
                    <a:pt x="1" y="1765"/>
                    <a:pt x="1987" y="4654"/>
                    <a:pt x="3251" y="5046"/>
                  </a:cubicBezTo>
                  <a:cubicBezTo>
                    <a:pt x="3438" y="5117"/>
                    <a:pt x="3606" y="5147"/>
                    <a:pt x="3755" y="5147"/>
                  </a:cubicBezTo>
                  <a:cubicBezTo>
                    <a:pt x="4614" y="5147"/>
                    <a:pt x="4876" y="4143"/>
                    <a:pt x="4876" y="4143"/>
                  </a:cubicBezTo>
                  <a:lnTo>
                    <a:pt x="3883" y="652"/>
                  </a:lnTo>
                  <a:cubicBezTo>
                    <a:pt x="3883" y="652"/>
                    <a:pt x="3294" y="0"/>
                    <a:pt x="2504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8"/>
            <p:cNvSpPr/>
            <p:nvPr/>
          </p:nvSpPr>
          <p:spPr>
            <a:xfrm>
              <a:off x="2025205" y="1801349"/>
              <a:ext cx="635567" cy="629320"/>
            </a:xfrm>
            <a:custGeom>
              <a:avLst/>
              <a:gdLst/>
              <a:ahLst/>
              <a:cxnLst/>
              <a:rect l="l" t="t" r="r" b="b"/>
              <a:pathLst>
                <a:path w="57181" h="56619" extrusionOk="0">
                  <a:moveTo>
                    <a:pt x="28646" y="17688"/>
                  </a:moveTo>
                  <a:cubicBezTo>
                    <a:pt x="30843" y="17688"/>
                    <a:pt x="33060" y="18369"/>
                    <a:pt x="34970" y="19784"/>
                  </a:cubicBezTo>
                  <a:cubicBezTo>
                    <a:pt x="39605" y="23305"/>
                    <a:pt x="40628" y="29956"/>
                    <a:pt x="37228" y="34711"/>
                  </a:cubicBezTo>
                  <a:cubicBezTo>
                    <a:pt x="35131" y="37495"/>
                    <a:pt x="31851" y="38965"/>
                    <a:pt x="28555" y="38965"/>
                  </a:cubicBezTo>
                  <a:cubicBezTo>
                    <a:pt x="26363" y="38965"/>
                    <a:pt x="24164" y="38314"/>
                    <a:pt x="22301" y="36968"/>
                  </a:cubicBezTo>
                  <a:cubicBezTo>
                    <a:pt x="17546" y="33447"/>
                    <a:pt x="16552" y="26676"/>
                    <a:pt x="20043" y="22041"/>
                  </a:cubicBezTo>
                  <a:cubicBezTo>
                    <a:pt x="22150" y="19197"/>
                    <a:pt x="25376" y="17688"/>
                    <a:pt x="28646" y="17688"/>
                  </a:cubicBezTo>
                  <a:close/>
                  <a:moveTo>
                    <a:pt x="28672" y="1"/>
                  </a:moveTo>
                  <a:cubicBezTo>
                    <a:pt x="25051" y="1"/>
                    <a:pt x="21462" y="752"/>
                    <a:pt x="18057" y="2119"/>
                  </a:cubicBezTo>
                  <a:lnTo>
                    <a:pt x="19803" y="7867"/>
                  </a:lnTo>
                  <a:cubicBezTo>
                    <a:pt x="17937" y="8619"/>
                    <a:pt x="16282" y="9642"/>
                    <a:pt x="14657" y="10876"/>
                  </a:cubicBezTo>
                  <a:lnTo>
                    <a:pt x="10413" y="6753"/>
                  </a:lnTo>
                  <a:cubicBezTo>
                    <a:pt x="8758" y="8137"/>
                    <a:pt x="7253" y="9763"/>
                    <a:pt x="5899" y="11508"/>
                  </a:cubicBezTo>
                  <a:cubicBezTo>
                    <a:pt x="4515" y="13404"/>
                    <a:pt x="3371" y="15270"/>
                    <a:pt x="2619" y="17286"/>
                  </a:cubicBezTo>
                  <a:lnTo>
                    <a:pt x="7885" y="20175"/>
                  </a:lnTo>
                  <a:cubicBezTo>
                    <a:pt x="7133" y="22041"/>
                    <a:pt x="6651" y="23937"/>
                    <a:pt x="6501" y="25923"/>
                  </a:cubicBezTo>
                  <a:lnTo>
                    <a:pt x="361" y="25923"/>
                  </a:lnTo>
                  <a:cubicBezTo>
                    <a:pt x="0" y="30317"/>
                    <a:pt x="753" y="34831"/>
                    <a:pt x="2378" y="38984"/>
                  </a:cubicBezTo>
                  <a:lnTo>
                    <a:pt x="8156" y="37209"/>
                  </a:lnTo>
                  <a:cubicBezTo>
                    <a:pt x="8908" y="38984"/>
                    <a:pt x="9902" y="40730"/>
                    <a:pt x="11286" y="42235"/>
                  </a:cubicBezTo>
                  <a:lnTo>
                    <a:pt x="7012" y="46508"/>
                  </a:lnTo>
                  <a:cubicBezTo>
                    <a:pt x="8397" y="48254"/>
                    <a:pt x="10022" y="49758"/>
                    <a:pt x="11767" y="51143"/>
                  </a:cubicBezTo>
                  <a:cubicBezTo>
                    <a:pt x="13663" y="52377"/>
                    <a:pt x="15529" y="53520"/>
                    <a:pt x="17546" y="54393"/>
                  </a:cubicBezTo>
                  <a:lnTo>
                    <a:pt x="20435" y="49006"/>
                  </a:lnTo>
                  <a:cubicBezTo>
                    <a:pt x="22301" y="49758"/>
                    <a:pt x="24197" y="50270"/>
                    <a:pt x="26213" y="50511"/>
                  </a:cubicBezTo>
                  <a:lnTo>
                    <a:pt x="26213" y="56530"/>
                  </a:lnTo>
                  <a:cubicBezTo>
                    <a:pt x="26933" y="56589"/>
                    <a:pt x="27658" y="56619"/>
                    <a:pt x="28384" y="56619"/>
                  </a:cubicBezTo>
                  <a:cubicBezTo>
                    <a:pt x="32057" y="56619"/>
                    <a:pt x="35777" y="55870"/>
                    <a:pt x="39244" y="54513"/>
                  </a:cubicBezTo>
                  <a:lnTo>
                    <a:pt x="37498" y="48765"/>
                  </a:lnTo>
                  <a:cubicBezTo>
                    <a:pt x="39244" y="48013"/>
                    <a:pt x="40989" y="46990"/>
                    <a:pt x="42494" y="45756"/>
                  </a:cubicBezTo>
                  <a:lnTo>
                    <a:pt x="46768" y="49999"/>
                  </a:lnTo>
                  <a:cubicBezTo>
                    <a:pt x="48513" y="48494"/>
                    <a:pt x="50018" y="46990"/>
                    <a:pt x="51402" y="45124"/>
                  </a:cubicBezTo>
                  <a:cubicBezTo>
                    <a:pt x="52666" y="43348"/>
                    <a:pt x="53780" y="41362"/>
                    <a:pt x="54652" y="39346"/>
                  </a:cubicBezTo>
                  <a:lnTo>
                    <a:pt x="49266" y="36577"/>
                  </a:lnTo>
                  <a:cubicBezTo>
                    <a:pt x="50018" y="34711"/>
                    <a:pt x="50529" y="32695"/>
                    <a:pt x="50770" y="30829"/>
                  </a:cubicBezTo>
                  <a:lnTo>
                    <a:pt x="56789" y="30708"/>
                  </a:lnTo>
                  <a:cubicBezTo>
                    <a:pt x="57180" y="26315"/>
                    <a:pt x="56548" y="21800"/>
                    <a:pt x="54803" y="17768"/>
                  </a:cubicBezTo>
                  <a:lnTo>
                    <a:pt x="49025" y="19543"/>
                  </a:lnTo>
                  <a:cubicBezTo>
                    <a:pt x="48272" y="17647"/>
                    <a:pt x="47279" y="16022"/>
                    <a:pt x="46015" y="14397"/>
                  </a:cubicBezTo>
                  <a:lnTo>
                    <a:pt x="50289" y="10124"/>
                  </a:lnTo>
                  <a:cubicBezTo>
                    <a:pt x="48904" y="8499"/>
                    <a:pt x="47279" y="6873"/>
                    <a:pt x="45383" y="5609"/>
                  </a:cubicBezTo>
                  <a:cubicBezTo>
                    <a:pt x="43638" y="4225"/>
                    <a:pt x="41621" y="3112"/>
                    <a:pt x="39605" y="2359"/>
                  </a:cubicBezTo>
                  <a:lnTo>
                    <a:pt x="36866" y="7626"/>
                  </a:lnTo>
                  <a:cubicBezTo>
                    <a:pt x="34970" y="6873"/>
                    <a:pt x="32984" y="6362"/>
                    <a:pt x="31088" y="6241"/>
                  </a:cubicBezTo>
                  <a:lnTo>
                    <a:pt x="30968" y="102"/>
                  </a:lnTo>
                  <a:cubicBezTo>
                    <a:pt x="30202" y="34"/>
                    <a:pt x="29437" y="1"/>
                    <a:pt x="28672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8"/>
            <p:cNvSpPr/>
            <p:nvPr/>
          </p:nvSpPr>
          <p:spPr>
            <a:xfrm>
              <a:off x="2342983" y="2341694"/>
              <a:ext cx="231892" cy="127656"/>
            </a:xfrm>
            <a:custGeom>
              <a:avLst/>
              <a:gdLst/>
              <a:ahLst/>
              <a:cxnLst/>
              <a:rect l="l" t="t" r="r" b="b"/>
              <a:pathLst>
                <a:path w="20863" h="11485" extrusionOk="0">
                  <a:moveTo>
                    <a:pt x="12038" y="6020"/>
                  </a:moveTo>
                  <a:lnTo>
                    <a:pt x="12038" y="6020"/>
                  </a:lnTo>
                  <a:cubicBezTo>
                    <a:pt x="12038" y="6020"/>
                    <a:pt x="12242" y="6033"/>
                    <a:pt x="12583" y="6050"/>
                  </a:cubicBezTo>
                  <a:lnTo>
                    <a:pt x="12583" y="6050"/>
                  </a:lnTo>
                  <a:cubicBezTo>
                    <a:pt x="12466" y="6056"/>
                    <a:pt x="12366" y="6059"/>
                    <a:pt x="12284" y="6059"/>
                  </a:cubicBezTo>
                  <a:cubicBezTo>
                    <a:pt x="12126" y="6059"/>
                    <a:pt x="12038" y="6047"/>
                    <a:pt x="12038" y="6020"/>
                  </a:cubicBezTo>
                  <a:close/>
                  <a:moveTo>
                    <a:pt x="11833" y="8362"/>
                  </a:moveTo>
                  <a:cubicBezTo>
                    <a:pt x="11713" y="8404"/>
                    <a:pt x="11647" y="8427"/>
                    <a:pt x="11647" y="8427"/>
                  </a:cubicBezTo>
                  <a:cubicBezTo>
                    <a:pt x="11666" y="8408"/>
                    <a:pt x="11731" y="8386"/>
                    <a:pt x="11833" y="8362"/>
                  </a:cubicBezTo>
                  <a:close/>
                  <a:moveTo>
                    <a:pt x="1626" y="1"/>
                  </a:moveTo>
                  <a:lnTo>
                    <a:pt x="0" y="11286"/>
                  </a:lnTo>
                  <a:cubicBezTo>
                    <a:pt x="0" y="11286"/>
                    <a:pt x="2001" y="11484"/>
                    <a:pt x="4866" y="11484"/>
                  </a:cubicBezTo>
                  <a:cubicBezTo>
                    <a:pt x="7118" y="11484"/>
                    <a:pt x="9903" y="11362"/>
                    <a:pt x="12670" y="10925"/>
                  </a:cubicBezTo>
                  <a:cubicBezTo>
                    <a:pt x="13344" y="10817"/>
                    <a:pt x="17126" y="9095"/>
                    <a:pt x="17827" y="8195"/>
                  </a:cubicBezTo>
                  <a:lnTo>
                    <a:pt x="17827" y="8195"/>
                  </a:lnTo>
                  <a:cubicBezTo>
                    <a:pt x="18756" y="7723"/>
                    <a:pt x="19425" y="7270"/>
                    <a:pt x="19548" y="6932"/>
                  </a:cubicBezTo>
                  <a:lnTo>
                    <a:pt x="19548" y="6932"/>
                  </a:lnTo>
                  <a:cubicBezTo>
                    <a:pt x="20355" y="6665"/>
                    <a:pt x="20863" y="6362"/>
                    <a:pt x="20796" y="6020"/>
                  </a:cubicBezTo>
                  <a:cubicBezTo>
                    <a:pt x="20768" y="5788"/>
                    <a:pt x="20275" y="5679"/>
                    <a:pt x="19536" y="5645"/>
                  </a:cubicBezTo>
                  <a:lnTo>
                    <a:pt x="19536" y="5645"/>
                  </a:lnTo>
                  <a:cubicBezTo>
                    <a:pt x="19719" y="5541"/>
                    <a:pt x="19817" y="5417"/>
                    <a:pt x="19803" y="5267"/>
                  </a:cubicBezTo>
                  <a:cubicBezTo>
                    <a:pt x="19803" y="4665"/>
                    <a:pt x="17546" y="4274"/>
                    <a:pt x="16041" y="4274"/>
                  </a:cubicBezTo>
                  <a:cubicBezTo>
                    <a:pt x="14416" y="4154"/>
                    <a:pt x="11647" y="3763"/>
                    <a:pt x="11406" y="3281"/>
                  </a:cubicBezTo>
                  <a:cubicBezTo>
                    <a:pt x="11286" y="2890"/>
                    <a:pt x="15048" y="2649"/>
                    <a:pt x="15168" y="2017"/>
                  </a:cubicBezTo>
                  <a:cubicBezTo>
                    <a:pt x="15168" y="1385"/>
                    <a:pt x="4123" y="272"/>
                    <a:pt x="1626" y="1"/>
                  </a:cubicBezTo>
                  <a:close/>
                </a:path>
              </a:pathLst>
            </a:custGeom>
            <a:solidFill>
              <a:srgbClr val="F9CA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8"/>
            <p:cNvSpPr/>
            <p:nvPr/>
          </p:nvSpPr>
          <p:spPr>
            <a:xfrm>
              <a:off x="1491340" y="1849977"/>
              <a:ext cx="525506" cy="739937"/>
            </a:xfrm>
            <a:custGeom>
              <a:avLst/>
              <a:gdLst/>
              <a:ahLst/>
              <a:cxnLst/>
              <a:rect l="l" t="t" r="r" b="b"/>
              <a:pathLst>
                <a:path w="47279" h="66571" extrusionOk="0">
                  <a:moveTo>
                    <a:pt x="29102" y="1"/>
                  </a:moveTo>
                  <a:cubicBezTo>
                    <a:pt x="29102" y="1"/>
                    <a:pt x="7765" y="1866"/>
                    <a:pt x="0" y="61183"/>
                  </a:cubicBezTo>
                  <a:lnTo>
                    <a:pt x="43637" y="66570"/>
                  </a:lnTo>
                  <a:cubicBezTo>
                    <a:pt x="43637" y="66570"/>
                    <a:pt x="47279" y="45383"/>
                    <a:pt x="46647" y="28199"/>
                  </a:cubicBezTo>
                  <a:cubicBezTo>
                    <a:pt x="46256" y="17305"/>
                    <a:pt x="42012" y="8758"/>
                    <a:pt x="39876" y="4124"/>
                  </a:cubicBezTo>
                  <a:cubicBezTo>
                    <a:pt x="39876" y="4124"/>
                    <a:pt x="39075" y="4508"/>
                    <a:pt x="37692" y="4508"/>
                  </a:cubicBezTo>
                  <a:cubicBezTo>
                    <a:pt x="36692" y="4508"/>
                    <a:pt x="35386" y="4307"/>
                    <a:pt x="33857" y="3612"/>
                  </a:cubicBezTo>
                  <a:cubicBezTo>
                    <a:pt x="29974" y="1987"/>
                    <a:pt x="29102" y="1"/>
                    <a:pt x="29102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8"/>
            <p:cNvSpPr/>
            <p:nvPr/>
          </p:nvSpPr>
          <p:spPr>
            <a:xfrm>
              <a:off x="1792390" y="1895804"/>
              <a:ext cx="616160" cy="616160"/>
            </a:xfrm>
            <a:custGeom>
              <a:avLst/>
              <a:gdLst/>
              <a:ahLst/>
              <a:cxnLst/>
              <a:rect l="l" t="t" r="r" b="b"/>
              <a:pathLst>
                <a:path w="55435" h="55435" extrusionOk="0">
                  <a:moveTo>
                    <a:pt x="12791" y="1"/>
                  </a:moveTo>
                  <a:lnTo>
                    <a:pt x="0" y="23715"/>
                  </a:lnTo>
                  <a:cubicBezTo>
                    <a:pt x="0" y="23715"/>
                    <a:pt x="6772" y="46286"/>
                    <a:pt x="24829" y="51162"/>
                  </a:cubicBezTo>
                  <a:cubicBezTo>
                    <a:pt x="41140" y="55435"/>
                    <a:pt x="53659" y="55435"/>
                    <a:pt x="53659" y="55435"/>
                  </a:cubicBezTo>
                  <a:lnTo>
                    <a:pt x="55435" y="40267"/>
                  </a:lnTo>
                  <a:cubicBezTo>
                    <a:pt x="55435" y="40267"/>
                    <a:pt x="35723" y="36746"/>
                    <a:pt x="27597" y="31359"/>
                  </a:cubicBezTo>
                  <a:cubicBezTo>
                    <a:pt x="21307" y="27206"/>
                    <a:pt x="20194" y="14055"/>
                    <a:pt x="18569" y="9420"/>
                  </a:cubicBezTo>
                  <a:cubicBezTo>
                    <a:pt x="16432" y="3010"/>
                    <a:pt x="12791" y="1"/>
                    <a:pt x="12791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8"/>
            <p:cNvSpPr/>
            <p:nvPr/>
          </p:nvSpPr>
          <p:spPr>
            <a:xfrm>
              <a:off x="1795069" y="1855335"/>
              <a:ext cx="154888" cy="71258"/>
            </a:xfrm>
            <a:custGeom>
              <a:avLst/>
              <a:gdLst/>
              <a:ahLst/>
              <a:cxnLst/>
              <a:rect l="l" t="t" r="r" b="b"/>
              <a:pathLst>
                <a:path w="13935" h="6411" fill="none" extrusionOk="0">
                  <a:moveTo>
                    <a:pt x="0" y="0"/>
                  </a:moveTo>
                  <a:cubicBezTo>
                    <a:pt x="0" y="0"/>
                    <a:pt x="1384" y="4153"/>
                    <a:pt x="7644" y="5387"/>
                  </a:cubicBezTo>
                  <a:cubicBezTo>
                    <a:pt x="12158" y="6410"/>
                    <a:pt x="13934" y="5026"/>
                    <a:pt x="13934" y="5026"/>
                  </a:cubicBezTo>
                </a:path>
              </a:pathLst>
            </a:custGeom>
            <a:noFill/>
            <a:ln w="9775" cap="flat" cmpd="sng">
              <a:solidFill>
                <a:srgbClr val="21224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8"/>
            <p:cNvSpPr/>
            <p:nvPr/>
          </p:nvSpPr>
          <p:spPr>
            <a:xfrm>
              <a:off x="1795069" y="2109212"/>
              <a:ext cx="195357" cy="326159"/>
            </a:xfrm>
            <a:custGeom>
              <a:avLst/>
              <a:gdLst/>
              <a:ahLst/>
              <a:cxnLst/>
              <a:rect l="l" t="t" r="r" b="b"/>
              <a:pathLst>
                <a:path w="17576" h="29344" fill="none" extrusionOk="0">
                  <a:moveTo>
                    <a:pt x="17575" y="29343"/>
                  </a:moveTo>
                  <a:cubicBezTo>
                    <a:pt x="17575" y="29343"/>
                    <a:pt x="873" y="21669"/>
                    <a:pt x="0" y="1"/>
                  </a:cubicBezTo>
                </a:path>
              </a:pathLst>
            </a:custGeom>
            <a:noFill/>
            <a:ln w="9775" cap="flat" cmpd="sng">
              <a:solidFill>
                <a:srgbClr val="21224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8"/>
            <p:cNvSpPr/>
            <p:nvPr/>
          </p:nvSpPr>
          <p:spPr>
            <a:xfrm>
              <a:off x="2342983" y="2335002"/>
              <a:ext cx="25098" cy="175628"/>
            </a:xfrm>
            <a:custGeom>
              <a:avLst/>
              <a:gdLst/>
              <a:ahLst/>
              <a:cxnLst/>
              <a:rect l="l" t="t" r="r" b="b"/>
              <a:pathLst>
                <a:path w="2258" h="15801" fill="none" extrusionOk="0">
                  <a:moveTo>
                    <a:pt x="2257" y="1"/>
                  </a:moveTo>
                  <a:lnTo>
                    <a:pt x="0" y="15801"/>
                  </a:lnTo>
                </a:path>
              </a:pathLst>
            </a:custGeom>
            <a:noFill/>
            <a:ln w="9775" cap="flat" cmpd="sng">
              <a:solidFill>
                <a:srgbClr val="212246"/>
              </a:solidFill>
              <a:prstDash val="solid"/>
              <a:miter lim="3009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8"/>
            <p:cNvSpPr/>
            <p:nvPr/>
          </p:nvSpPr>
          <p:spPr>
            <a:xfrm rot="-10040138">
              <a:off x="2733411" y="1340140"/>
              <a:ext cx="544002" cy="543984"/>
            </a:xfrm>
            <a:custGeom>
              <a:avLst/>
              <a:gdLst/>
              <a:ahLst/>
              <a:cxnLst/>
              <a:rect l="l" t="t" r="r" b="b"/>
              <a:pathLst>
                <a:path w="30042" h="30041" extrusionOk="0">
                  <a:moveTo>
                    <a:pt x="14990" y="8596"/>
                  </a:moveTo>
                  <a:cubicBezTo>
                    <a:pt x="17680" y="8596"/>
                    <a:pt x="20179" y="10295"/>
                    <a:pt x="21062" y="12981"/>
                  </a:cubicBezTo>
                  <a:cubicBezTo>
                    <a:pt x="22225" y="16347"/>
                    <a:pt x="20348" y="19960"/>
                    <a:pt x="17060" y="21061"/>
                  </a:cubicBezTo>
                  <a:cubicBezTo>
                    <a:pt x="16366" y="21301"/>
                    <a:pt x="15661" y="21415"/>
                    <a:pt x="14969" y="21415"/>
                  </a:cubicBezTo>
                  <a:cubicBezTo>
                    <a:pt x="12308" y="21415"/>
                    <a:pt x="9841" y="19731"/>
                    <a:pt x="8918" y="17060"/>
                  </a:cubicBezTo>
                  <a:cubicBezTo>
                    <a:pt x="7817" y="13695"/>
                    <a:pt x="9632" y="10081"/>
                    <a:pt x="12982" y="8918"/>
                  </a:cubicBezTo>
                  <a:cubicBezTo>
                    <a:pt x="13648" y="8700"/>
                    <a:pt x="14325" y="8596"/>
                    <a:pt x="14990" y="8596"/>
                  </a:cubicBezTo>
                  <a:close/>
                  <a:moveTo>
                    <a:pt x="13695" y="0"/>
                  </a:moveTo>
                  <a:cubicBezTo>
                    <a:pt x="12532" y="62"/>
                    <a:pt x="11369" y="326"/>
                    <a:pt x="10268" y="714"/>
                  </a:cubicBezTo>
                  <a:cubicBezTo>
                    <a:pt x="9104" y="1101"/>
                    <a:pt x="8003" y="1613"/>
                    <a:pt x="7042" y="2203"/>
                  </a:cubicBezTo>
                  <a:lnTo>
                    <a:pt x="8469" y="5103"/>
                  </a:lnTo>
                  <a:cubicBezTo>
                    <a:pt x="7616" y="5692"/>
                    <a:pt x="6778" y="6328"/>
                    <a:pt x="6065" y="7165"/>
                  </a:cubicBezTo>
                  <a:lnTo>
                    <a:pt x="3490" y="5304"/>
                  </a:lnTo>
                  <a:cubicBezTo>
                    <a:pt x="1939" y="7103"/>
                    <a:pt x="838" y="9306"/>
                    <a:pt x="326" y="11570"/>
                  </a:cubicBezTo>
                  <a:lnTo>
                    <a:pt x="3351" y="12593"/>
                  </a:lnTo>
                  <a:cubicBezTo>
                    <a:pt x="3165" y="13633"/>
                    <a:pt x="3103" y="14672"/>
                    <a:pt x="3165" y="15773"/>
                  </a:cubicBezTo>
                  <a:lnTo>
                    <a:pt x="1" y="16285"/>
                  </a:lnTo>
                  <a:cubicBezTo>
                    <a:pt x="63" y="17448"/>
                    <a:pt x="326" y="18611"/>
                    <a:pt x="714" y="19774"/>
                  </a:cubicBezTo>
                  <a:cubicBezTo>
                    <a:pt x="1102" y="20937"/>
                    <a:pt x="1614" y="21976"/>
                    <a:pt x="2188" y="22938"/>
                  </a:cubicBezTo>
                  <a:lnTo>
                    <a:pt x="5041" y="21511"/>
                  </a:lnTo>
                  <a:cubicBezTo>
                    <a:pt x="5677" y="22426"/>
                    <a:pt x="6328" y="23201"/>
                    <a:pt x="7166" y="23915"/>
                  </a:cubicBezTo>
                  <a:lnTo>
                    <a:pt x="5289" y="26551"/>
                  </a:lnTo>
                  <a:cubicBezTo>
                    <a:pt x="7104" y="28102"/>
                    <a:pt x="9306" y="29141"/>
                    <a:pt x="11570" y="29731"/>
                  </a:cubicBezTo>
                  <a:lnTo>
                    <a:pt x="12594" y="26629"/>
                  </a:lnTo>
                  <a:cubicBezTo>
                    <a:pt x="13388" y="26818"/>
                    <a:pt x="14182" y="26899"/>
                    <a:pt x="14996" y="26899"/>
                  </a:cubicBezTo>
                  <a:cubicBezTo>
                    <a:pt x="15248" y="26899"/>
                    <a:pt x="15501" y="26892"/>
                    <a:pt x="15758" y="26877"/>
                  </a:cubicBezTo>
                  <a:lnTo>
                    <a:pt x="16285" y="30041"/>
                  </a:lnTo>
                  <a:cubicBezTo>
                    <a:pt x="17448" y="29917"/>
                    <a:pt x="18611" y="29731"/>
                    <a:pt x="19775" y="29343"/>
                  </a:cubicBezTo>
                  <a:cubicBezTo>
                    <a:pt x="20938" y="28955"/>
                    <a:pt x="21961" y="28428"/>
                    <a:pt x="22938" y="27854"/>
                  </a:cubicBezTo>
                  <a:lnTo>
                    <a:pt x="21512" y="24938"/>
                  </a:lnTo>
                  <a:cubicBezTo>
                    <a:pt x="22427" y="24365"/>
                    <a:pt x="23202" y="23651"/>
                    <a:pt x="23900" y="22876"/>
                  </a:cubicBezTo>
                  <a:lnTo>
                    <a:pt x="26552" y="24690"/>
                  </a:lnTo>
                  <a:cubicBezTo>
                    <a:pt x="28041" y="22876"/>
                    <a:pt x="29142" y="20736"/>
                    <a:pt x="29716" y="18409"/>
                  </a:cubicBezTo>
                  <a:lnTo>
                    <a:pt x="26614" y="17448"/>
                  </a:lnTo>
                  <a:cubicBezTo>
                    <a:pt x="26878" y="16409"/>
                    <a:pt x="26940" y="15307"/>
                    <a:pt x="26878" y="14284"/>
                  </a:cubicBezTo>
                  <a:lnTo>
                    <a:pt x="30041" y="13695"/>
                  </a:lnTo>
                  <a:cubicBezTo>
                    <a:pt x="29917" y="12531"/>
                    <a:pt x="29716" y="11368"/>
                    <a:pt x="29328" y="10267"/>
                  </a:cubicBezTo>
                  <a:cubicBezTo>
                    <a:pt x="28940" y="9104"/>
                    <a:pt x="28428" y="8018"/>
                    <a:pt x="27777" y="7041"/>
                  </a:cubicBezTo>
                  <a:lnTo>
                    <a:pt x="24939" y="8530"/>
                  </a:lnTo>
                  <a:cubicBezTo>
                    <a:pt x="24365" y="7631"/>
                    <a:pt x="23652" y="6778"/>
                    <a:pt x="22876" y="6080"/>
                  </a:cubicBezTo>
                  <a:lnTo>
                    <a:pt x="24675" y="3490"/>
                  </a:lnTo>
                  <a:cubicBezTo>
                    <a:pt x="22876" y="1939"/>
                    <a:pt x="20736" y="838"/>
                    <a:pt x="18410" y="326"/>
                  </a:cubicBezTo>
                  <a:lnTo>
                    <a:pt x="17448" y="3366"/>
                  </a:lnTo>
                  <a:cubicBezTo>
                    <a:pt x="16665" y="3214"/>
                    <a:pt x="15846" y="3141"/>
                    <a:pt x="15052" y="3141"/>
                  </a:cubicBezTo>
                  <a:cubicBezTo>
                    <a:pt x="14793" y="3141"/>
                    <a:pt x="14536" y="3149"/>
                    <a:pt x="14284" y="3164"/>
                  </a:cubicBezTo>
                  <a:lnTo>
                    <a:pt x="13695" y="0"/>
                  </a:lnTo>
                  <a:close/>
                </a:path>
              </a:pathLst>
            </a:custGeom>
            <a:solidFill>
              <a:srgbClr val="E4EC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8"/>
            <p:cNvSpPr/>
            <p:nvPr/>
          </p:nvSpPr>
          <p:spPr>
            <a:xfrm rot="-10040138">
              <a:off x="3541676" y="1157362"/>
              <a:ext cx="409459" cy="408626"/>
            </a:xfrm>
            <a:custGeom>
              <a:avLst/>
              <a:gdLst/>
              <a:ahLst/>
              <a:cxnLst/>
              <a:rect l="l" t="t" r="r" b="b"/>
              <a:pathLst>
                <a:path w="22612" h="22566" extrusionOk="0">
                  <a:moveTo>
                    <a:pt x="11306" y="7075"/>
                  </a:moveTo>
                  <a:cubicBezTo>
                    <a:pt x="9484" y="7075"/>
                    <a:pt x="7764" y="8277"/>
                    <a:pt x="7227" y="10081"/>
                  </a:cubicBezTo>
                  <a:cubicBezTo>
                    <a:pt x="6591" y="12346"/>
                    <a:pt x="7878" y="14672"/>
                    <a:pt x="10143" y="15323"/>
                  </a:cubicBezTo>
                  <a:cubicBezTo>
                    <a:pt x="10526" y="15437"/>
                    <a:pt x="10913" y="15491"/>
                    <a:pt x="11294" y="15491"/>
                  </a:cubicBezTo>
                  <a:cubicBezTo>
                    <a:pt x="13093" y="15491"/>
                    <a:pt x="14770" y="14289"/>
                    <a:pt x="15307" y="12485"/>
                  </a:cubicBezTo>
                  <a:cubicBezTo>
                    <a:pt x="15959" y="10221"/>
                    <a:pt x="14733" y="7895"/>
                    <a:pt x="12469" y="7243"/>
                  </a:cubicBezTo>
                  <a:cubicBezTo>
                    <a:pt x="12084" y="7129"/>
                    <a:pt x="11692" y="7075"/>
                    <a:pt x="11306" y="7075"/>
                  </a:cubicBezTo>
                  <a:close/>
                  <a:moveTo>
                    <a:pt x="11299" y="5580"/>
                  </a:moveTo>
                  <a:cubicBezTo>
                    <a:pt x="11834" y="5580"/>
                    <a:pt x="12378" y="5656"/>
                    <a:pt x="12919" y="5816"/>
                  </a:cubicBezTo>
                  <a:cubicBezTo>
                    <a:pt x="15897" y="6669"/>
                    <a:pt x="17634" y="9833"/>
                    <a:pt x="16796" y="12873"/>
                  </a:cubicBezTo>
                  <a:cubicBezTo>
                    <a:pt x="16056" y="15359"/>
                    <a:pt x="13776" y="16986"/>
                    <a:pt x="11307" y="16986"/>
                  </a:cubicBezTo>
                  <a:cubicBezTo>
                    <a:pt x="10773" y="16986"/>
                    <a:pt x="10231" y="16910"/>
                    <a:pt x="9693" y="16750"/>
                  </a:cubicBezTo>
                  <a:cubicBezTo>
                    <a:pt x="6653" y="15897"/>
                    <a:pt x="4963" y="12733"/>
                    <a:pt x="5816" y="9694"/>
                  </a:cubicBezTo>
                  <a:cubicBezTo>
                    <a:pt x="6555" y="7207"/>
                    <a:pt x="8826" y="5580"/>
                    <a:pt x="11299" y="5580"/>
                  </a:cubicBezTo>
                  <a:close/>
                  <a:moveTo>
                    <a:pt x="11818" y="1"/>
                  </a:moveTo>
                  <a:lnTo>
                    <a:pt x="11492" y="2404"/>
                  </a:lnTo>
                  <a:cubicBezTo>
                    <a:pt x="11342" y="2389"/>
                    <a:pt x="11190" y="2383"/>
                    <a:pt x="11037" y="2383"/>
                  </a:cubicBezTo>
                  <a:cubicBezTo>
                    <a:pt x="10398" y="2383"/>
                    <a:pt x="9741" y="2502"/>
                    <a:pt x="9166" y="2653"/>
                  </a:cubicBezTo>
                  <a:lnTo>
                    <a:pt x="8328" y="388"/>
                  </a:lnTo>
                  <a:cubicBezTo>
                    <a:pt x="6591" y="854"/>
                    <a:pt x="5040" y="1691"/>
                    <a:pt x="3676" y="2916"/>
                  </a:cubicBezTo>
                  <a:lnTo>
                    <a:pt x="5164" y="4855"/>
                  </a:lnTo>
                  <a:cubicBezTo>
                    <a:pt x="4575" y="5367"/>
                    <a:pt x="4063" y="6018"/>
                    <a:pt x="3676" y="6669"/>
                  </a:cubicBezTo>
                  <a:lnTo>
                    <a:pt x="1473" y="5692"/>
                  </a:lnTo>
                  <a:cubicBezTo>
                    <a:pt x="1024" y="6468"/>
                    <a:pt x="698" y="7243"/>
                    <a:pt x="450" y="8143"/>
                  </a:cubicBezTo>
                  <a:cubicBezTo>
                    <a:pt x="186" y="8996"/>
                    <a:pt x="62" y="9895"/>
                    <a:pt x="0" y="10733"/>
                  </a:cubicBezTo>
                  <a:lnTo>
                    <a:pt x="2388" y="11058"/>
                  </a:lnTo>
                  <a:cubicBezTo>
                    <a:pt x="2388" y="11896"/>
                    <a:pt x="2450" y="12671"/>
                    <a:pt x="2636" y="13447"/>
                  </a:cubicBezTo>
                  <a:lnTo>
                    <a:pt x="388" y="14284"/>
                  </a:lnTo>
                  <a:cubicBezTo>
                    <a:pt x="900" y="15975"/>
                    <a:pt x="1737" y="17587"/>
                    <a:pt x="2900" y="18875"/>
                  </a:cubicBezTo>
                  <a:lnTo>
                    <a:pt x="4839" y="17448"/>
                  </a:lnTo>
                  <a:cubicBezTo>
                    <a:pt x="5428" y="17975"/>
                    <a:pt x="6002" y="18487"/>
                    <a:pt x="6715" y="18937"/>
                  </a:cubicBezTo>
                  <a:lnTo>
                    <a:pt x="5676" y="21077"/>
                  </a:lnTo>
                  <a:cubicBezTo>
                    <a:pt x="6452" y="21527"/>
                    <a:pt x="7289" y="21852"/>
                    <a:pt x="8142" y="22101"/>
                  </a:cubicBezTo>
                  <a:cubicBezTo>
                    <a:pt x="9042" y="22364"/>
                    <a:pt x="9879" y="22488"/>
                    <a:pt x="10779" y="22566"/>
                  </a:cubicBezTo>
                  <a:lnTo>
                    <a:pt x="11104" y="20162"/>
                  </a:lnTo>
                  <a:cubicBezTo>
                    <a:pt x="11254" y="20177"/>
                    <a:pt x="11404" y="20184"/>
                    <a:pt x="11554" y="20184"/>
                  </a:cubicBezTo>
                  <a:cubicBezTo>
                    <a:pt x="12179" y="20184"/>
                    <a:pt x="12805" y="20064"/>
                    <a:pt x="13431" y="19914"/>
                  </a:cubicBezTo>
                  <a:lnTo>
                    <a:pt x="14268" y="22178"/>
                  </a:lnTo>
                  <a:cubicBezTo>
                    <a:pt x="16021" y="21713"/>
                    <a:pt x="17571" y="20813"/>
                    <a:pt x="18921" y="19650"/>
                  </a:cubicBezTo>
                  <a:lnTo>
                    <a:pt x="17447" y="17712"/>
                  </a:lnTo>
                  <a:cubicBezTo>
                    <a:pt x="18021" y="17200"/>
                    <a:pt x="18533" y="16548"/>
                    <a:pt x="18921" y="15897"/>
                  </a:cubicBezTo>
                  <a:lnTo>
                    <a:pt x="21123" y="16874"/>
                  </a:lnTo>
                  <a:cubicBezTo>
                    <a:pt x="21573" y="16099"/>
                    <a:pt x="21898" y="15323"/>
                    <a:pt x="22162" y="14424"/>
                  </a:cubicBezTo>
                  <a:cubicBezTo>
                    <a:pt x="22410" y="13571"/>
                    <a:pt x="22550" y="12671"/>
                    <a:pt x="22612" y="11834"/>
                  </a:cubicBezTo>
                  <a:lnTo>
                    <a:pt x="20224" y="11508"/>
                  </a:lnTo>
                  <a:cubicBezTo>
                    <a:pt x="20224" y="10671"/>
                    <a:pt x="20161" y="9895"/>
                    <a:pt x="19960" y="9120"/>
                  </a:cubicBezTo>
                  <a:lnTo>
                    <a:pt x="22224" y="8282"/>
                  </a:lnTo>
                  <a:cubicBezTo>
                    <a:pt x="21712" y="6592"/>
                    <a:pt x="20859" y="4979"/>
                    <a:pt x="19634" y="3692"/>
                  </a:cubicBezTo>
                  <a:lnTo>
                    <a:pt x="17758" y="5118"/>
                  </a:lnTo>
                  <a:cubicBezTo>
                    <a:pt x="17184" y="4529"/>
                    <a:pt x="16594" y="4079"/>
                    <a:pt x="15897" y="3630"/>
                  </a:cubicBezTo>
                  <a:lnTo>
                    <a:pt x="16858" y="1427"/>
                  </a:lnTo>
                  <a:cubicBezTo>
                    <a:pt x="16145" y="1040"/>
                    <a:pt x="15307" y="652"/>
                    <a:pt x="14470" y="388"/>
                  </a:cubicBezTo>
                  <a:cubicBezTo>
                    <a:pt x="13570" y="202"/>
                    <a:pt x="12717" y="1"/>
                    <a:pt x="11818" y="1"/>
                  </a:cubicBezTo>
                  <a:close/>
                </a:path>
              </a:pathLst>
            </a:custGeom>
            <a:solidFill>
              <a:srgbClr val="E4EC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8"/>
            <p:cNvSpPr/>
            <p:nvPr/>
          </p:nvSpPr>
          <p:spPr>
            <a:xfrm rot="-10040213">
              <a:off x="4298300" y="1191813"/>
              <a:ext cx="256324" cy="255802"/>
            </a:xfrm>
            <a:custGeom>
              <a:avLst/>
              <a:gdLst/>
              <a:ahLst/>
              <a:cxnLst/>
              <a:rect l="l" t="t" r="r" b="b"/>
              <a:pathLst>
                <a:path w="22612" h="22566" extrusionOk="0">
                  <a:moveTo>
                    <a:pt x="11306" y="7075"/>
                  </a:moveTo>
                  <a:cubicBezTo>
                    <a:pt x="9484" y="7075"/>
                    <a:pt x="7764" y="8277"/>
                    <a:pt x="7227" y="10081"/>
                  </a:cubicBezTo>
                  <a:cubicBezTo>
                    <a:pt x="6591" y="12346"/>
                    <a:pt x="7878" y="14672"/>
                    <a:pt x="10143" y="15323"/>
                  </a:cubicBezTo>
                  <a:cubicBezTo>
                    <a:pt x="10526" y="15437"/>
                    <a:pt x="10913" y="15491"/>
                    <a:pt x="11294" y="15491"/>
                  </a:cubicBezTo>
                  <a:cubicBezTo>
                    <a:pt x="13093" y="15491"/>
                    <a:pt x="14770" y="14289"/>
                    <a:pt x="15307" y="12485"/>
                  </a:cubicBezTo>
                  <a:cubicBezTo>
                    <a:pt x="15959" y="10221"/>
                    <a:pt x="14733" y="7895"/>
                    <a:pt x="12469" y="7243"/>
                  </a:cubicBezTo>
                  <a:cubicBezTo>
                    <a:pt x="12084" y="7129"/>
                    <a:pt x="11692" y="7075"/>
                    <a:pt x="11306" y="7075"/>
                  </a:cubicBezTo>
                  <a:close/>
                  <a:moveTo>
                    <a:pt x="11299" y="5580"/>
                  </a:moveTo>
                  <a:cubicBezTo>
                    <a:pt x="11834" y="5580"/>
                    <a:pt x="12378" y="5656"/>
                    <a:pt x="12919" y="5816"/>
                  </a:cubicBezTo>
                  <a:cubicBezTo>
                    <a:pt x="15897" y="6669"/>
                    <a:pt x="17634" y="9833"/>
                    <a:pt x="16796" y="12873"/>
                  </a:cubicBezTo>
                  <a:cubicBezTo>
                    <a:pt x="16056" y="15359"/>
                    <a:pt x="13776" y="16986"/>
                    <a:pt x="11307" y="16986"/>
                  </a:cubicBezTo>
                  <a:cubicBezTo>
                    <a:pt x="10773" y="16986"/>
                    <a:pt x="10231" y="16910"/>
                    <a:pt x="9693" y="16750"/>
                  </a:cubicBezTo>
                  <a:cubicBezTo>
                    <a:pt x="6653" y="15897"/>
                    <a:pt x="4963" y="12733"/>
                    <a:pt x="5816" y="9694"/>
                  </a:cubicBezTo>
                  <a:cubicBezTo>
                    <a:pt x="6555" y="7207"/>
                    <a:pt x="8826" y="5580"/>
                    <a:pt x="11299" y="5580"/>
                  </a:cubicBezTo>
                  <a:close/>
                  <a:moveTo>
                    <a:pt x="11818" y="1"/>
                  </a:moveTo>
                  <a:lnTo>
                    <a:pt x="11492" y="2404"/>
                  </a:lnTo>
                  <a:cubicBezTo>
                    <a:pt x="11342" y="2389"/>
                    <a:pt x="11190" y="2383"/>
                    <a:pt x="11037" y="2383"/>
                  </a:cubicBezTo>
                  <a:cubicBezTo>
                    <a:pt x="10398" y="2383"/>
                    <a:pt x="9741" y="2502"/>
                    <a:pt x="9166" y="2653"/>
                  </a:cubicBezTo>
                  <a:lnTo>
                    <a:pt x="8328" y="388"/>
                  </a:lnTo>
                  <a:cubicBezTo>
                    <a:pt x="6591" y="854"/>
                    <a:pt x="5040" y="1691"/>
                    <a:pt x="3676" y="2916"/>
                  </a:cubicBezTo>
                  <a:lnTo>
                    <a:pt x="5164" y="4855"/>
                  </a:lnTo>
                  <a:cubicBezTo>
                    <a:pt x="4575" y="5367"/>
                    <a:pt x="4063" y="6018"/>
                    <a:pt x="3676" y="6669"/>
                  </a:cubicBezTo>
                  <a:lnTo>
                    <a:pt x="1473" y="5692"/>
                  </a:lnTo>
                  <a:cubicBezTo>
                    <a:pt x="1024" y="6468"/>
                    <a:pt x="698" y="7243"/>
                    <a:pt x="450" y="8143"/>
                  </a:cubicBezTo>
                  <a:cubicBezTo>
                    <a:pt x="186" y="8996"/>
                    <a:pt x="62" y="9895"/>
                    <a:pt x="0" y="10733"/>
                  </a:cubicBezTo>
                  <a:lnTo>
                    <a:pt x="2388" y="11058"/>
                  </a:lnTo>
                  <a:cubicBezTo>
                    <a:pt x="2388" y="11896"/>
                    <a:pt x="2450" y="12671"/>
                    <a:pt x="2636" y="13447"/>
                  </a:cubicBezTo>
                  <a:lnTo>
                    <a:pt x="388" y="14284"/>
                  </a:lnTo>
                  <a:cubicBezTo>
                    <a:pt x="900" y="15975"/>
                    <a:pt x="1737" y="17587"/>
                    <a:pt x="2900" y="18875"/>
                  </a:cubicBezTo>
                  <a:lnTo>
                    <a:pt x="4839" y="17448"/>
                  </a:lnTo>
                  <a:cubicBezTo>
                    <a:pt x="5428" y="17975"/>
                    <a:pt x="6002" y="18487"/>
                    <a:pt x="6715" y="18937"/>
                  </a:cubicBezTo>
                  <a:lnTo>
                    <a:pt x="5676" y="21077"/>
                  </a:lnTo>
                  <a:cubicBezTo>
                    <a:pt x="6452" y="21527"/>
                    <a:pt x="7289" y="21852"/>
                    <a:pt x="8142" y="22101"/>
                  </a:cubicBezTo>
                  <a:cubicBezTo>
                    <a:pt x="9042" y="22364"/>
                    <a:pt x="9879" y="22488"/>
                    <a:pt x="10779" y="22566"/>
                  </a:cubicBezTo>
                  <a:lnTo>
                    <a:pt x="11104" y="20162"/>
                  </a:lnTo>
                  <a:cubicBezTo>
                    <a:pt x="11254" y="20177"/>
                    <a:pt x="11404" y="20184"/>
                    <a:pt x="11554" y="20184"/>
                  </a:cubicBezTo>
                  <a:cubicBezTo>
                    <a:pt x="12179" y="20184"/>
                    <a:pt x="12805" y="20064"/>
                    <a:pt x="13431" y="19914"/>
                  </a:cubicBezTo>
                  <a:lnTo>
                    <a:pt x="14268" y="22178"/>
                  </a:lnTo>
                  <a:cubicBezTo>
                    <a:pt x="16021" y="21713"/>
                    <a:pt x="17571" y="20813"/>
                    <a:pt x="18921" y="19650"/>
                  </a:cubicBezTo>
                  <a:lnTo>
                    <a:pt x="17447" y="17712"/>
                  </a:lnTo>
                  <a:cubicBezTo>
                    <a:pt x="18021" y="17200"/>
                    <a:pt x="18533" y="16548"/>
                    <a:pt x="18921" y="15897"/>
                  </a:cubicBezTo>
                  <a:lnTo>
                    <a:pt x="21123" y="16874"/>
                  </a:lnTo>
                  <a:cubicBezTo>
                    <a:pt x="21573" y="16099"/>
                    <a:pt x="21898" y="15323"/>
                    <a:pt x="22162" y="14424"/>
                  </a:cubicBezTo>
                  <a:cubicBezTo>
                    <a:pt x="22410" y="13571"/>
                    <a:pt x="22550" y="12671"/>
                    <a:pt x="22612" y="11834"/>
                  </a:cubicBezTo>
                  <a:lnTo>
                    <a:pt x="20224" y="11508"/>
                  </a:lnTo>
                  <a:cubicBezTo>
                    <a:pt x="20224" y="10671"/>
                    <a:pt x="20161" y="9895"/>
                    <a:pt x="19960" y="9120"/>
                  </a:cubicBezTo>
                  <a:lnTo>
                    <a:pt x="22224" y="8282"/>
                  </a:lnTo>
                  <a:cubicBezTo>
                    <a:pt x="21712" y="6592"/>
                    <a:pt x="20859" y="4979"/>
                    <a:pt x="19634" y="3692"/>
                  </a:cubicBezTo>
                  <a:lnTo>
                    <a:pt x="17758" y="5118"/>
                  </a:lnTo>
                  <a:cubicBezTo>
                    <a:pt x="17184" y="4529"/>
                    <a:pt x="16594" y="4079"/>
                    <a:pt x="15897" y="3630"/>
                  </a:cubicBezTo>
                  <a:lnTo>
                    <a:pt x="16858" y="1427"/>
                  </a:lnTo>
                  <a:cubicBezTo>
                    <a:pt x="16145" y="1040"/>
                    <a:pt x="15307" y="652"/>
                    <a:pt x="14470" y="388"/>
                  </a:cubicBezTo>
                  <a:cubicBezTo>
                    <a:pt x="13570" y="202"/>
                    <a:pt x="12717" y="1"/>
                    <a:pt x="11818" y="1"/>
                  </a:cubicBezTo>
                  <a:close/>
                </a:path>
              </a:pathLst>
            </a:custGeom>
            <a:solidFill>
              <a:srgbClr val="E4EC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6" name="Google Shape;2006;p8"/>
          <p:cNvSpPr txBox="1"/>
          <p:nvPr/>
        </p:nvSpPr>
        <p:spPr>
          <a:xfrm>
            <a:off x="156775" y="614925"/>
            <a:ext cx="4470300" cy="3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Развивайте в себе скептический настрой: каждый раз, когда вы видите какие-либо утверждения о своем проекте (свои или чужие), проверяйте их по </a:t>
            </a: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SMART-критериям.</a:t>
            </a:r>
            <a:endParaRPr sz="11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Если вы увидите, что что-то сказано не конкретно, плохо проверяемо или плохо измеримо, или непонятна возможность и реалистичность этого в рамках вашей работы, или непонятно почему какое-то обстоятельство важно, или непонятно когда что-то произошло или должно произойти — в любой такой сомнительный момент — задавайте уточняющие вопросы.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 если у вас нет хороших подкрепленных фактами ответов на эти вопросы — значит это пробел в понимании, и важно его выписать в HADI-таблицу, чтобы место этого пробела не заняла Ежупа.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7" name="Google Shape;2007;p8"/>
          <p:cNvSpPr txBox="1"/>
          <p:nvPr/>
        </p:nvSpPr>
        <p:spPr>
          <a:xfrm>
            <a:off x="5164150" y="656250"/>
            <a:ext cx="3979800" cy="36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Критерии SMART:</a:t>
            </a:r>
            <a:endParaRPr sz="13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Specific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конкретность: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— «а кто/что/когда/где конкретно?»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Measurable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измеримость: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— «а сколько?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— Как мы можем измерить, что…?»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Attainable / Achievable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достижимость: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— «При каких условиях это возможно?»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Relevant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обоснованность, уместность: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— «Для кого/чего это значимо?»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— Как это вписывается в общий контекст?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— Почему это важно?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Time-bound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привязка ко времени: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99" marR="0" lvl="0" indent="-8099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— «Когда это было/будет? Как часто бывает? Когда последний раз?»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0" i="0" u="none" strike="noStrike" cap="none">
              <a:solidFill>
                <a:srgbClr val="595959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9"/>
          <p:cNvSpPr txBox="1">
            <a:spLocks noGrp="1"/>
          </p:cNvSpPr>
          <p:nvPr>
            <p:ph type="title"/>
          </p:nvPr>
        </p:nvSpPr>
        <p:spPr>
          <a:xfrm>
            <a:off x="1361825" y="2691500"/>
            <a:ext cx="4257900" cy="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Основные этапы работы</a:t>
            </a:r>
            <a:endParaRPr/>
          </a:p>
        </p:txBody>
      </p:sp>
      <p:sp>
        <p:nvSpPr>
          <p:cNvPr id="2013" name="Google Shape;2013;p9"/>
          <p:cNvSpPr txBox="1">
            <a:spLocks noGrp="1"/>
          </p:cNvSpPr>
          <p:nvPr>
            <p:ph type="title" idx="2"/>
          </p:nvPr>
        </p:nvSpPr>
        <p:spPr>
          <a:xfrm>
            <a:off x="1361825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2014" name="Google Shape;2014;p9"/>
          <p:cNvGrpSpPr/>
          <p:nvPr/>
        </p:nvGrpSpPr>
        <p:grpSpPr>
          <a:xfrm>
            <a:off x="4021975" y="1414050"/>
            <a:ext cx="5008400" cy="3537774"/>
            <a:chOff x="3605350" y="1341850"/>
            <a:chExt cx="5008400" cy="3537774"/>
          </a:xfrm>
        </p:grpSpPr>
        <p:sp>
          <p:nvSpPr>
            <p:cNvPr id="2015" name="Google Shape;2015;p9"/>
            <p:cNvSpPr/>
            <p:nvPr/>
          </p:nvSpPr>
          <p:spPr>
            <a:xfrm>
              <a:off x="7254675" y="3651575"/>
              <a:ext cx="533900" cy="1196800"/>
            </a:xfrm>
            <a:custGeom>
              <a:avLst/>
              <a:gdLst/>
              <a:ahLst/>
              <a:cxnLst/>
              <a:rect l="l" t="t" r="r" b="b"/>
              <a:pathLst>
                <a:path w="21356" h="47872" extrusionOk="0">
                  <a:moveTo>
                    <a:pt x="13617" y="0"/>
                  </a:moveTo>
                  <a:cubicBezTo>
                    <a:pt x="13266" y="0"/>
                    <a:pt x="12912" y="27"/>
                    <a:pt x="12558" y="78"/>
                  </a:cubicBezTo>
                  <a:cubicBezTo>
                    <a:pt x="7550" y="895"/>
                    <a:pt x="4697" y="6022"/>
                    <a:pt x="3151" y="10362"/>
                  </a:cubicBezTo>
                  <a:cubicBezTo>
                    <a:pt x="1724" y="14508"/>
                    <a:pt x="981" y="18848"/>
                    <a:pt x="610" y="23187"/>
                  </a:cubicBezTo>
                  <a:cubicBezTo>
                    <a:pt x="0" y="29503"/>
                    <a:pt x="60" y="35878"/>
                    <a:pt x="431" y="42254"/>
                  </a:cubicBezTo>
                  <a:cubicBezTo>
                    <a:pt x="550" y="44111"/>
                    <a:pt x="669" y="45969"/>
                    <a:pt x="922" y="47827"/>
                  </a:cubicBezTo>
                  <a:cubicBezTo>
                    <a:pt x="922" y="47856"/>
                    <a:pt x="937" y="47871"/>
                    <a:pt x="952" y="47871"/>
                  </a:cubicBezTo>
                  <a:cubicBezTo>
                    <a:pt x="966" y="47871"/>
                    <a:pt x="981" y="47856"/>
                    <a:pt x="981" y="47827"/>
                  </a:cubicBezTo>
                  <a:cubicBezTo>
                    <a:pt x="550" y="41020"/>
                    <a:pt x="119" y="34258"/>
                    <a:pt x="491" y="27512"/>
                  </a:cubicBezTo>
                  <a:cubicBezTo>
                    <a:pt x="669" y="22741"/>
                    <a:pt x="1234" y="17986"/>
                    <a:pt x="2467" y="13334"/>
                  </a:cubicBezTo>
                  <a:cubicBezTo>
                    <a:pt x="3716" y="8564"/>
                    <a:pt x="6123" y="2381"/>
                    <a:pt x="11325" y="643"/>
                  </a:cubicBezTo>
                  <a:cubicBezTo>
                    <a:pt x="12108" y="359"/>
                    <a:pt x="12935" y="209"/>
                    <a:pt x="13755" y="209"/>
                  </a:cubicBezTo>
                  <a:cubicBezTo>
                    <a:pt x="15081" y="209"/>
                    <a:pt x="16388" y="600"/>
                    <a:pt x="17462" y="1445"/>
                  </a:cubicBezTo>
                  <a:cubicBezTo>
                    <a:pt x="20494" y="3927"/>
                    <a:pt x="20984" y="8697"/>
                    <a:pt x="21103" y="12338"/>
                  </a:cubicBezTo>
                  <a:cubicBezTo>
                    <a:pt x="21237" y="16366"/>
                    <a:pt x="20806" y="20393"/>
                    <a:pt x="20182" y="24361"/>
                  </a:cubicBezTo>
                  <a:cubicBezTo>
                    <a:pt x="19246" y="30424"/>
                    <a:pt x="17834" y="36369"/>
                    <a:pt x="16214" y="42254"/>
                  </a:cubicBezTo>
                  <a:cubicBezTo>
                    <a:pt x="15723" y="44111"/>
                    <a:pt x="15233" y="45910"/>
                    <a:pt x="14668" y="47767"/>
                  </a:cubicBezTo>
                  <a:cubicBezTo>
                    <a:pt x="14668" y="47809"/>
                    <a:pt x="14728" y="47851"/>
                    <a:pt x="14789" y="47851"/>
                  </a:cubicBezTo>
                  <a:cubicBezTo>
                    <a:pt x="14814" y="47851"/>
                    <a:pt x="14840" y="47844"/>
                    <a:pt x="14862" y="47827"/>
                  </a:cubicBezTo>
                  <a:cubicBezTo>
                    <a:pt x="16838" y="41258"/>
                    <a:pt x="18577" y="34511"/>
                    <a:pt x="19810" y="27764"/>
                  </a:cubicBezTo>
                  <a:cubicBezTo>
                    <a:pt x="20613" y="23365"/>
                    <a:pt x="21237" y="18848"/>
                    <a:pt x="21296" y="14330"/>
                  </a:cubicBezTo>
                  <a:cubicBezTo>
                    <a:pt x="21356" y="11595"/>
                    <a:pt x="21178" y="8816"/>
                    <a:pt x="20434" y="6156"/>
                  </a:cubicBezTo>
                  <a:cubicBezTo>
                    <a:pt x="19989" y="4611"/>
                    <a:pt x="19320" y="3050"/>
                    <a:pt x="18131" y="1876"/>
                  </a:cubicBezTo>
                  <a:cubicBezTo>
                    <a:pt x="16902" y="598"/>
                    <a:pt x="15296" y="0"/>
                    <a:pt x="13617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9"/>
            <p:cNvSpPr/>
            <p:nvPr/>
          </p:nvSpPr>
          <p:spPr>
            <a:xfrm>
              <a:off x="7447875" y="3656850"/>
              <a:ext cx="178350" cy="1188925"/>
            </a:xfrm>
            <a:custGeom>
              <a:avLst/>
              <a:gdLst/>
              <a:ahLst/>
              <a:cxnLst/>
              <a:rect l="l" t="t" r="r" b="b"/>
              <a:pathLst>
                <a:path w="7134" h="47557" fill="none" extrusionOk="0">
                  <a:moveTo>
                    <a:pt x="7134" y="1"/>
                  </a:moveTo>
                  <a:lnTo>
                    <a:pt x="0" y="47556"/>
                  </a:ln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9"/>
            <p:cNvSpPr/>
            <p:nvPr/>
          </p:nvSpPr>
          <p:spPr>
            <a:xfrm>
              <a:off x="7869175" y="4104250"/>
              <a:ext cx="561775" cy="744125"/>
            </a:xfrm>
            <a:custGeom>
              <a:avLst/>
              <a:gdLst/>
              <a:ahLst/>
              <a:cxnLst/>
              <a:rect l="l" t="t" r="r" b="b"/>
              <a:pathLst>
                <a:path w="22471" h="29765" extrusionOk="0">
                  <a:moveTo>
                    <a:pt x="15839" y="1"/>
                  </a:moveTo>
                  <a:cubicBezTo>
                    <a:pt x="14731" y="1"/>
                    <a:pt x="13610" y="264"/>
                    <a:pt x="12633" y="741"/>
                  </a:cubicBezTo>
                  <a:cubicBezTo>
                    <a:pt x="9155" y="2539"/>
                    <a:pt x="6926" y="6254"/>
                    <a:pt x="5262" y="9657"/>
                  </a:cubicBezTo>
                  <a:cubicBezTo>
                    <a:pt x="3954" y="12436"/>
                    <a:pt x="2914" y="15408"/>
                    <a:pt x="2096" y="18381"/>
                  </a:cubicBezTo>
                  <a:cubicBezTo>
                    <a:pt x="1115" y="22096"/>
                    <a:pt x="372" y="25886"/>
                    <a:pt x="1" y="29720"/>
                  </a:cubicBezTo>
                  <a:cubicBezTo>
                    <a:pt x="1" y="29749"/>
                    <a:pt x="30" y="29764"/>
                    <a:pt x="60" y="29764"/>
                  </a:cubicBezTo>
                  <a:cubicBezTo>
                    <a:pt x="90" y="29764"/>
                    <a:pt x="120" y="29749"/>
                    <a:pt x="120" y="29720"/>
                  </a:cubicBezTo>
                  <a:cubicBezTo>
                    <a:pt x="982" y="23656"/>
                    <a:pt x="2096" y="17638"/>
                    <a:pt x="4459" y="11946"/>
                  </a:cubicBezTo>
                  <a:cubicBezTo>
                    <a:pt x="6005" y="8171"/>
                    <a:pt x="8115" y="4144"/>
                    <a:pt x="11518" y="1662"/>
                  </a:cubicBezTo>
                  <a:cubicBezTo>
                    <a:pt x="12807" y="758"/>
                    <a:pt x="14394" y="165"/>
                    <a:pt x="15953" y="165"/>
                  </a:cubicBezTo>
                  <a:cubicBezTo>
                    <a:pt x="17162" y="165"/>
                    <a:pt x="18354" y="521"/>
                    <a:pt x="19380" y="1365"/>
                  </a:cubicBezTo>
                  <a:cubicBezTo>
                    <a:pt x="22159" y="3653"/>
                    <a:pt x="21416" y="8052"/>
                    <a:pt x="20613" y="11024"/>
                  </a:cubicBezTo>
                  <a:cubicBezTo>
                    <a:pt x="18889" y="17712"/>
                    <a:pt x="15174" y="23775"/>
                    <a:pt x="11637" y="29660"/>
                  </a:cubicBezTo>
                  <a:cubicBezTo>
                    <a:pt x="11595" y="29702"/>
                    <a:pt x="11642" y="29744"/>
                    <a:pt x="11694" y="29744"/>
                  </a:cubicBezTo>
                  <a:cubicBezTo>
                    <a:pt x="11716" y="29744"/>
                    <a:pt x="11738" y="29737"/>
                    <a:pt x="11756" y="29720"/>
                  </a:cubicBezTo>
                  <a:cubicBezTo>
                    <a:pt x="13807" y="26629"/>
                    <a:pt x="15605" y="23404"/>
                    <a:pt x="17269" y="20119"/>
                  </a:cubicBezTo>
                  <a:cubicBezTo>
                    <a:pt x="18518" y="17519"/>
                    <a:pt x="19692" y="14859"/>
                    <a:pt x="20494" y="12065"/>
                  </a:cubicBezTo>
                  <a:cubicBezTo>
                    <a:pt x="21416" y="9033"/>
                    <a:pt x="22471" y="4575"/>
                    <a:pt x="20123" y="1855"/>
                  </a:cubicBezTo>
                  <a:cubicBezTo>
                    <a:pt x="19054" y="566"/>
                    <a:pt x="17461" y="1"/>
                    <a:pt x="15839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9"/>
            <p:cNvSpPr/>
            <p:nvPr/>
          </p:nvSpPr>
          <p:spPr>
            <a:xfrm>
              <a:off x="8020775" y="4117925"/>
              <a:ext cx="305050" cy="727850"/>
            </a:xfrm>
            <a:custGeom>
              <a:avLst/>
              <a:gdLst/>
              <a:ahLst/>
              <a:cxnLst/>
              <a:rect l="l" t="t" r="r" b="b"/>
              <a:pathLst>
                <a:path w="12202" h="29114" fill="none" extrusionOk="0">
                  <a:moveTo>
                    <a:pt x="12201" y="0"/>
                  </a:moveTo>
                  <a:lnTo>
                    <a:pt x="0" y="29113"/>
                  </a:ln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9"/>
            <p:cNvSpPr/>
            <p:nvPr/>
          </p:nvSpPr>
          <p:spPr>
            <a:xfrm>
              <a:off x="7468875" y="3756925"/>
              <a:ext cx="681950" cy="1092425"/>
            </a:xfrm>
            <a:custGeom>
              <a:avLst/>
              <a:gdLst/>
              <a:ahLst/>
              <a:cxnLst/>
              <a:rect l="l" t="t" r="r" b="b"/>
              <a:pathLst>
                <a:path w="27278" h="43697" extrusionOk="0">
                  <a:moveTo>
                    <a:pt x="20843" y="1"/>
                  </a:moveTo>
                  <a:cubicBezTo>
                    <a:pt x="20544" y="1"/>
                    <a:pt x="20232" y="28"/>
                    <a:pt x="19906" y="84"/>
                  </a:cubicBezTo>
                  <a:cubicBezTo>
                    <a:pt x="17246" y="575"/>
                    <a:pt x="15017" y="2685"/>
                    <a:pt x="13412" y="4662"/>
                  </a:cubicBezTo>
                  <a:cubicBezTo>
                    <a:pt x="10930" y="7634"/>
                    <a:pt x="9385" y="11171"/>
                    <a:pt x="8077" y="14752"/>
                  </a:cubicBezTo>
                  <a:cubicBezTo>
                    <a:pt x="4986" y="22926"/>
                    <a:pt x="2638" y="31412"/>
                    <a:pt x="721" y="40016"/>
                  </a:cubicBezTo>
                  <a:cubicBezTo>
                    <a:pt x="468" y="41131"/>
                    <a:pt x="215" y="42305"/>
                    <a:pt x="37" y="43494"/>
                  </a:cubicBezTo>
                  <a:cubicBezTo>
                    <a:pt x="0" y="43567"/>
                    <a:pt x="54" y="43618"/>
                    <a:pt x="115" y="43618"/>
                  </a:cubicBezTo>
                  <a:cubicBezTo>
                    <a:pt x="153" y="43618"/>
                    <a:pt x="193" y="43599"/>
                    <a:pt x="215" y="43553"/>
                  </a:cubicBezTo>
                  <a:cubicBezTo>
                    <a:pt x="1895" y="35127"/>
                    <a:pt x="4064" y="26894"/>
                    <a:pt x="6843" y="18780"/>
                  </a:cubicBezTo>
                  <a:cubicBezTo>
                    <a:pt x="8151" y="14946"/>
                    <a:pt x="9444" y="11037"/>
                    <a:pt x="11614" y="7574"/>
                  </a:cubicBezTo>
                  <a:cubicBezTo>
                    <a:pt x="13159" y="4974"/>
                    <a:pt x="15270" y="2373"/>
                    <a:pt x="18049" y="946"/>
                  </a:cubicBezTo>
                  <a:cubicBezTo>
                    <a:pt x="18942" y="500"/>
                    <a:pt x="19877" y="253"/>
                    <a:pt x="20787" y="253"/>
                  </a:cubicBezTo>
                  <a:cubicBezTo>
                    <a:pt x="22027" y="253"/>
                    <a:pt x="23218" y="712"/>
                    <a:pt x="24186" y="1749"/>
                  </a:cubicBezTo>
                  <a:cubicBezTo>
                    <a:pt x="25732" y="3547"/>
                    <a:pt x="26416" y="5895"/>
                    <a:pt x="26653" y="8124"/>
                  </a:cubicBezTo>
                  <a:cubicBezTo>
                    <a:pt x="26965" y="10918"/>
                    <a:pt x="26728" y="13772"/>
                    <a:pt x="26222" y="16491"/>
                  </a:cubicBezTo>
                  <a:cubicBezTo>
                    <a:pt x="25732" y="19582"/>
                    <a:pt x="24929" y="22614"/>
                    <a:pt x="24053" y="25586"/>
                  </a:cubicBezTo>
                  <a:cubicBezTo>
                    <a:pt x="22269" y="31233"/>
                    <a:pt x="20100" y="36673"/>
                    <a:pt x="17618" y="42067"/>
                  </a:cubicBezTo>
                  <a:cubicBezTo>
                    <a:pt x="17365" y="42558"/>
                    <a:pt x="17187" y="43048"/>
                    <a:pt x="16934" y="43613"/>
                  </a:cubicBezTo>
                  <a:cubicBezTo>
                    <a:pt x="16892" y="43655"/>
                    <a:pt x="16939" y="43697"/>
                    <a:pt x="16997" y="43697"/>
                  </a:cubicBezTo>
                  <a:cubicBezTo>
                    <a:pt x="17021" y="43697"/>
                    <a:pt x="17046" y="43690"/>
                    <a:pt x="17068" y="43672"/>
                  </a:cubicBezTo>
                  <a:cubicBezTo>
                    <a:pt x="19535" y="38411"/>
                    <a:pt x="21823" y="33017"/>
                    <a:pt x="23622" y="27444"/>
                  </a:cubicBezTo>
                  <a:cubicBezTo>
                    <a:pt x="25539" y="21693"/>
                    <a:pt x="27277" y="15377"/>
                    <a:pt x="26906" y="9179"/>
                  </a:cubicBezTo>
                  <a:cubicBezTo>
                    <a:pt x="26739" y="5649"/>
                    <a:pt x="25156" y="1"/>
                    <a:pt x="2084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9"/>
            <p:cNvSpPr/>
            <p:nvPr/>
          </p:nvSpPr>
          <p:spPr>
            <a:xfrm>
              <a:off x="7697175" y="3763475"/>
              <a:ext cx="323625" cy="1085275"/>
            </a:xfrm>
            <a:custGeom>
              <a:avLst/>
              <a:gdLst/>
              <a:ahLst/>
              <a:cxnLst/>
              <a:rect l="l" t="t" r="r" b="b"/>
              <a:pathLst>
                <a:path w="12945" h="43411" fill="none" extrusionOk="0">
                  <a:moveTo>
                    <a:pt x="12944" y="1"/>
                  </a:moveTo>
                  <a:lnTo>
                    <a:pt x="0" y="43410"/>
                  </a:ln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9"/>
            <p:cNvSpPr/>
            <p:nvPr/>
          </p:nvSpPr>
          <p:spPr>
            <a:xfrm>
              <a:off x="8104800" y="4457275"/>
              <a:ext cx="508950" cy="390600"/>
            </a:xfrm>
            <a:custGeom>
              <a:avLst/>
              <a:gdLst/>
              <a:ahLst/>
              <a:cxnLst/>
              <a:rect l="l" t="t" r="r" b="b"/>
              <a:pathLst>
                <a:path w="20358" h="15624" extrusionOk="0">
                  <a:moveTo>
                    <a:pt x="15703" y="1"/>
                  </a:moveTo>
                  <a:cubicBezTo>
                    <a:pt x="14969" y="1"/>
                    <a:pt x="14242" y="101"/>
                    <a:pt x="13611" y="247"/>
                  </a:cubicBezTo>
                  <a:cubicBezTo>
                    <a:pt x="11248" y="738"/>
                    <a:pt x="9212" y="2283"/>
                    <a:pt x="7532" y="4022"/>
                  </a:cubicBezTo>
                  <a:cubicBezTo>
                    <a:pt x="6180" y="5374"/>
                    <a:pt x="5006" y="6935"/>
                    <a:pt x="3951" y="8599"/>
                  </a:cubicBezTo>
                  <a:cubicBezTo>
                    <a:pt x="2465" y="10769"/>
                    <a:pt x="1097" y="13117"/>
                    <a:pt x="42" y="15539"/>
                  </a:cubicBezTo>
                  <a:cubicBezTo>
                    <a:pt x="0" y="15581"/>
                    <a:pt x="47" y="15623"/>
                    <a:pt x="79" y="15623"/>
                  </a:cubicBezTo>
                  <a:cubicBezTo>
                    <a:pt x="92" y="15623"/>
                    <a:pt x="102" y="15616"/>
                    <a:pt x="102" y="15599"/>
                  </a:cubicBezTo>
                  <a:cubicBezTo>
                    <a:pt x="2093" y="12002"/>
                    <a:pt x="3891" y="8421"/>
                    <a:pt x="6551" y="5315"/>
                  </a:cubicBezTo>
                  <a:cubicBezTo>
                    <a:pt x="8156" y="3398"/>
                    <a:pt x="10133" y="1600"/>
                    <a:pt x="12496" y="738"/>
                  </a:cubicBezTo>
                  <a:cubicBezTo>
                    <a:pt x="13413" y="394"/>
                    <a:pt x="14501" y="167"/>
                    <a:pt x="15565" y="167"/>
                  </a:cubicBezTo>
                  <a:cubicBezTo>
                    <a:pt x="16432" y="167"/>
                    <a:pt x="17282" y="318"/>
                    <a:pt x="18009" y="678"/>
                  </a:cubicBezTo>
                  <a:cubicBezTo>
                    <a:pt x="19867" y="1540"/>
                    <a:pt x="20164" y="3591"/>
                    <a:pt x="19793" y="5374"/>
                  </a:cubicBezTo>
                  <a:cubicBezTo>
                    <a:pt x="18990" y="9402"/>
                    <a:pt x="15959" y="12626"/>
                    <a:pt x="13239" y="15539"/>
                  </a:cubicBezTo>
                  <a:cubicBezTo>
                    <a:pt x="13197" y="15581"/>
                    <a:pt x="13244" y="15623"/>
                    <a:pt x="13296" y="15623"/>
                  </a:cubicBezTo>
                  <a:cubicBezTo>
                    <a:pt x="13318" y="15623"/>
                    <a:pt x="13340" y="15616"/>
                    <a:pt x="13358" y="15599"/>
                  </a:cubicBezTo>
                  <a:cubicBezTo>
                    <a:pt x="14963" y="14113"/>
                    <a:pt x="16449" y="12314"/>
                    <a:pt x="17697" y="10457"/>
                  </a:cubicBezTo>
                  <a:cubicBezTo>
                    <a:pt x="18559" y="9164"/>
                    <a:pt x="19362" y="7737"/>
                    <a:pt x="19793" y="6192"/>
                  </a:cubicBezTo>
                  <a:cubicBezTo>
                    <a:pt x="20298" y="4453"/>
                    <a:pt x="20357" y="2164"/>
                    <a:pt x="18812" y="916"/>
                  </a:cubicBezTo>
                  <a:cubicBezTo>
                    <a:pt x="17982" y="240"/>
                    <a:pt x="16835" y="1"/>
                    <a:pt x="1570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9"/>
            <p:cNvSpPr/>
            <p:nvPr/>
          </p:nvSpPr>
          <p:spPr>
            <a:xfrm>
              <a:off x="8277850" y="4466425"/>
              <a:ext cx="243025" cy="379350"/>
            </a:xfrm>
            <a:custGeom>
              <a:avLst/>
              <a:gdLst/>
              <a:ahLst/>
              <a:cxnLst/>
              <a:rect l="l" t="t" r="r" b="b"/>
              <a:pathLst>
                <a:path w="9721" h="15174" fill="none" extrusionOk="0">
                  <a:moveTo>
                    <a:pt x="9720" y="0"/>
                  </a:moveTo>
                  <a:lnTo>
                    <a:pt x="1" y="15173"/>
                  </a:ln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9"/>
            <p:cNvSpPr/>
            <p:nvPr/>
          </p:nvSpPr>
          <p:spPr>
            <a:xfrm>
              <a:off x="5210175" y="1966560"/>
              <a:ext cx="618582" cy="616040"/>
            </a:xfrm>
            <a:custGeom>
              <a:avLst/>
              <a:gdLst/>
              <a:ahLst/>
              <a:cxnLst/>
              <a:rect l="l" t="t" r="r" b="b"/>
              <a:pathLst>
                <a:path w="7056" h="7027" extrusionOk="0">
                  <a:moveTo>
                    <a:pt x="3517" y="2246"/>
                  </a:moveTo>
                  <a:cubicBezTo>
                    <a:pt x="3014" y="2246"/>
                    <a:pt x="2546" y="2543"/>
                    <a:pt x="2342" y="3022"/>
                  </a:cubicBezTo>
                  <a:cubicBezTo>
                    <a:pt x="2102" y="3683"/>
                    <a:pt x="2395" y="4415"/>
                    <a:pt x="3051" y="4684"/>
                  </a:cubicBezTo>
                  <a:cubicBezTo>
                    <a:pt x="3203" y="4747"/>
                    <a:pt x="3363" y="4777"/>
                    <a:pt x="3520" y="4777"/>
                  </a:cubicBezTo>
                  <a:cubicBezTo>
                    <a:pt x="4021" y="4777"/>
                    <a:pt x="4502" y="4475"/>
                    <a:pt x="4684" y="3976"/>
                  </a:cubicBezTo>
                  <a:cubicBezTo>
                    <a:pt x="4954" y="3338"/>
                    <a:pt x="4638" y="2606"/>
                    <a:pt x="4005" y="2342"/>
                  </a:cubicBezTo>
                  <a:cubicBezTo>
                    <a:pt x="3844" y="2277"/>
                    <a:pt x="3679" y="2246"/>
                    <a:pt x="3517" y="2246"/>
                  </a:cubicBezTo>
                  <a:close/>
                  <a:moveTo>
                    <a:pt x="3540" y="1723"/>
                  </a:moveTo>
                  <a:cubicBezTo>
                    <a:pt x="3760" y="1723"/>
                    <a:pt x="3984" y="1764"/>
                    <a:pt x="4198" y="1851"/>
                  </a:cubicBezTo>
                  <a:cubicBezTo>
                    <a:pt x="5100" y="2243"/>
                    <a:pt x="5539" y="3267"/>
                    <a:pt x="5176" y="4169"/>
                  </a:cubicBezTo>
                  <a:cubicBezTo>
                    <a:pt x="4898" y="4866"/>
                    <a:pt x="4235" y="5287"/>
                    <a:pt x="3539" y="5287"/>
                  </a:cubicBezTo>
                  <a:cubicBezTo>
                    <a:pt x="3311" y="5287"/>
                    <a:pt x="3080" y="5242"/>
                    <a:pt x="2858" y="5147"/>
                  </a:cubicBezTo>
                  <a:cubicBezTo>
                    <a:pt x="1956" y="4778"/>
                    <a:pt x="1517" y="3753"/>
                    <a:pt x="1880" y="2828"/>
                  </a:cubicBezTo>
                  <a:cubicBezTo>
                    <a:pt x="2161" y="2142"/>
                    <a:pt x="2836" y="1723"/>
                    <a:pt x="3540" y="1723"/>
                  </a:cubicBezTo>
                  <a:close/>
                  <a:moveTo>
                    <a:pt x="2957" y="0"/>
                  </a:moveTo>
                  <a:cubicBezTo>
                    <a:pt x="2395" y="94"/>
                    <a:pt x="1856" y="317"/>
                    <a:pt x="1417" y="633"/>
                  </a:cubicBezTo>
                  <a:lnTo>
                    <a:pt x="1809" y="1288"/>
                  </a:lnTo>
                  <a:cubicBezTo>
                    <a:pt x="1610" y="1435"/>
                    <a:pt x="1441" y="1610"/>
                    <a:pt x="1294" y="1827"/>
                  </a:cubicBezTo>
                  <a:lnTo>
                    <a:pt x="638" y="1435"/>
                  </a:lnTo>
                  <a:cubicBezTo>
                    <a:pt x="469" y="1657"/>
                    <a:pt x="346" y="1903"/>
                    <a:pt x="223" y="2167"/>
                  </a:cubicBezTo>
                  <a:cubicBezTo>
                    <a:pt x="123" y="2436"/>
                    <a:pt x="53" y="2705"/>
                    <a:pt x="0" y="2975"/>
                  </a:cubicBezTo>
                  <a:lnTo>
                    <a:pt x="732" y="3145"/>
                  </a:lnTo>
                  <a:cubicBezTo>
                    <a:pt x="709" y="3414"/>
                    <a:pt x="709" y="3660"/>
                    <a:pt x="761" y="3900"/>
                  </a:cubicBezTo>
                  <a:lnTo>
                    <a:pt x="29" y="4099"/>
                  </a:lnTo>
                  <a:cubicBezTo>
                    <a:pt x="100" y="4632"/>
                    <a:pt x="322" y="5170"/>
                    <a:pt x="662" y="5610"/>
                  </a:cubicBezTo>
                  <a:lnTo>
                    <a:pt x="1318" y="5217"/>
                  </a:lnTo>
                  <a:cubicBezTo>
                    <a:pt x="1464" y="5416"/>
                    <a:pt x="1640" y="5586"/>
                    <a:pt x="1833" y="5756"/>
                  </a:cubicBezTo>
                  <a:lnTo>
                    <a:pt x="1464" y="6388"/>
                  </a:lnTo>
                  <a:cubicBezTo>
                    <a:pt x="1687" y="6558"/>
                    <a:pt x="1932" y="6704"/>
                    <a:pt x="2172" y="6804"/>
                  </a:cubicBezTo>
                  <a:cubicBezTo>
                    <a:pt x="2442" y="6904"/>
                    <a:pt x="2711" y="6974"/>
                    <a:pt x="2981" y="7026"/>
                  </a:cubicBezTo>
                  <a:lnTo>
                    <a:pt x="3174" y="6295"/>
                  </a:lnTo>
                  <a:cubicBezTo>
                    <a:pt x="3297" y="6306"/>
                    <a:pt x="3418" y="6312"/>
                    <a:pt x="3540" y="6312"/>
                  </a:cubicBezTo>
                  <a:cubicBezTo>
                    <a:pt x="3661" y="6312"/>
                    <a:pt x="3783" y="6306"/>
                    <a:pt x="3906" y="6295"/>
                  </a:cubicBezTo>
                  <a:lnTo>
                    <a:pt x="4099" y="7026"/>
                  </a:lnTo>
                  <a:cubicBezTo>
                    <a:pt x="4661" y="6927"/>
                    <a:pt x="5176" y="6704"/>
                    <a:pt x="5639" y="6365"/>
                  </a:cubicBezTo>
                  <a:lnTo>
                    <a:pt x="5246" y="5732"/>
                  </a:lnTo>
                  <a:cubicBezTo>
                    <a:pt x="5446" y="5586"/>
                    <a:pt x="5615" y="5387"/>
                    <a:pt x="5762" y="5194"/>
                  </a:cubicBezTo>
                  <a:lnTo>
                    <a:pt x="6417" y="5586"/>
                  </a:lnTo>
                  <a:cubicBezTo>
                    <a:pt x="6587" y="5364"/>
                    <a:pt x="6710" y="5124"/>
                    <a:pt x="6833" y="4854"/>
                  </a:cubicBezTo>
                  <a:cubicBezTo>
                    <a:pt x="6933" y="4585"/>
                    <a:pt x="7003" y="4316"/>
                    <a:pt x="7056" y="4046"/>
                  </a:cubicBezTo>
                  <a:lnTo>
                    <a:pt x="6295" y="3853"/>
                  </a:lnTo>
                  <a:cubicBezTo>
                    <a:pt x="6347" y="3607"/>
                    <a:pt x="6347" y="3367"/>
                    <a:pt x="6295" y="3121"/>
                  </a:cubicBezTo>
                  <a:lnTo>
                    <a:pt x="7026" y="2928"/>
                  </a:lnTo>
                  <a:cubicBezTo>
                    <a:pt x="6956" y="2366"/>
                    <a:pt x="6710" y="1851"/>
                    <a:pt x="6394" y="1388"/>
                  </a:cubicBezTo>
                  <a:lnTo>
                    <a:pt x="5738" y="1804"/>
                  </a:lnTo>
                  <a:cubicBezTo>
                    <a:pt x="5592" y="1610"/>
                    <a:pt x="5416" y="1411"/>
                    <a:pt x="5223" y="1265"/>
                  </a:cubicBezTo>
                  <a:lnTo>
                    <a:pt x="5592" y="609"/>
                  </a:lnTo>
                  <a:cubicBezTo>
                    <a:pt x="5369" y="463"/>
                    <a:pt x="5124" y="317"/>
                    <a:pt x="4860" y="217"/>
                  </a:cubicBezTo>
                  <a:cubicBezTo>
                    <a:pt x="4614" y="94"/>
                    <a:pt x="4321" y="24"/>
                    <a:pt x="4052" y="0"/>
                  </a:cubicBezTo>
                  <a:lnTo>
                    <a:pt x="3882" y="732"/>
                  </a:lnTo>
                  <a:cubicBezTo>
                    <a:pt x="3759" y="718"/>
                    <a:pt x="3630" y="710"/>
                    <a:pt x="3502" y="710"/>
                  </a:cubicBezTo>
                  <a:cubicBezTo>
                    <a:pt x="3374" y="710"/>
                    <a:pt x="3247" y="718"/>
                    <a:pt x="3127" y="732"/>
                  </a:cubicBezTo>
                  <a:lnTo>
                    <a:pt x="29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9"/>
            <p:cNvSpPr/>
            <p:nvPr/>
          </p:nvSpPr>
          <p:spPr>
            <a:xfrm>
              <a:off x="5646486" y="1500000"/>
              <a:ext cx="436409" cy="436321"/>
            </a:xfrm>
            <a:custGeom>
              <a:avLst/>
              <a:gdLst/>
              <a:ahLst/>
              <a:cxnLst/>
              <a:rect l="l" t="t" r="r" b="b"/>
              <a:pathLst>
                <a:path w="4978" h="4977" extrusionOk="0">
                  <a:moveTo>
                    <a:pt x="2498" y="1589"/>
                  </a:moveTo>
                  <a:cubicBezTo>
                    <a:pt x="2635" y="1589"/>
                    <a:pt x="2774" y="1620"/>
                    <a:pt x="2904" y="1686"/>
                  </a:cubicBezTo>
                  <a:cubicBezTo>
                    <a:pt x="3343" y="1926"/>
                    <a:pt x="3513" y="2465"/>
                    <a:pt x="3297" y="2904"/>
                  </a:cubicBezTo>
                  <a:cubicBezTo>
                    <a:pt x="3127" y="3208"/>
                    <a:pt x="2820" y="3382"/>
                    <a:pt x="2502" y="3382"/>
                  </a:cubicBezTo>
                  <a:cubicBezTo>
                    <a:pt x="2359" y="3382"/>
                    <a:pt x="2215" y="3347"/>
                    <a:pt x="2079" y="3273"/>
                  </a:cubicBezTo>
                  <a:cubicBezTo>
                    <a:pt x="1640" y="3051"/>
                    <a:pt x="1464" y="2512"/>
                    <a:pt x="1710" y="2073"/>
                  </a:cubicBezTo>
                  <a:cubicBezTo>
                    <a:pt x="1866" y="1764"/>
                    <a:pt x="2176" y="1589"/>
                    <a:pt x="2498" y="1589"/>
                  </a:cubicBezTo>
                  <a:close/>
                  <a:moveTo>
                    <a:pt x="2319" y="0"/>
                  </a:moveTo>
                  <a:cubicBezTo>
                    <a:pt x="1932" y="23"/>
                    <a:pt x="1563" y="146"/>
                    <a:pt x="1224" y="345"/>
                  </a:cubicBezTo>
                  <a:lnTo>
                    <a:pt x="1440" y="831"/>
                  </a:lnTo>
                  <a:cubicBezTo>
                    <a:pt x="1294" y="902"/>
                    <a:pt x="1171" y="1025"/>
                    <a:pt x="1054" y="1148"/>
                  </a:cubicBezTo>
                  <a:lnTo>
                    <a:pt x="615" y="855"/>
                  </a:lnTo>
                  <a:cubicBezTo>
                    <a:pt x="492" y="978"/>
                    <a:pt x="392" y="1148"/>
                    <a:pt x="293" y="1317"/>
                  </a:cubicBezTo>
                  <a:cubicBezTo>
                    <a:pt x="199" y="1487"/>
                    <a:pt x="123" y="1686"/>
                    <a:pt x="76" y="1880"/>
                  </a:cubicBezTo>
                  <a:lnTo>
                    <a:pt x="586" y="2049"/>
                  </a:lnTo>
                  <a:cubicBezTo>
                    <a:pt x="539" y="2219"/>
                    <a:pt x="515" y="2395"/>
                    <a:pt x="539" y="2565"/>
                  </a:cubicBezTo>
                  <a:lnTo>
                    <a:pt x="0" y="2658"/>
                  </a:lnTo>
                  <a:cubicBezTo>
                    <a:pt x="29" y="3051"/>
                    <a:pt x="147" y="3419"/>
                    <a:pt x="346" y="3759"/>
                  </a:cubicBezTo>
                  <a:lnTo>
                    <a:pt x="832" y="3537"/>
                  </a:lnTo>
                  <a:cubicBezTo>
                    <a:pt x="931" y="3683"/>
                    <a:pt x="1025" y="3806"/>
                    <a:pt x="1171" y="3929"/>
                  </a:cubicBezTo>
                  <a:lnTo>
                    <a:pt x="855" y="4368"/>
                  </a:lnTo>
                  <a:cubicBezTo>
                    <a:pt x="1001" y="4491"/>
                    <a:pt x="1148" y="4590"/>
                    <a:pt x="1318" y="4684"/>
                  </a:cubicBezTo>
                  <a:cubicBezTo>
                    <a:pt x="1517" y="4784"/>
                    <a:pt x="1686" y="4854"/>
                    <a:pt x="1880" y="4907"/>
                  </a:cubicBezTo>
                  <a:lnTo>
                    <a:pt x="2049" y="4391"/>
                  </a:lnTo>
                  <a:cubicBezTo>
                    <a:pt x="2179" y="4430"/>
                    <a:pt x="2305" y="4453"/>
                    <a:pt x="2431" y="4453"/>
                  </a:cubicBezTo>
                  <a:cubicBezTo>
                    <a:pt x="2475" y="4453"/>
                    <a:pt x="2520" y="4450"/>
                    <a:pt x="2565" y="4444"/>
                  </a:cubicBezTo>
                  <a:lnTo>
                    <a:pt x="2664" y="4977"/>
                  </a:lnTo>
                  <a:cubicBezTo>
                    <a:pt x="3051" y="4953"/>
                    <a:pt x="3420" y="4831"/>
                    <a:pt x="3759" y="4637"/>
                  </a:cubicBezTo>
                  <a:lnTo>
                    <a:pt x="3543" y="4151"/>
                  </a:lnTo>
                  <a:cubicBezTo>
                    <a:pt x="3689" y="4052"/>
                    <a:pt x="3806" y="3952"/>
                    <a:pt x="3929" y="3806"/>
                  </a:cubicBezTo>
                  <a:lnTo>
                    <a:pt x="4368" y="4122"/>
                  </a:lnTo>
                  <a:cubicBezTo>
                    <a:pt x="4491" y="3976"/>
                    <a:pt x="4614" y="3829"/>
                    <a:pt x="4684" y="3659"/>
                  </a:cubicBezTo>
                  <a:cubicBezTo>
                    <a:pt x="4784" y="3466"/>
                    <a:pt x="4860" y="3296"/>
                    <a:pt x="4907" y="3097"/>
                  </a:cubicBezTo>
                  <a:lnTo>
                    <a:pt x="4392" y="2928"/>
                  </a:lnTo>
                  <a:cubicBezTo>
                    <a:pt x="4444" y="2758"/>
                    <a:pt x="4468" y="2588"/>
                    <a:pt x="4444" y="2418"/>
                  </a:cubicBezTo>
                  <a:lnTo>
                    <a:pt x="4977" y="2319"/>
                  </a:lnTo>
                  <a:cubicBezTo>
                    <a:pt x="4954" y="1926"/>
                    <a:pt x="4831" y="1563"/>
                    <a:pt x="4637" y="1224"/>
                  </a:cubicBezTo>
                  <a:lnTo>
                    <a:pt x="4151" y="1440"/>
                  </a:lnTo>
                  <a:cubicBezTo>
                    <a:pt x="4075" y="1294"/>
                    <a:pt x="3952" y="1171"/>
                    <a:pt x="3835" y="1048"/>
                  </a:cubicBezTo>
                  <a:lnTo>
                    <a:pt x="4128" y="609"/>
                  </a:lnTo>
                  <a:cubicBezTo>
                    <a:pt x="4005" y="492"/>
                    <a:pt x="3835" y="369"/>
                    <a:pt x="3660" y="293"/>
                  </a:cubicBezTo>
                  <a:cubicBezTo>
                    <a:pt x="3490" y="199"/>
                    <a:pt x="3297" y="123"/>
                    <a:pt x="3103" y="76"/>
                  </a:cubicBezTo>
                  <a:lnTo>
                    <a:pt x="2928" y="586"/>
                  </a:lnTo>
                  <a:cubicBezTo>
                    <a:pt x="2803" y="551"/>
                    <a:pt x="2679" y="530"/>
                    <a:pt x="2555" y="530"/>
                  </a:cubicBezTo>
                  <a:cubicBezTo>
                    <a:pt x="2509" y="530"/>
                    <a:pt x="2464" y="532"/>
                    <a:pt x="2418" y="539"/>
                  </a:cubicBezTo>
                  <a:lnTo>
                    <a:pt x="23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9"/>
            <p:cNvSpPr/>
            <p:nvPr/>
          </p:nvSpPr>
          <p:spPr>
            <a:xfrm>
              <a:off x="6418995" y="1347724"/>
              <a:ext cx="761305" cy="276503"/>
            </a:xfrm>
            <a:custGeom>
              <a:avLst/>
              <a:gdLst/>
              <a:ahLst/>
              <a:cxnLst/>
              <a:rect l="l" t="t" r="r" b="b"/>
              <a:pathLst>
                <a:path w="8684" h="3154" extrusionOk="0">
                  <a:moveTo>
                    <a:pt x="3494" y="0"/>
                  </a:moveTo>
                  <a:cubicBezTo>
                    <a:pt x="3362" y="0"/>
                    <a:pt x="3235" y="25"/>
                    <a:pt x="3121" y="80"/>
                  </a:cubicBezTo>
                  <a:cubicBezTo>
                    <a:pt x="2266" y="496"/>
                    <a:pt x="2389" y="1175"/>
                    <a:pt x="2096" y="1397"/>
                  </a:cubicBezTo>
                  <a:cubicBezTo>
                    <a:pt x="2061" y="1426"/>
                    <a:pt x="2019" y="1437"/>
                    <a:pt x="1972" y="1437"/>
                  </a:cubicBezTo>
                  <a:cubicBezTo>
                    <a:pt x="1792" y="1437"/>
                    <a:pt x="1530" y="1273"/>
                    <a:pt x="1222" y="1273"/>
                  </a:cubicBezTo>
                  <a:cubicBezTo>
                    <a:pt x="996" y="1273"/>
                    <a:pt x="746" y="1361"/>
                    <a:pt x="486" y="1667"/>
                  </a:cubicBezTo>
                  <a:cubicBezTo>
                    <a:pt x="0" y="2229"/>
                    <a:pt x="486" y="3154"/>
                    <a:pt x="486" y="3154"/>
                  </a:cubicBezTo>
                  <a:lnTo>
                    <a:pt x="8683" y="3154"/>
                  </a:lnTo>
                  <a:cubicBezTo>
                    <a:pt x="8683" y="3154"/>
                    <a:pt x="8367" y="2762"/>
                    <a:pt x="7998" y="2639"/>
                  </a:cubicBezTo>
                  <a:cubicBezTo>
                    <a:pt x="7913" y="2609"/>
                    <a:pt x="7837" y="2599"/>
                    <a:pt x="7768" y="2599"/>
                  </a:cubicBezTo>
                  <a:cubicBezTo>
                    <a:pt x="7609" y="2599"/>
                    <a:pt x="7486" y="2654"/>
                    <a:pt x="7374" y="2654"/>
                  </a:cubicBezTo>
                  <a:cubicBezTo>
                    <a:pt x="7256" y="2654"/>
                    <a:pt x="7150" y="2593"/>
                    <a:pt x="7026" y="2346"/>
                  </a:cubicBezTo>
                  <a:cubicBezTo>
                    <a:pt x="6851" y="2006"/>
                    <a:pt x="6757" y="1567"/>
                    <a:pt x="6318" y="1444"/>
                  </a:cubicBezTo>
                  <a:cubicBezTo>
                    <a:pt x="6226" y="1422"/>
                    <a:pt x="6144" y="1412"/>
                    <a:pt x="6069" y="1412"/>
                  </a:cubicBezTo>
                  <a:cubicBezTo>
                    <a:pt x="5650" y="1412"/>
                    <a:pt x="5469" y="1715"/>
                    <a:pt x="5237" y="1715"/>
                  </a:cubicBezTo>
                  <a:cubicBezTo>
                    <a:pt x="5201" y="1715"/>
                    <a:pt x="5163" y="1707"/>
                    <a:pt x="5123" y="1690"/>
                  </a:cubicBezTo>
                  <a:cubicBezTo>
                    <a:pt x="4854" y="1544"/>
                    <a:pt x="4854" y="1005"/>
                    <a:pt x="4561" y="566"/>
                  </a:cubicBezTo>
                  <a:cubicBezTo>
                    <a:pt x="4341" y="235"/>
                    <a:pt x="3897" y="0"/>
                    <a:pt x="3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9"/>
            <p:cNvSpPr/>
            <p:nvPr/>
          </p:nvSpPr>
          <p:spPr>
            <a:xfrm>
              <a:off x="6437930" y="1343954"/>
              <a:ext cx="746489" cy="284393"/>
            </a:xfrm>
            <a:custGeom>
              <a:avLst/>
              <a:gdLst/>
              <a:ahLst/>
              <a:cxnLst/>
              <a:rect l="l" t="t" r="r" b="b"/>
              <a:pathLst>
                <a:path w="8515" h="3244" extrusionOk="0">
                  <a:moveTo>
                    <a:pt x="3297" y="100"/>
                  </a:moveTo>
                  <a:cubicBezTo>
                    <a:pt x="3684" y="100"/>
                    <a:pt x="4099" y="316"/>
                    <a:pt x="4293" y="632"/>
                  </a:cubicBezTo>
                  <a:cubicBezTo>
                    <a:pt x="4439" y="855"/>
                    <a:pt x="4515" y="1101"/>
                    <a:pt x="4585" y="1294"/>
                  </a:cubicBezTo>
                  <a:cubicBezTo>
                    <a:pt x="4615" y="1417"/>
                    <a:pt x="4662" y="1511"/>
                    <a:pt x="4708" y="1587"/>
                  </a:cubicBezTo>
                  <a:cubicBezTo>
                    <a:pt x="4732" y="1657"/>
                    <a:pt x="4808" y="1733"/>
                    <a:pt x="4878" y="1780"/>
                  </a:cubicBezTo>
                  <a:cubicBezTo>
                    <a:pt x="4931" y="1803"/>
                    <a:pt x="4978" y="1803"/>
                    <a:pt x="5025" y="1803"/>
                  </a:cubicBezTo>
                  <a:cubicBezTo>
                    <a:pt x="5101" y="1803"/>
                    <a:pt x="5147" y="1780"/>
                    <a:pt x="5200" y="1757"/>
                  </a:cubicBezTo>
                  <a:cubicBezTo>
                    <a:pt x="5393" y="1657"/>
                    <a:pt x="5540" y="1511"/>
                    <a:pt x="5833" y="1511"/>
                  </a:cubicBezTo>
                  <a:cubicBezTo>
                    <a:pt x="5903" y="1511"/>
                    <a:pt x="5979" y="1511"/>
                    <a:pt x="6078" y="1540"/>
                  </a:cubicBezTo>
                  <a:cubicBezTo>
                    <a:pt x="6295" y="1587"/>
                    <a:pt x="6418" y="1733"/>
                    <a:pt x="6518" y="1880"/>
                  </a:cubicBezTo>
                  <a:cubicBezTo>
                    <a:pt x="6611" y="2049"/>
                    <a:pt x="6687" y="2243"/>
                    <a:pt x="6758" y="2418"/>
                  </a:cubicBezTo>
                  <a:cubicBezTo>
                    <a:pt x="6834" y="2535"/>
                    <a:pt x="6904" y="2611"/>
                    <a:pt x="6957" y="2682"/>
                  </a:cubicBezTo>
                  <a:cubicBezTo>
                    <a:pt x="7027" y="2734"/>
                    <a:pt x="7103" y="2758"/>
                    <a:pt x="7173" y="2758"/>
                  </a:cubicBezTo>
                  <a:cubicBezTo>
                    <a:pt x="7296" y="2758"/>
                    <a:pt x="7419" y="2682"/>
                    <a:pt x="7566" y="2682"/>
                  </a:cubicBezTo>
                  <a:cubicBezTo>
                    <a:pt x="7613" y="2682"/>
                    <a:pt x="7689" y="2711"/>
                    <a:pt x="7759" y="2734"/>
                  </a:cubicBezTo>
                  <a:cubicBezTo>
                    <a:pt x="7929" y="2781"/>
                    <a:pt x="8099" y="2928"/>
                    <a:pt x="8221" y="3027"/>
                  </a:cubicBezTo>
                  <a:cubicBezTo>
                    <a:pt x="8286" y="3067"/>
                    <a:pt x="8330" y="3107"/>
                    <a:pt x="8370" y="3150"/>
                  </a:cubicBezTo>
                  <a:lnTo>
                    <a:pt x="283" y="3150"/>
                  </a:lnTo>
                  <a:cubicBezTo>
                    <a:pt x="239" y="3051"/>
                    <a:pt x="100" y="2718"/>
                    <a:pt x="100" y="2342"/>
                  </a:cubicBezTo>
                  <a:cubicBezTo>
                    <a:pt x="100" y="2125"/>
                    <a:pt x="147" y="1926"/>
                    <a:pt x="294" y="1733"/>
                  </a:cubicBezTo>
                  <a:cubicBezTo>
                    <a:pt x="563" y="1440"/>
                    <a:pt x="780" y="1364"/>
                    <a:pt x="1002" y="1364"/>
                  </a:cubicBezTo>
                  <a:cubicBezTo>
                    <a:pt x="1148" y="1364"/>
                    <a:pt x="1295" y="1394"/>
                    <a:pt x="1418" y="1440"/>
                  </a:cubicBezTo>
                  <a:cubicBezTo>
                    <a:pt x="1541" y="1487"/>
                    <a:pt x="1634" y="1511"/>
                    <a:pt x="1757" y="1511"/>
                  </a:cubicBezTo>
                  <a:cubicBezTo>
                    <a:pt x="1804" y="1511"/>
                    <a:pt x="1857" y="1511"/>
                    <a:pt x="1904" y="1464"/>
                  </a:cubicBezTo>
                  <a:cubicBezTo>
                    <a:pt x="2003" y="1417"/>
                    <a:pt x="2050" y="1317"/>
                    <a:pt x="2074" y="1218"/>
                  </a:cubicBezTo>
                  <a:cubicBezTo>
                    <a:pt x="2150" y="1048"/>
                    <a:pt x="2196" y="878"/>
                    <a:pt x="2319" y="685"/>
                  </a:cubicBezTo>
                  <a:cubicBezTo>
                    <a:pt x="2442" y="515"/>
                    <a:pt x="2612" y="316"/>
                    <a:pt x="2928" y="170"/>
                  </a:cubicBezTo>
                  <a:cubicBezTo>
                    <a:pt x="3028" y="123"/>
                    <a:pt x="3174" y="100"/>
                    <a:pt x="3297" y="100"/>
                  </a:cubicBezTo>
                  <a:close/>
                  <a:moveTo>
                    <a:pt x="3297" y="0"/>
                  </a:moveTo>
                  <a:cubicBezTo>
                    <a:pt x="3151" y="0"/>
                    <a:pt x="3005" y="24"/>
                    <a:pt x="2882" y="100"/>
                  </a:cubicBezTo>
                  <a:cubicBezTo>
                    <a:pt x="2442" y="293"/>
                    <a:pt x="2243" y="586"/>
                    <a:pt x="2126" y="832"/>
                  </a:cubicBezTo>
                  <a:cubicBezTo>
                    <a:pt x="2074" y="954"/>
                    <a:pt x="2027" y="1072"/>
                    <a:pt x="2003" y="1171"/>
                  </a:cubicBezTo>
                  <a:cubicBezTo>
                    <a:pt x="1951" y="1271"/>
                    <a:pt x="1904" y="1341"/>
                    <a:pt x="1857" y="1394"/>
                  </a:cubicBezTo>
                  <a:cubicBezTo>
                    <a:pt x="1833" y="1417"/>
                    <a:pt x="1781" y="1417"/>
                    <a:pt x="1757" y="1417"/>
                  </a:cubicBezTo>
                  <a:cubicBezTo>
                    <a:pt x="1687" y="1417"/>
                    <a:pt x="1564" y="1394"/>
                    <a:pt x="1441" y="1341"/>
                  </a:cubicBezTo>
                  <a:cubicBezTo>
                    <a:pt x="1318" y="1317"/>
                    <a:pt x="1172" y="1271"/>
                    <a:pt x="1002" y="1271"/>
                  </a:cubicBezTo>
                  <a:cubicBezTo>
                    <a:pt x="756" y="1271"/>
                    <a:pt x="487" y="1364"/>
                    <a:pt x="223" y="1686"/>
                  </a:cubicBezTo>
                  <a:cubicBezTo>
                    <a:pt x="48" y="1880"/>
                    <a:pt x="1" y="2125"/>
                    <a:pt x="1" y="2342"/>
                  </a:cubicBezTo>
                  <a:cubicBezTo>
                    <a:pt x="1" y="2805"/>
                    <a:pt x="223" y="3220"/>
                    <a:pt x="223" y="3220"/>
                  </a:cubicBezTo>
                  <a:cubicBezTo>
                    <a:pt x="223" y="3244"/>
                    <a:pt x="247" y="3244"/>
                    <a:pt x="270" y="3244"/>
                  </a:cubicBezTo>
                  <a:lnTo>
                    <a:pt x="8467" y="3244"/>
                  </a:lnTo>
                  <a:cubicBezTo>
                    <a:pt x="8491" y="3244"/>
                    <a:pt x="8514" y="3244"/>
                    <a:pt x="8514" y="3220"/>
                  </a:cubicBezTo>
                  <a:lnTo>
                    <a:pt x="8514" y="3174"/>
                  </a:lnTo>
                  <a:lnTo>
                    <a:pt x="8298" y="2951"/>
                  </a:lnTo>
                  <a:cubicBezTo>
                    <a:pt x="8175" y="2828"/>
                    <a:pt x="7981" y="2711"/>
                    <a:pt x="7782" y="2635"/>
                  </a:cubicBezTo>
                  <a:cubicBezTo>
                    <a:pt x="7712" y="2611"/>
                    <a:pt x="7636" y="2588"/>
                    <a:pt x="7566" y="2588"/>
                  </a:cubicBezTo>
                  <a:cubicBezTo>
                    <a:pt x="7396" y="2611"/>
                    <a:pt x="7273" y="2658"/>
                    <a:pt x="7173" y="2658"/>
                  </a:cubicBezTo>
                  <a:cubicBezTo>
                    <a:pt x="7127" y="2658"/>
                    <a:pt x="7074" y="2635"/>
                    <a:pt x="7027" y="2611"/>
                  </a:cubicBezTo>
                  <a:cubicBezTo>
                    <a:pt x="6980" y="2565"/>
                    <a:pt x="6904" y="2489"/>
                    <a:pt x="6857" y="2366"/>
                  </a:cubicBezTo>
                  <a:cubicBezTo>
                    <a:pt x="6781" y="2196"/>
                    <a:pt x="6711" y="2003"/>
                    <a:pt x="6588" y="1833"/>
                  </a:cubicBezTo>
                  <a:cubicBezTo>
                    <a:pt x="6488" y="1657"/>
                    <a:pt x="6342" y="1511"/>
                    <a:pt x="6102" y="1440"/>
                  </a:cubicBezTo>
                  <a:cubicBezTo>
                    <a:pt x="6002" y="1417"/>
                    <a:pt x="5903" y="1417"/>
                    <a:pt x="5833" y="1417"/>
                  </a:cubicBezTo>
                  <a:cubicBezTo>
                    <a:pt x="5610" y="1417"/>
                    <a:pt x="5464" y="1487"/>
                    <a:pt x="5347" y="1563"/>
                  </a:cubicBezTo>
                  <a:cubicBezTo>
                    <a:pt x="5270" y="1610"/>
                    <a:pt x="5224" y="1634"/>
                    <a:pt x="5171" y="1657"/>
                  </a:cubicBezTo>
                  <a:cubicBezTo>
                    <a:pt x="5124" y="1686"/>
                    <a:pt x="5077" y="1710"/>
                    <a:pt x="5025" y="1710"/>
                  </a:cubicBezTo>
                  <a:cubicBezTo>
                    <a:pt x="5001" y="1710"/>
                    <a:pt x="4954" y="1710"/>
                    <a:pt x="4931" y="1686"/>
                  </a:cubicBezTo>
                  <a:cubicBezTo>
                    <a:pt x="4878" y="1657"/>
                    <a:pt x="4831" y="1610"/>
                    <a:pt x="4784" y="1540"/>
                  </a:cubicBezTo>
                  <a:cubicBezTo>
                    <a:pt x="4732" y="1440"/>
                    <a:pt x="4685" y="1271"/>
                    <a:pt x="4615" y="1101"/>
                  </a:cubicBezTo>
                  <a:cubicBezTo>
                    <a:pt x="4562" y="954"/>
                    <a:pt x="4492" y="755"/>
                    <a:pt x="4392" y="586"/>
                  </a:cubicBezTo>
                  <a:cubicBezTo>
                    <a:pt x="4176" y="246"/>
                    <a:pt x="3707" y="0"/>
                    <a:pt x="3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9"/>
            <p:cNvSpPr/>
            <p:nvPr/>
          </p:nvSpPr>
          <p:spPr>
            <a:xfrm>
              <a:off x="7145829" y="1341850"/>
              <a:ext cx="70923" cy="70397"/>
            </a:xfrm>
            <a:custGeom>
              <a:avLst/>
              <a:gdLst/>
              <a:ahLst/>
              <a:cxnLst/>
              <a:rect l="l" t="t" r="r" b="b"/>
              <a:pathLst>
                <a:path w="809" h="803" extrusionOk="0">
                  <a:moveTo>
                    <a:pt x="392" y="100"/>
                  </a:moveTo>
                  <a:cubicBezTo>
                    <a:pt x="562" y="100"/>
                    <a:pt x="709" y="217"/>
                    <a:pt x="709" y="393"/>
                  </a:cubicBezTo>
                  <a:cubicBezTo>
                    <a:pt x="709" y="563"/>
                    <a:pt x="562" y="709"/>
                    <a:pt x="392" y="709"/>
                  </a:cubicBezTo>
                  <a:cubicBezTo>
                    <a:pt x="223" y="709"/>
                    <a:pt x="100" y="563"/>
                    <a:pt x="100" y="393"/>
                  </a:cubicBezTo>
                  <a:cubicBezTo>
                    <a:pt x="100" y="217"/>
                    <a:pt x="223" y="100"/>
                    <a:pt x="392" y="100"/>
                  </a:cubicBezTo>
                  <a:close/>
                  <a:moveTo>
                    <a:pt x="392" y="1"/>
                  </a:moveTo>
                  <a:cubicBezTo>
                    <a:pt x="170" y="1"/>
                    <a:pt x="0" y="170"/>
                    <a:pt x="0" y="393"/>
                  </a:cubicBezTo>
                  <a:cubicBezTo>
                    <a:pt x="0" y="633"/>
                    <a:pt x="170" y="803"/>
                    <a:pt x="392" y="803"/>
                  </a:cubicBezTo>
                  <a:cubicBezTo>
                    <a:pt x="638" y="803"/>
                    <a:pt x="808" y="633"/>
                    <a:pt x="808" y="393"/>
                  </a:cubicBezTo>
                  <a:cubicBezTo>
                    <a:pt x="808" y="170"/>
                    <a:pt x="638" y="1"/>
                    <a:pt x="3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9"/>
            <p:cNvSpPr/>
            <p:nvPr/>
          </p:nvSpPr>
          <p:spPr>
            <a:xfrm>
              <a:off x="7719162" y="2577857"/>
              <a:ext cx="70397" cy="73027"/>
            </a:xfrm>
            <a:custGeom>
              <a:avLst/>
              <a:gdLst/>
              <a:ahLst/>
              <a:cxnLst/>
              <a:rect l="l" t="t" r="r" b="b"/>
              <a:pathLst>
                <a:path w="803" h="833" extrusionOk="0">
                  <a:moveTo>
                    <a:pt x="393" y="100"/>
                  </a:moveTo>
                  <a:cubicBezTo>
                    <a:pt x="562" y="100"/>
                    <a:pt x="709" y="247"/>
                    <a:pt x="709" y="416"/>
                  </a:cubicBezTo>
                  <a:cubicBezTo>
                    <a:pt x="709" y="586"/>
                    <a:pt x="562" y="733"/>
                    <a:pt x="393" y="733"/>
                  </a:cubicBezTo>
                  <a:cubicBezTo>
                    <a:pt x="217" y="733"/>
                    <a:pt x="100" y="586"/>
                    <a:pt x="100" y="416"/>
                  </a:cubicBezTo>
                  <a:cubicBezTo>
                    <a:pt x="100" y="247"/>
                    <a:pt x="217" y="100"/>
                    <a:pt x="393" y="100"/>
                  </a:cubicBezTo>
                  <a:close/>
                  <a:moveTo>
                    <a:pt x="393" y="1"/>
                  </a:moveTo>
                  <a:cubicBezTo>
                    <a:pt x="170" y="1"/>
                    <a:pt x="0" y="200"/>
                    <a:pt x="0" y="416"/>
                  </a:cubicBezTo>
                  <a:cubicBezTo>
                    <a:pt x="0" y="639"/>
                    <a:pt x="170" y="832"/>
                    <a:pt x="393" y="832"/>
                  </a:cubicBezTo>
                  <a:cubicBezTo>
                    <a:pt x="633" y="832"/>
                    <a:pt x="802" y="639"/>
                    <a:pt x="802" y="416"/>
                  </a:cubicBezTo>
                  <a:cubicBezTo>
                    <a:pt x="802" y="200"/>
                    <a:pt x="633" y="1"/>
                    <a:pt x="3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9"/>
            <p:cNvSpPr/>
            <p:nvPr/>
          </p:nvSpPr>
          <p:spPr>
            <a:xfrm>
              <a:off x="7451694" y="2445481"/>
              <a:ext cx="53477" cy="51373"/>
            </a:xfrm>
            <a:custGeom>
              <a:avLst/>
              <a:gdLst/>
              <a:ahLst/>
              <a:cxnLst/>
              <a:rect l="l" t="t" r="r" b="b"/>
              <a:pathLst>
                <a:path w="610" h="586" extrusionOk="0">
                  <a:moveTo>
                    <a:pt x="317" y="100"/>
                  </a:moveTo>
                  <a:cubicBezTo>
                    <a:pt x="416" y="100"/>
                    <a:pt x="516" y="170"/>
                    <a:pt x="516" y="293"/>
                  </a:cubicBezTo>
                  <a:cubicBezTo>
                    <a:pt x="516" y="392"/>
                    <a:pt x="416" y="486"/>
                    <a:pt x="317" y="486"/>
                  </a:cubicBezTo>
                  <a:cubicBezTo>
                    <a:pt x="194" y="486"/>
                    <a:pt x="100" y="392"/>
                    <a:pt x="100" y="293"/>
                  </a:cubicBezTo>
                  <a:cubicBezTo>
                    <a:pt x="100" y="170"/>
                    <a:pt x="194" y="100"/>
                    <a:pt x="317" y="100"/>
                  </a:cubicBezTo>
                  <a:close/>
                  <a:moveTo>
                    <a:pt x="317" y="0"/>
                  </a:moveTo>
                  <a:cubicBezTo>
                    <a:pt x="147" y="0"/>
                    <a:pt x="1" y="123"/>
                    <a:pt x="1" y="293"/>
                  </a:cubicBezTo>
                  <a:cubicBezTo>
                    <a:pt x="1" y="439"/>
                    <a:pt x="147" y="586"/>
                    <a:pt x="317" y="586"/>
                  </a:cubicBezTo>
                  <a:cubicBezTo>
                    <a:pt x="463" y="586"/>
                    <a:pt x="610" y="439"/>
                    <a:pt x="610" y="293"/>
                  </a:cubicBezTo>
                  <a:cubicBezTo>
                    <a:pt x="610" y="123"/>
                    <a:pt x="463" y="0"/>
                    <a:pt x="3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9"/>
            <p:cNvSpPr/>
            <p:nvPr/>
          </p:nvSpPr>
          <p:spPr>
            <a:xfrm>
              <a:off x="7220696" y="2588903"/>
              <a:ext cx="594561" cy="220045"/>
            </a:xfrm>
            <a:custGeom>
              <a:avLst/>
              <a:gdLst/>
              <a:ahLst/>
              <a:cxnLst/>
              <a:rect l="l" t="t" r="r" b="b"/>
              <a:pathLst>
                <a:path w="6782" h="2510" extrusionOk="0">
                  <a:moveTo>
                    <a:pt x="4106" y="1"/>
                  </a:moveTo>
                  <a:cubicBezTo>
                    <a:pt x="3800" y="1"/>
                    <a:pt x="3470" y="179"/>
                    <a:pt x="3268" y="413"/>
                  </a:cubicBezTo>
                  <a:cubicBezTo>
                    <a:pt x="3046" y="681"/>
                    <a:pt x="2907" y="1507"/>
                    <a:pt x="2544" y="1507"/>
                  </a:cubicBezTo>
                  <a:cubicBezTo>
                    <a:pt x="2478" y="1507"/>
                    <a:pt x="2403" y="1479"/>
                    <a:pt x="2320" y="1415"/>
                  </a:cubicBezTo>
                  <a:cubicBezTo>
                    <a:pt x="2150" y="1292"/>
                    <a:pt x="1951" y="1169"/>
                    <a:pt x="1757" y="1169"/>
                  </a:cubicBezTo>
                  <a:cubicBezTo>
                    <a:pt x="1541" y="1169"/>
                    <a:pt x="1318" y="1315"/>
                    <a:pt x="1272" y="1508"/>
                  </a:cubicBezTo>
                  <a:cubicBezTo>
                    <a:pt x="1248" y="1608"/>
                    <a:pt x="1248" y="1707"/>
                    <a:pt x="1195" y="1801"/>
                  </a:cubicBezTo>
                  <a:cubicBezTo>
                    <a:pt x="1126" y="1949"/>
                    <a:pt x="958" y="1987"/>
                    <a:pt x="786" y="1987"/>
                  </a:cubicBezTo>
                  <a:cubicBezTo>
                    <a:pt x="727" y="1987"/>
                    <a:pt x="667" y="1983"/>
                    <a:pt x="610" y="1977"/>
                  </a:cubicBezTo>
                  <a:cubicBezTo>
                    <a:pt x="568" y="1977"/>
                    <a:pt x="521" y="1975"/>
                    <a:pt x="473" y="1975"/>
                  </a:cubicBezTo>
                  <a:cubicBezTo>
                    <a:pt x="271" y="1975"/>
                    <a:pt x="39" y="2009"/>
                    <a:pt x="1" y="2363"/>
                  </a:cubicBezTo>
                  <a:lnTo>
                    <a:pt x="1" y="2510"/>
                  </a:lnTo>
                  <a:lnTo>
                    <a:pt x="6758" y="2510"/>
                  </a:lnTo>
                  <a:cubicBezTo>
                    <a:pt x="6781" y="2316"/>
                    <a:pt x="6734" y="2000"/>
                    <a:pt x="6588" y="1877"/>
                  </a:cubicBezTo>
                  <a:cubicBezTo>
                    <a:pt x="6453" y="1763"/>
                    <a:pt x="6315" y="1729"/>
                    <a:pt x="6178" y="1729"/>
                  </a:cubicBezTo>
                  <a:cubicBezTo>
                    <a:pt x="5974" y="1729"/>
                    <a:pt x="5772" y="1806"/>
                    <a:pt x="5584" y="1806"/>
                  </a:cubicBezTo>
                  <a:cubicBezTo>
                    <a:pt x="5491" y="1806"/>
                    <a:pt x="5402" y="1787"/>
                    <a:pt x="5317" y="1731"/>
                  </a:cubicBezTo>
                  <a:cubicBezTo>
                    <a:pt x="5200" y="1655"/>
                    <a:pt x="5200" y="1462"/>
                    <a:pt x="5171" y="1315"/>
                  </a:cubicBezTo>
                  <a:cubicBezTo>
                    <a:pt x="5077" y="853"/>
                    <a:pt x="4855" y="390"/>
                    <a:pt x="4492" y="121"/>
                  </a:cubicBezTo>
                  <a:cubicBezTo>
                    <a:pt x="4377" y="37"/>
                    <a:pt x="4244" y="1"/>
                    <a:pt x="4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9"/>
            <p:cNvSpPr/>
            <p:nvPr/>
          </p:nvSpPr>
          <p:spPr>
            <a:xfrm>
              <a:off x="7216663" y="2584519"/>
              <a:ext cx="601136" cy="229075"/>
            </a:xfrm>
            <a:custGeom>
              <a:avLst/>
              <a:gdLst/>
              <a:ahLst/>
              <a:cxnLst/>
              <a:rect l="l" t="t" r="r" b="b"/>
              <a:pathLst>
                <a:path w="6857" h="2613" extrusionOk="0">
                  <a:moveTo>
                    <a:pt x="4146" y="95"/>
                  </a:moveTo>
                  <a:cubicBezTo>
                    <a:pt x="4269" y="95"/>
                    <a:pt x="4391" y="147"/>
                    <a:pt x="4514" y="218"/>
                  </a:cubicBezTo>
                  <a:cubicBezTo>
                    <a:pt x="4854" y="463"/>
                    <a:pt x="5071" y="903"/>
                    <a:pt x="5170" y="1365"/>
                  </a:cubicBezTo>
                  <a:cubicBezTo>
                    <a:pt x="5170" y="1441"/>
                    <a:pt x="5194" y="1535"/>
                    <a:pt x="5217" y="1611"/>
                  </a:cubicBezTo>
                  <a:cubicBezTo>
                    <a:pt x="5246" y="1681"/>
                    <a:pt x="5270" y="1781"/>
                    <a:pt x="5340" y="1828"/>
                  </a:cubicBezTo>
                  <a:cubicBezTo>
                    <a:pt x="5440" y="1880"/>
                    <a:pt x="5539" y="1904"/>
                    <a:pt x="5633" y="1904"/>
                  </a:cubicBezTo>
                  <a:cubicBezTo>
                    <a:pt x="5832" y="1904"/>
                    <a:pt x="6048" y="1828"/>
                    <a:pt x="6242" y="1828"/>
                  </a:cubicBezTo>
                  <a:cubicBezTo>
                    <a:pt x="6365" y="1828"/>
                    <a:pt x="6488" y="1851"/>
                    <a:pt x="6611" y="1951"/>
                  </a:cubicBezTo>
                  <a:cubicBezTo>
                    <a:pt x="6657" y="1997"/>
                    <a:pt x="6681" y="2074"/>
                    <a:pt x="6710" y="2173"/>
                  </a:cubicBezTo>
                  <a:cubicBezTo>
                    <a:pt x="6757" y="2243"/>
                    <a:pt x="6757" y="2366"/>
                    <a:pt x="6757" y="2437"/>
                  </a:cubicBezTo>
                  <a:lnTo>
                    <a:pt x="6757" y="2513"/>
                  </a:lnTo>
                  <a:lnTo>
                    <a:pt x="94" y="2513"/>
                  </a:lnTo>
                  <a:lnTo>
                    <a:pt x="94" y="2413"/>
                  </a:lnTo>
                  <a:cubicBezTo>
                    <a:pt x="123" y="2267"/>
                    <a:pt x="170" y="2197"/>
                    <a:pt x="240" y="2144"/>
                  </a:cubicBezTo>
                  <a:cubicBezTo>
                    <a:pt x="316" y="2097"/>
                    <a:pt x="416" y="2074"/>
                    <a:pt x="509" y="2074"/>
                  </a:cubicBezTo>
                  <a:lnTo>
                    <a:pt x="656" y="2074"/>
                  </a:lnTo>
                  <a:cubicBezTo>
                    <a:pt x="709" y="2097"/>
                    <a:pt x="755" y="2097"/>
                    <a:pt x="802" y="2097"/>
                  </a:cubicBezTo>
                  <a:cubicBezTo>
                    <a:pt x="902" y="2097"/>
                    <a:pt x="1001" y="2074"/>
                    <a:pt x="1072" y="2050"/>
                  </a:cubicBezTo>
                  <a:cubicBezTo>
                    <a:pt x="1171" y="2027"/>
                    <a:pt x="1241" y="1974"/>
                    <a:pt x="1294" y="1880"/>
                  </a:cubicBezTo>
                  <a:cubicBezTo>
                    <a:pt x="1341" y="1781"/>
                    <a:pt x="1341" y="1658"/>
                    <a:pt x="1364" y="1588"/>
                  </a:cubicBezTo>
                  <a:cubicBezTo>
                    <a:pt x="1388" y="1488"/>
                    <a:pt x="1440" y="1412"/>
                    <a:pt x="1534" y="1365"/>
                  </a:cubicBezTo>
                  <a:cubicBezTo>
                    <a:pt x="1610" y="1318"/>
                    <a:pt x="1704" y="1266"/>
                    <a:pt x="1803" y="1266"/>
                  </a:cubicBezTo>
                  <a:cubicBezTo>
                    <a:pt x="1973" y="1266"/>
                    <a:pt x="2172" y="1365"/>
                    <a:pt x="2342" y="1488"/>
                  </a:cubicBezTo>
                  <a:cubicBezTo>
                    <a:pt x="2412" y="1558"/>
                    <a:pt x="2512" y="1588"/>
                    <a:pt x="2582" y="1611"/>
                  </a:cubicBezTo>
                  <a:cubicBezTo>
                    <a:pt x="2705" y="1611"/>
                    <a:pt x="2781" y="1535"/>
                    <a:pt x="2852" y="1441"/>
                  </a:cubicBezTo>
                  <a:cubicBezTo>
                    <a:pt x="2975" y="1318"/>
                    <a:pt x="3051" y="1119"/>
                    <a:pt x="3121" y="949"/>
                  </a:cubicBezTo>
                  <a:cubicBezTo>
                    <a:pt x="3220" y="756"/>
                    <a:pt x="3291" y="586"/>
                    <a:pt x="3367" y="487"/>
                  </a:cubicBezTo>
                  <a:cubicBezTo>
                    <a:pt x="3537" y="270"/>
                    <a:pt x="3853" y="95"/>
                    <a:pt x="4146" y="95"/>
                  </a:cubicBezTo>
                  <a:close/>
                  <a:moveTo>
                    <a:pt x="4146" y="1"/>
                  </a:moveTo>
                  <a:cubicBezTo>
                    <a:pt x="3829" y="1"/>
                    <a:pt x="3490" y="171"/>
                    <a:pt x="3291" y="440"/>
                  </a:cubicBezTo>
                  <a:cubicBezTo>
                    <a:pt x="3220" y="510"/>
                    <a:pt x="3168" y="610"/>
                    <a:pt x="3121" y="733"/>
                  </a:cubicBezTo>
                  <a:cubicBezTo>
                    <a:pt x="3051" y="903"/>
                    <a:pt x="2975" y="1096"/>
                    <a:pt x="2875" y="1242"/>
                  </a:cubicBezTo>
                  <a:cubicBezTo>
                    <a:pt x="2828" y="1318"/>
                    <a:pt x="2781" y="1389"/>
                    <a:pt x="2729" y="1441"/>
                  </a:cubicBezTo>
                  <a:cubicBezTo>
                    <a:pt x="2682" y="1488"/>
                    <a:pt x="2635" y="1488"/>
                    <a:pt x="2582" y="1512"/>
                  </a:cubicBezTo>
                  <a:cubicBezTo>
                    <a:pt x="2535" y="1512"/>
                    <a:pt x="2465" y="1488"/>
                    <a:pt x="2389" y="1412"/>
                  </a:cubicBezTo>
                  <a:cubicBezTo>
                    <a:pt x="2219" y="1295"/>
                    <a:pt x="2026" y="1172"/>
                    <a:pt x="1803" y="1172"/>
                  </a:cubicBezTo>
                  <a:cubicBezTo>
                    <a:pt x="1681" y="1172"/>
                    <a:pt x="1558" y="1219"/>
                    <a:pt x="1464" y="1266"/>
                  </a:cubicBezTo>
                  <a:cubicBezTo>
                    <a:pt x="1364" y="1342"/>
                    <a:pt x="1294" y="1441"/>
                    <a:pt x="1265" y="1558"/>
                  </a:cubicBezTo>
                  <a:cubicBezTo>
                    <a:pt x="1241" y="1658"/>
                    <a:pt x="1241" y="1757"/>
                    <a:pt x="1195" y="1828"/>
                  </a:cubicBezTo>
                  <a:cubicBezTo>
                    <a:pt x="1171" y="1904"/>
                    <a:pt x="1118" y="1927"/>
                    <a:pt x="1048" y="1951"/>
                  </a:cubicBezTo>
                  <a:cubicBezTo>
                    <a:pt x="972" y="1974"/>
                    <a:pt x="902" y="1997"/>
                    <a:pt x="802" y="1997"/>
                  </a:cubicBezTo>
                  <a:cubicBezTo>
                    <a:pt x="755" y="1997"/>
                    <a:pt x="709" y="1997"/>
                    <a:pt x="656" y="1974"/>
                  </a:cubicBezTo>
                  <a:lnTo>
                    <a:pt x="509" y="1974"/>
                  </a:lnTo>
                  <a:cubicBezTo>
                    <a:pt x="416" y="1974"/>
                    <a:pt x="293" y="1997"/>
                    <a:pt x="193" y="2050"/>
                  </a:cubicBezTo>
                  <a:cubicBezTo>
                    <a:pt x="94" y="2120"/>
                    <a:pt x="24" y="2243"/>
                    <a:pt x="0" y="2413"/>
                  </a:cubicBezTo>
                  <a:lnTo>
                    <a:pt x="0" y="2560"/>
                  </a:lnTo>
                  <a:lnTo>
                    <a:pt x="0" y="2612"/>
                  </a:lnTo>
                  <a:lnTo>
                    <a:pt x="6804" y="2612"/>
                  </a:lnTo>
                  <a:cubicBezTo>
                    <a:pt x="6827" y="2612"/>
                    <a:pt x="6857" y="2583"/>
                    <a:pt x="6857" y="2560"/>
                  </a:cubicBezTo>
                  <a:lnTo>
                    <a:pt x="6857" y="2437"/>
                  </a:lnTo>
                  <a:cubicBezTo>
                    <a:pt x="6857" y="2343"/>
                    <a:pt x="6827" y="2243"/>
                    <a:pt x="6804" y="2144"/>
                  </a:cubicBezTo>
                  <a:cubicBezTo>
                    <a:pt x="6780" y="2050"/>
                    <a:pt x="6734" y="1951"/>
                    <a:pt x="6657" y="1880"/>
                  </a:cubicBezTo>
                  <a:cubicBezTo>
                    <a:pt x="6534" y="1757"/>
                    <a:pt x="6365" y="1734"/>
                    <a:pt x="6242" y="1734"/>
                  </a:cubicBezTo>
                  <a:cubicBezTo>
                    <a:pt x="6025" y="1734"/>
                    <a:pt x="5803" y="1804"/>
                    <a:pt x="5633" y="1804"/>
                  </a:cubicBezTo>
                  <a:cubicBezTo>
                    <a:pt x="5563" y="1804"/>
                    <a:pt x="5486" y="1781"/>
                    <a:pt x="5416" y="1734"/>
                  </a:cubicBezTo>
                  <a:cubicBezTo>
                    <a:pt x="5363" y="1705"/>
                    <a:pt x="5317" y="1658"/>
                    <a:pt x="5317" y="1588"/>
                  </a:cubicBezTo>
                  <a:cubicBezTo>
                    <a:pt x="5293" y="1512"/>
                    <a:pt x="5270" y="1441"/>
                    <a:pt x="5270" y="1342"/>
                  </a:cubicBezTo>
                  <a:cubicBezTo>
                    <a:pt x="5170" y="879"/>
                    <a:pt x="4954" y="387"/>
                    <a:pt x="4561" y="124"/>
                  </a:cubicBezTo>
                  <a:cubicBezTo>
                    <a:pt x="4438" y="48"/>
                    <a:pt x="4292" y="1"/>
                    <a:pt x="41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9"/>
            <p:cNvSpPr/>
            <p:nvPr/>
          </p:nvSpPr>
          <p:spPr>
            <a:xfrm>
              <a:off x="7015383" y="3409547"/>
              <a:ext cx="844589" cy="1354551"/>
            </a:xfrm>
            <a:custGeom>
              <a:avLst/>
              <a:gdLst/>
              <a:ahLst/>
              <a:cxnLst/>
              <a:rect l="l" t="t" r="r" b="b"/>
              <a:pathLst>
                <a:path w="9634" h="15451" extrusionOk="0">
                  <a:moveTo>
                    <a:pt x="5093" y="1"/>
                  </a:moveTo>
                  <a:cubicBezTo>
                    <a:pt x="5044" y="1"/>
                    <a:pt x="4998" y="2"/>
                    <a:pt x="4954" y="5"/>
                  </a:cubicBezTo>
                  <a:cubicBezTo>
                    <a:pt x="2366" y="198"/>
                    <a:pt x="1" y="4273"/>
                    <a:pt x="979" y="15451"/>
                  </a:cubicBezTo>
                  <a:lnTo>
                    <a:pt x="5440" y="15451"/>
                  </a:lnTo>
                  <a:cubicBezTo>
                    <a:pt x="9633" y="1155"/>
                    <a:pt x="6437" y="1"/>
                    <a:pt x="5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9"/>
            <p:cNvSpPr/>
            <p:nvPr/>
          </p:nvSpPr>
          <p:spPr>
            <a:xfrm>
              <a:off x="7057988" y="3407618"/>
              <a:ext cx="622790" cy="1358057"/>
            </a:xfrm>
            <a:custGeom>
              <a:avLst/>
              <a:gdLst/>
              <a:ahLst/>
              <a:cxnLst/>
              <a:rect l="l" t="t" r="r" b="b"/>
              <a:pathLst>
                <a:path w="7104" h="15491" extrusionOk="0">
                  <a:moveTo>
                    <a:pt x="4599" y="0"/>
                  </a:moveTo>
                  <a:cubicBezTo>
                    <a:pt x="4482" y="0"/>
                    <a:pt x="4364" y="9"/>
                    <a:pt x="4246" y="27"/>
                  </a:cubicBezTo>
                  <a:cubicBezTo>
                    <a:pt x="2612" y="296"/>
                    <a:pt x="1687" y="1953"/>
                    <a:pt x="1201" y="3370"/>
                  </a:cubicBezTo>
                  <a:cubicBezTo>
                    <a:pt x="733" y="4688"/>
                    <a:pt x="493" y="6105"/>
                    <a:pt x="370" y="7492"/>
                  </a:cubicBezTo>
                  <a:cubicBezTo>
                    <a:pt x="177" y="9518"/>
                    <a:pt x="200" y="11591"/>
                    <a:pt x="323" y="13640"/>
                  </a:cubicBezTo>
                  <a:cubicBezTo>
                    <a:pt x="346" y="14249"/>
                    <a:pt x="393" y="14858"/>
                    <a:pt x="469" y="15473"/>
                  </a:cubicBezTo>
                  <a:cubicBezTo>
                    <a:pt x="469" y="15484"/>
                    <a:pt x="475" y="15490"/>
                    <a:pt x="481" y="15490"/>
                  </a:cubicBezTo>
                  <a:cubicBezTo>
                    <a:pt x="487" y="15490"/>
                    <a:pt x="493" y="15484"/>
                    <a:pt x="493" y="15473"/>
                  </a:cubicBezTo>
                  <a:cubicBezTo>
                    <a:pt x="247" y="11784"/>
                    <a:pt x="1" y="7978"/>
                    <a:pt x="955" y="4371"/>
                  </a:cubicBezTo>
                  <a:cubicBezTo>
                    <a:pt x="1371" y="2808"/>
                    <a:pt x="2150" y="782"/>
                    <a:pt x="3836" y="197"/>
                  </a:cubicBezTo>
                  <a:cubicBezTo>
                    <a:pt x="4083" y="115"/>
                    <a:pt x="4344" y="71"/>
                    <a:pt x="4603" y="71"/>
                  </a:cubicBezTo>
                  <a:cubicBezTo>
                    <a:pt x="5033" y="71"/>
                    <a:pt x="5459" y="192"/>
                    <a:pt x="5809" y="466"/>
                  </a:cubicBezTo>
                  <a:cubicBezTo>
                    <a:pt x="6810" y="1274"/>
                    <a:pt x="6957" y="2808"/>
                    <a:pt x="7004" y="3979"/>
                  </a:cubicBezTo>
                  <a:cubicBezTo>
                    <a:pt x="7027" y="5297"/>
                    <a:pt x="6910" y="6614"/>
                    <a:pt x="6687" y="7908"/>
                  </a:cubicBezTo>
                  <a:cubicBezTo>
                    <a:pt x="6395" y="9858"/>
                    <a:pt x="5932" y="11784"/>
                    <a:pt x="5417" y="13687"/>
                  </a:cubicBezTo>
                  <a:cubicBezTo>
                    <a:pt x="5247" y="14272"/>
                    <a:pt x="5077" y="14858"/>
                    <a:pt x="4931" y="15443"/>
                  </a:cubicBezTo>
                  <a:cubicBezTo>
                    <a:pt x="4917" y="15475"/>
                    <a:pt x="4937" y="15488"/>
                    <a:pt x="4955" y="15488"/>
                  </a:cubicBezTo>
                  <a:cubicBezTo>
                    <a:pt x="4967" y="15488"/>
                    <a:pt x="4978" y="15482"/>
                    <a:pt x="4978" y="15473"/>
                  </a:cubicBezTo>
                  <a:cubicBezTo>
                    <a:pt x="5639" y="13347"/>
                    <a:pt x="6178" y="11175"/>
                    <a:pt x="6588" y="9003"/>
                  </a:cubicBezTo>
                  <a:cubicBezTo>
                    <a:pt x="6857" y="7568"/>
                    <a:pt x="7056" y="6105"/>
                    <a:pt x="7080" y="4641"/>
                  </a:cubicBezTo>
                  <a:cubicBezTo>
                    <a:pt x="7103" y="3762"/>
                    <a:pt x="7056" y="2832"/>
                    <a:pt x="6787" y="1977"/>
                  </a:cubicBezTo>
                  <a:cubicBezTo>
                    <a:pt x="6641" y="1467"/>
                    <a:pt x="6418" y="981"/>
                    <a:pt x="6055" y="589"/>
                  </a:cubicBezTo>
                  <a:cubicBezTo>
                    <a:pt x="5651" y="190"/>
                    <a:pt x="5137" y="0"/>
                    <a:pt x="4599" y="0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9"/>
            <p:cNvSpPr/>
            <p:nvPr/>
          </p:nvSpPr>
          <p:spPr>
            <a:xfrm>
              <a:off x="7293633" y="3412001"/>
              <a:ext cx="200759" cy="1352096"/>
            </a:xfrm>
            <a:custGeom>
              <a:avLst/>
              <a:gdLst/>
              <a:ahLst/>
              <a:cxnLst/>
              <a:rect l="l" t="t" r="r" b="b"/>
              <a:pathLst>
                <a:path w="2290" h="15423" extrusionOk="0">
                  <a:moveTo>
                    <a:pt x="2290" y="0"/>
                  </a:moveTo>
                  <a:lnTo>
                    <a:pt x="0" y="154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9"/>
            <p:cNvSpPr/>
            <p:nvPr/>
          </p:nvSpPr>
          <p:spPr>
            <a:xfrm>
              <a:off x="7288987" y="3412001"/>
              <a:ext cx="210051" cy="1352096"/>
            </a:xfrm>
            <a:custGeom>
              <a:avLst/>
              <a:gdLst/>
              <a:ahLst/>
              <a:cxnLst/>
              <a:rect l="l" t="t" r="r" b="b"/>
              <a:pathLst>
                <a:path w="2396" h="15423" extrusionOk="0">
                  <a:moveTo>
                    <a:pt x="2296" y="0"/>
                  </a:moveTo>
                  <a:lnTo>
                    <a:pt x="1" y="15393"/>
                  </a:lnTo>
                  <a:lnTo>
                    <a:pt x="100" y="15423"/>
                  </a:lnTo>
                  <a:lnTo>
                    <a:pt x="2395" y="24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9"/>
            <p:cNvSpPr/>
            <p:nvPr/>
          </p:nvSpPr>
          <p:spPr>
            <a:xfrm>
              <a:off x="5713200" y="1776149"/>
              <a:ext cx="1659633" cy="2985429"/>
            </a:xfrm>
            <a:custGeom>
              <a:avLst/>
              <a:gdLst/>
              <a:ahLst/>
              <a:cxnLst/>
              <a:rect l="l" t="t" r="r" b="b"/>
              <a:pathLst>
                <a:path w="18931" h="34054" extrusionOk="0">
                  <a:moveTo>
                    <a:pt x="902" y="0"/>
                  </a:moveTo>
                  <a:cubicBezTo>
                    <a:pt x="387" y="0"/>
                    <a:pt x="0" y="387"/>
                    <a:pt x="0" y="902"/>
                  </a:cubicBezTo>
                  <a:lnTo>
                    <a:pt x="0" y="33152"/>
                  </a:lnTo>
                  <a:cubicBezTo>
                    <a:pt x="0" y="33644"/>
                    <a:pt x="387" y="34053"/>
                    <a:pt x="902" y="34053"/>
                  </a:cubicBezTo>
                  <a:lnTo>
                    <a:pt x="18028" y="34053"/>
                  </a:lnTo>
                  <a:cubicBezTo>
                    <a:pt x="18538" y="34053"/>
                    <a:pt x="18930" y="33644"/>
                    <a:pt x="18930" y="33152"/>
                  </a:cubicBezTo>
                  <a:lnTo>
                    <a:pt x="18930" y="902"/>
                  </a:lnTo>
                  <a:cubicBezTo>
                    <a:pt x="18930" y="387"/>
                    <a:pt x="18538" y="0"/>
                    <a:pt x="180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9"/>
            <p:cNvSpPr/>
            <p:nvPr/>
          </p:nvSpPr>
          <p:spPr>
            <a:xfrm>
              <a:off x="5708553" y="1771502"/>
              <a:ext cx="1668313" cy="2994722"/>
            </a:xfrm>
            <a:custGeom>
              <a:avLst/>
              <a:gdLst/>
              <a:ahLst/>
              <a:cxnLst/>
              <a:rect l="l" t="t" r="r" b="b"/>
              <a:pathLst>
                <a:path w="19030" h="34160" extrusionOk="0">
                  <a:moveTo>
                    <a:pt x="18081" y="100"/>
                  </a:moveTo>
                  <a:cubicBezTo>
                    <a:pt x="18544" y="100"/>
                    <a:pt x="18936" y="469"/>
                    <a:pt x="18936" y="955"/>
                  </a:cubicBezTo>
                  <a:lnTo>
                    <a:pt x="18936" y="33205"/>
                  </a:lnTo>
                  <a:cubicBezTo>
                    <a:pt x="18936" y="33667"/>
                    <a:pt x="18544" y="34060"/>
                    <a:pt x="18081" y="34060"/>
                  </a:cubicBezTo>
                  <a:lnTo>
                    <a:pt x="955" y="34060"/>
                  </a:lnTo>
                  <a:cubicBezTo>
                    <a:pt x="492" y="34060"/>
                    <a:pt x="100" y="33667"/>
                    <a:pt x="100" y="33205"/>
                  </a:cubicBezTo>
                  <a:lnTo>
                    <a:pt x="100" y="955"/>
                  </a:lnTo>
                  <a:cubicBezTo>
                    <a:pt x="100" y="469"/>
                    <a:pt x="492" y="100"/>
                    <a:pt x="955" y="100"/>
                  </a:cubicBezTo>
                  <a:close/>
                  <a:moveTo>
                    <a:pt x="955" y="0"/>
                  </a:moveTo>
                  <a:cubicBezTo>
                    <a:pt x="416" y="0"/>
                    <a:pt x="1" y="416"/>
                    <a:pt x="1" y="955"/>
                  </a:cubicBezTo>
                  <a:lnTo>
                    <a:pt x="1" y="33205"/>
                  </a:lnTo>
                  <a:cubicBezTo>
                    <a:pt x="1" y="33720"/>
                    <a:pt x="416" y="34159"/>
                    <a:pt x="955" y="34159"/>
                  </a:cubicBezTo>
                  <a:lnTo>
                    <a:pt x="18081" y="34159"/>
                  </a:lnTo>
                  <a:cubicBezTo>
                    <a:pt x="18614" y="34159"/>
                    <a:pt x="19030" y="33720"/>
                    <a:pt x="19030" y="33205"/>
                  </a:cubicBezTo>
                  <a:lnTo>
                    <a:pt x="19030" y="955"/>
                  </a:lnTo>
                  <a:cubicBezTo>
                    <a:pt x="19030" y="416"/>
                    <a:pt x="18614" y="0"/>
                    <a:pt x="18081" y="0"/>
                  </a:cubicBezTo>
                  <a:close/>
                </a:path>
              </a:pathLst>
            </a:custGeom>
            <a:solidFill>
              <a:srgbClr val="849C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9"/>
            <p:cNvSpPr/>
            <p:nvPr/>
          </p:nvSpPr>
          <p:spPr>
            <a:xfrm>
              <a:off x="6461600" y="4547893"/>
              <a:ext cx="162799" cy="160256"/>
            </a:xfrm>
            <a:custGeom>
              <a:avLst/>
              <a:gdLst/>
              <a:ahLst/>
              <a:cxnLst/>
              <a:rect l="l" t="t" r="r" b="b"/>
              <a:pathLst>
                <a:path w="1857" h="1828" extrusionOk="0">
                  <a:moveTo>
                    <a:pt x="925" y="94"/>
                  </a:moveTo>
                  <a:cubicBezTo>
                    <a:pt x="1148" y="94"/>
                    <a:pt x="1364" y="194"/>
                    <a:pt x="1511" y="340"/>
                  </a:cubicBezTo>
                  <a:cubicBezTo>
                    <a:pt x="1657" y="487"/>
                    <a:pt x="1757" y="709"/>
                    <a:pt x="1757" y="926"/>
                  </a:cubicBezTo>
                  <a:cubicBezTo>
                    <a:pt x="1757" y="1148"/>
                    <a:pt x="1657" y="1365"/>
                    <a:pt x="1511" y="1511"/>
                  </a:cubicBezTo>
                  <a:cubicBezTo>
                    <a:pt x="1364" y="1658"/>
                    <a:pt x="1148" y="1734"/>
                    <a:pt x="925" y="1734"/>
                  </a:cubicBezTo>
                  <a:cubicBezTo>
                    <a:pt x="709" y="1734"/>
                    <a:pt x="486" y="1658"/>
                    <a:pt x="340" y="1511"/>
                  </a:cubicBezTo>
                  <a:cubicBezTo>
                    <a:pt x="193" y="1365"/>
                    <a:pt x="100" y="1148"/>
                    <a:pt x="100" y="926"/>
                  </a:cubicBezTo>
                  <a:cubicBezTo>
                    <a:pt x="100" y="709"/>
                    <a:pt x="193" y="487"/>
                    <a:pt x="340" y="340"/>
                  </a:cubicBezTo>
                  <a:cubicBezTo>
                    <a:pt x="486" y="194"/>
                    <a:pt x="709" y="94"/>
                    <a:pt x="925" y="94"/>
                  </a:cubicBezTo>
                  <a:close/>
                  <a:moveTo>
                    <a:pt x="925" y="1"/>
                  </a:moveTo>
                  <a:cubicBezTo>
                    <a:pt x="416" y="1"/>
                    <a:pt x="0" y="416"/>
                    <a:pt x="0" y="926"/>
                  </a:cubicBezTo>
                  <a:cubicBezTo>
                    <a:pt x="0" y="1441"/>
                    <a:pt x="416" y="1827"/>
                    <a:pt x="925" y="1827"/>
                  </a:cubicBezTo>
                  <a:cubicBezTo>
                    <a:pt x="1441" y="1827"/>
                    <a:pt x="1856" y="1441"/>
                    <a:pt x="1856" y="926"/>
                  </a:cubicBezTo>
                  <a:cubicBezTo>
                    <a:pt x="1856" y="416"/>
                    <a:pt x="1441" y="1"/>
                    <a:pt x="9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9"/>
            <p:cNvSpPr/>
            <p:nvPr/>
          </p:nvSpPr>
          <p:spPr>
            <a:xfrm>
              <a:off x="5721353" y="2049667"/>
              <a:ext cx="1642714" cy="2438296"/>
            </a:xfrm>
            <a:custGeom>
              <a:avLst/>
              <a:gdLst/>
              <a:ahLst/>
              <a:cxnLst/>
              <a:rect l="l" t="t" r="r" b="b"/>
              <a:pathLst>
                <a:path w="18738" h="27813" extrusionOk="0">
                  <a:moveTo>
                    <a:pt x="1" y="1"/>
                  </a:moveTo>
                  <a:lnTo>
                    <a:pt x="1" y="27813"/>
                  </a:lnTo>
                  <a:lnTo>
                    <a:pt x="18738" y="27813"/>
                  </a:lnTo>
                  <a:lnTo>
                    <a:pt x="187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9"/>
            <p:cNvSpPr/>
            <p:nvPr/>
          </p:nvSpPr>
          <p:spPr>
            <a:xfrm>
              <a:off x="6435914" y="1891605"/>
              <a:ext cx="258794" cy="25774"/>
            </a:xfrm>
            <a:custGeom>
              <a:avLst/>
              <a:gdLst/>
              <a:ahLst/>
              <a:cxnLst/>
              <a:rect l="l" t="t" r="r" b="b"/>
              <a:pathLst>
                <a:path w="2952" h="294" extrusionOk="0">
                  <a:moveTo>
                    <a:pt x="2782" y="94"/>
                  </a:moveTo>
                  <a:cubicBezTo>
                    <a:pt x="2828" y="94"/>
                    <a:pt x="2852" y="123"/>
                    <a:pt x="2852" y="147"/>
                  </a:cubicBezTo>
                  <a:cubicBezTo>
                    <a:pt x="2852" y="170"/>
                    <a:pt x="2828" y="194"/>
                    <a:pt x="2782" y="194"/>
                  </a:cubicBezTo>
                  <a:lnTo>
                    <a:pt x="147" y="194"/>
                  </a:lnTo>
                  <a:cubicBezTo>
                    <a:pt x="123" y="194"/>
                    <a:pt x="100" y="170"/>
                    <a:pt x="100" y="147"/>
                  </a:cubicBezTo>
                  <a:cubicBezTo>
                    <a:pt x="100" y="123"/>
                    <a:pt x="123" y="94"/>
                    <a:pt x="147" y="94"/>
                  </a:cubicBezTo>
                  <a:close/>
                  <a:moveTo>
                    <a:pt x="147" y="0"/>
                  </a:moveTo>
                  <a:cubicBezTo>
                    <a:pt x="71" y="0"/>
                    <a:pt x="0" y="47"/>
                    <a:pt x="0" y="147"/>
                  </a:cubicBezTo>
                  <a:cubicBezTo>
                    <a:pt x="0" y="217"/>
                    <a:pt x="71" y="293"/>
                    <a:pt x="147" y="293"/>
                  </a:cubicBezTo>
                  <a:lnTo>
                    <a:pt x="2782" y="293"/>
                  </a:lnTo>
                  <a:cubicBezTo>
                    <a:pt x="2881" y="293"/>
                    <a:pt x="2951" y="217"/>
                    <a:pt x="2951" y="147"/>
                  </a:cubicBezTo>
                  <a:cubicBezTo>
                    <a:pt x="2951" y="47"/>
                    <a:pt x="2881" y="0"/>
                    <a:pt x="27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9"/>
            <p:cNvSpPr/>
            <p:nvPr/>
          </p:nvSpPr>
          <p:spPr>
            <a:xfrm>
              <a:off x="6382526" y="1891605"/>
              <a:ext cx="27791" cy="25774"/>
            </a:xfrm>
            <a:custGeom>
              <a:avLst/>
              <a:gdLst/>
              <a:ahLst/>
              <a:cxnLst/>
              <a:rect l="l" t="t" r="r" b="b"/>
              <a:pathLst>
                <a:path w="317" h="294" extrusionOk="0">
                  <a:moveTo>
                    <a:pt x="170" y="94"/>
                  </a:moveTo>
                  <a:cubicBezTo>
                    <a:pt x="194" y="94"/>
                    <a:pt x="217" y="123"/>
                    <a:pt x="217" y="147"/>
                  </a:cubicBezTo>
                  <a:cubicBezTo>
                    <a:pt x="217" y="170"/>
                    <a:pt x="194" y="194"/>
                    <a:pt x="170" y="194"/>
                  </a:cubicBezTo>
                  <a:cubicBezTo>
                    <a:pt x="147" y="194"/>
                    <a:pt x="94" y="170"/>
                    <a:pt x="94" y="147"/>
                  </a:cubicBezTo>
                  <a:cubicBezTo>
                    <a:pt x="94" y="123"/>
                    <a:pt x="147" y="94"/>
                    <a:pt x="170" y="94"/>
                  </a:cubicBezTo>
                  <a:close/>
                  <a:moveTo>
                    <a:pt x="170" y="0"/>
                  </a:moveTo>
                  <a:cubicBezTo>
                    <a:pt x="71" y="0"/>
                    <a:pt x="0" y="47"/>
                    <a:pt x="0" y="147"/>
                  </a:cubicBezTo>
                  <a:cubicBezTo>
                    <a:pt x="0" y="241"/>
                    <a:pt x="71" y="293"/>
                    <a:pt x="170" y="293"/>
                  </a:cubicBezTo>
                  <a:cubicBezTo>
                    <a:pt x="241" y="293"/>
                    <a:pt x="317" y="241"/>
                    <a:pt x="317" y="147"/>
                  </a:cubicBezTo>
                  <a:cubicBezTo>
                    <a:pt x="317" y="47"/>
                    <a:pt x="241" y="0"/>
                    <a:pt x="1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9"/>
            <p:cNvSpPr/>
            <p:nvPr/>
          </p:nvSpPr>
          <p:spPr>
            <a:xfrm>
              <a:off x="5832775" y="2993132"/>
              <a:ext cx="710019" cy="716156"/>
            </a:xfrm>
            <a:custGeom>
              <a:avLst/>
              <a:gdLst/>
              <a:ahLst/>
              <a:cxnLst/>
              <a:rect l="l" t="t" r="r" b="b"/>
              <a:pathLst>
                <a:path w="8099" h="8169" extrusionOk="0">
                  <a:moveTo>
                    <a:pt x="1" y="1"/>
                  </a:moveTo>
                  <a:lnTo>
                    <a:pt x="1" y="8168"/>
                  </a:lnTo>
                  <a:lnTo>
                    <a:pt x="8098" y="8168"/>
                  </a:lnTo>
                  <a:lnTo>
                    <a:pt x="8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9"/>
            <p:cNvSpPr/>
            <p:nvPr/>
          </p:nvSpPr>
          <p:spPr>
            <a:xfrm>
              <a:off x="6038088" y="3097893"/>
              <a:ext cx="301401" cy="301313"/>
            </a:xfrm>
            <a:custGeom>
              <a:avLst/>
              <a:gdLst/>
              <a:ahLst/>
              <a:cxnLst/>
              <a:rect l="l" t="t" r="r" b="b"/>
              <a:pathLst>
                <a:path w="3438" h="3437" extrusionOk="0">
                  <a:moveTo>
                    <a:pt x="1710" y="94"/>
                  </a:moveTo>
                  <a:cubicBezTo>
                    <a:pt x="2173" y="94"/>
                    <a:pt x="2559" y="293"/>
                    <a:pt x="2852" y="586"/>
                  </a:cubicBezTo>
                  <a:cubicBezTo>
                    <a:pt x="3145" y="878"/>
                    <a:pt x="3344" y="1265"/>
                    <a:pt x="3344" y="1733"/>
                  </a:cubicBezTo>
                  <a:cubicBezTo>
                    <a:pt x="3344" y="2172"/>
                    <a:pt x="3145" y="2582"/>
                    <a:pt x="2852" y="2875"/>
                  </a:cubicBezTo>
                  <a:cubicBezTo>
                    <a:pt x="2559" y="3168"/>
                    <a:pt x="2173" y="3343"/>
                    <a:pt x="1710" y="3343"/>
                  </a:cubicBezTo>
                  <a:cubicBezTo>
                    <a:pt x="1271" y="3343"/>
                    <a:pt x="855" y="3168"/>
                    <a:pt x="563" y="2875"/>
                  </a:cubicBezTo>
                  <a:cubicBezTo>
                    <a:pt x="270" y="2582"/>
                    <a:pt x="100" y="2172"/>
                    <a:pt x="100" y="1733"/>
                  </a:cubicBezTo>
                  <a:cubicBezTo>
                    <a:pt x="100" y="1265"/>
                    <a:pt x="270" y="878"/>
                    <a:pt x="563" y="586"/>
                  </a:cubicBezTo>
                  <a:cubicBezTo>
                    <a:pt x="855" y="293"/>
                    <a:pt x="1271" y="94"/>
                    <a:pt x="1710" y="94"/>
                  </a:cubicBezTo>
                  <a:close/>
                  <a:moveTo>
                    <a:pt x="1710" y="0"/>
                  </a:moveTo>
                  <a:cubicBezTo>
                    <a:pt x="756" y="0"/>
                    <a:pt x="1" y="779"/>
                    <a:pt x="1" y="1733"/>
                  </a:cubicBezTo>
                  <a:cubicBezTo>
                    <a:pt x="1" y="2682"/>
                    <a:pt x="756" y="3437"/>
                    <a:pt x="1710" y="3437"/>
                  </a:cubicBezTo>
                  <a:cubicBezTo>
                    <a:pt x="2659" y="3437"/>
                    <a:pt x="3438" y="2682"/>
                    <a:pt x="3438" y="1733"/>
                  </a:cubicBezTo>
                  <a:cubicBezTo>
                    <a:pt x="3438" y="779"/>
                    <a:pt x="2659" y="0"/>
                    <a:pt x="17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9"/>
            <p:cNvSpPr/>
            <p:nvPr/>
          </p:nvSpPr>
          <p:spPr>
            <a:xfrm>
              <a:off x="6082797" y="3097893"/>
              <a:ext cx="209964" cy="301313"/>
            </a:xfrm>
            <a:custGeom>
              <a:avLst/>
              <a:gdLst/>
              <a:ahLst/>
              <a:cxnLst/>
              <a:rect l="l" t="t" r="r" b="b"/>
              <a:pathLst>
                <a:path w="2395" h="3437" extrusionOk="0">
                  <a:moveTo>
                    <a:pt x="1200" y="94"/>
                  </a:moveTo>
                  <a:cubicBezTo>
                    <a:pt x="1493" y="94"/>
                    <a:pt x="1786" y="269"/>
                    <a:pt x="1979" y="562"/>
                  </a:cubicBezTo>
                  <a:cubicBezTo>
                    <a:pt x="2172" y="855"/>
                    <a:pt x="2295" y="1265"/>
                    <a:pt x="2295" y="1733"/>
                  </a:cubicBezTo>
                  <a:cubicBezTo>
                    <a:pt x="2295" y="2172"/>
                    <a:pt x="2172" y="2582"/>
                    <a:pt x="1979" y="2875"/>
                  </a:cubicBezTo>
                  <a:cubicBezTo>
                    <a:pt x="1786" y="3168"/>
                    <a:pt x="1493" y="3343"/>
                    <a:pt x="1200" y="3343"/>
                  </a:cubicBezTo>
                  <a:cubicBezTo>
                    <a:pt x="908" y="3343"/>
                    <a:pt x="638" y="3168"/>
                    <a:pt x="416" y="2875"/>
                  </a:cubicBezTo>
                  <a:cubicBezTo>
                    <a:pt x="223" y="2582"/>
                    <a:pt x="100" y="2172"/>
                    <a:pt x="100" y="1733"/>
                  </a:cubicBezTo>
                  <a:cubicBezTo>
                    <a:pt x="100" y="1265"/>
                    <a:pt x="223" y="855"/>
                    <a:pt x="416" y="562"/>
                  </a:cubicBezTo>
                  <a:cubicBezTo>
                    <a:pt x="638" y="269"/>
                    <a:pt x="908" y="94"/>
                    <a:pt x="1200" y="94"/>
                  </a:cubicBezTo>
                  <a:close/>
                  <a:moveTo>
                    <a:pt x="1200" y="0"/>
                  </a:moveTo>
                  <a:cubicBezTo>
                    <a:pt x="855" y="0"/>
                    <a:pt x="562" y="193"/>
                    <a:pt x="345" y="509"/>
                  </a:cubicBezTo>
                  <a:cubicBezTo>
                    <a:pt x="123" y="826"/>
                    <a:pt x="0" y="1241"/>
                    <a:pt x="0" y="1733"/>
                  </a:cubicBezTo>
                  <a:cubicBezTo>
                    <a:pt x="0" y="2196"/>
                    <a:pt x="123" y="2635"/>
                    <a:pt x="345" y="2928"/>
                  </a:cubicBezTo>
                  <a:cubicBezTo>
                    <a:pt x="562" y="3244"/>
                    <a:pt x="855" y="3437"/>
                    <a:pt x="1200" y="3437"/>
                  </a:cubicBezTo>
                  <a:cubicBezTo>
                    <a:pt x="1540" y="3437"/>
                    <a:pt x="1833" y="3244"/>
                    <a:pt x="2049" y="2928"/>
                  </a:cubicBezTo>
                  <a:cubicBezTo>
                    <a:pt x="2272" y="2635"/>
                    <a:pt x="2395" y="2196"/>
                    <a:pt x="2395" y="1733"/>
                  </a:cubicBezTo>
                  <a:cubicBezTo>
                    <a:pt x="2395" y="1241"/>
                    <a:pt x="2272" y="826"/>
                    <a:pt x="2049" y="509"/>
                  </a:cubicBezTo>
                  <a:cubicBezTo>
                    <a:pt x="1833" y="193"/>
                    <a:pt x="1540" y="0"/>
                    <a:pt x="1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9"/>
            <p:cNvSpPr/>
            <p:nvPr/>
          </p:nvSpPr>
          <p:spPr>
            <a:xfrm>
              <a:off x="6144865" y="3097893"/>
              <a:ext cx="87843" cy="301313"/>
            </a:xfrm>
            <a:custGeom>
              <a:avLst/>
              <a:gdLst/>
              <a:ahLst/>
              <a:cxnLst/>
              <a:rect l="l" t="t" r="r" b="b"/>
              <a:pathLst>
                <a:path w="1002" h="3437" extrusionOk="0">
                  <a:moveTo>
                    <a:pt x="492" y="94"/>
                  </a:moveTo>
                  <a:cubicBezTo>
                    <a:pt x="516" y="94"/>
                    <a:pt x="539" y="94"/>
                    <a:pt x="563" y="123"/>
                  </a:cubicBezTo>
                  <a:cubicBezTo>
                    <a:pt x="586" y="146"/>
                    <a:pt x="639" y="217"/>
                    <a:pt x="686" y="316"/>
                  </a:cubicBezTo>
                  <a:cubicBezTo>
                    <a:pt x="809" y="586"/>
                    <a:pt x="902" y="1118"/>
                    <a:pt x="902" y="1733"/>
                  </a:cubicBezTo>
                  <a:cubicBezTo>
                    <a:pt x="902" y="2196"/>
                    <a:pt x="855" y="2611"/>
                    <a:pt x="756" y="2904"/>
                  </a:cubicBezTo>
                  <a:cubicBezTo>
                    <a:pt x="732" y="3051"/>
                    <a:pt x="686" y="3168"/>
                    <a:pt x="639" y="3244"/>
                  </a:cubicBezTo>
                  <a:cubicBezTo>
                    <a:pt x="609" y="3291"/>
                    <a:pt x="586" y="3314"/>
                    <a:pt x="563" y="3314"/>
                  </a:cubicBezTo>
                  <a:cubicBezTo>
                    <a:pt x="539" y="3343"/>
                    <a:pt x="516" y="3343"/>
                    <a:pt x="492" y="3343"/>
                  </a:cubicBezTo>
                  <a:cubicBezTo>
                    <a:pt x="463" y="3343"/>
                    <a:pt x="463" y="3343"/>
                    <a:pt x="440" y="3314"/>
                  </a:cubicBezTo>
                  <a:cubicBezTo>
                    <a:pt x="393" y="3291"/>
                    <a:pt x="346" y="3220"/>
                    <a:pt x="293" y="3144"/>
                  </a:cubicBezTo>
                  <a:cubicBezTo>
                    <a:pt x="170" y="2851"/>
                    <a:pt x="100" y="2319"/>
                    <a:pt x="100" y="1733"/>
                  </a:cubicBezTo>
                  <a:cubicBezTo>
                    <a:pt x="100" y="1265"/>
                    <a:pt x="147" y="855"/>
                    <a:pt x="223" y="562"/>
                  </a:cubicBezTo>
                  <a:cubicBezTo>
                    <a:pt x="270" y="416"/>
                    <a:pt x="317" y="293"/>
                    <a:pt x="369" y="217"/>
                  </a:cubicBezTo>
                  <a:cubicBezTo>
                    <a:pt x="393" y="170"/>
                    <a:pt x="416" y="146"/>
                    <a:pt x="440" y="123"/>
                  </a:cubicBezTo>
                  <a:cubicBezTo>
                    <a:pt x="463" y="94"/>
                    <a:pt x="463" y="94"/>
                    <a:pt x="492" y="94"/>
                  </a:cubicBezTo>
                  <a:close/>
                  <a:moveTo>
                    <a:pt x="492" y="0"/>
                  </a:moveTo>
                  <a:cubicBezTo>
                    <a:pt x="440" y="0"/>
                    <a:pt x="416" y="23"/>
                    <a:pt x="369" y="47"/>
                  </a:cubicBezTo>
                  <a:cubicBezTo>
                    <a:pt x="317" y="94"/>
                    <a:pt x="270" y="170"/>
                    <a:pt x="223" y="269"/>
                  </a:cubicBezTo>
                  <a:cubicBezTo>
                    <a:pt x="77" y="586"/>
                    <a:pt x="0" y="1118"/>
                    <a:pt x="0" y="1733"/>
                  </a:cubicBezTo>
                  <a:cubicBezTo>
                    <a:pt x="0" y="2196"/>
                    <a:pt x="53" y="2611"/>
                    <a:pt x="123" y="2928"/>
                  </a:cubicBezTo>
                  <a:cubicBezTo>
                    <a:pt x="170" y="3074"/>
                    <a:pt x="223" y="3197"/>
                    <a:pt x="270" y="3291"/>
                  </a:cubicBezTo>
                  <a:cubicBezTo>
                    <a:pt x="317" y="3343"/>
                    <a:pt x="346" y="3367"/>
                    <a:pt x="369" y="3414"/>
                  </a:cubicBezTo>
                  <a:cubicBezTo>
                    <a:pt x="416" y="3437"/>
                    <a:pt x="440" y="3437"/>
                    <a:pt x="492" y="3437"/>
                  </a:cubicBezTo>
                  <a:cubicBezTo>
                    <a:pt x="539" y="3437"/>
                    <a:pt x="586" y="3437"/>
                    <a:pt x="609" y="3414"/>
                  </a:cubicBezTo>
                  <a:cubicBezTo>
                    <a:pt x="686" y="3367"/>
                    <a:pt x="732" y="3267"/>
                    <a:pt x="785" y="3168"/>
                  </a:cubicBezTo>
                  <a:cubicBezTo>
                    <a:pt x="902" y="2875"/>
                    <a:pt x="1002" y="2342"/>
                    <a:pt x="1002" y="1733"/>
                  </a:cubicBezTo>
                  <a:cubicBezTo>
                    <a:pt x="1002" y="1265"/>
                    <a:pt x="955" y="826"/>
                    <a:pt x="855" y="533"/>
                  </a:cubicBezTo>
                  <a:cubicBezTo>
                    <a:pt x="809" y="363"/>
                    <a:pt x="756" y="240"/>
                    <a:pt x="709" y="146"/>
                  </a:cubicBezTo>
                  <a:cubicBezTo>
                    <a:pt x="686" y="123"/>
                    <a:pt x="662" y="70"/>
                    <a:pt x="609" y="47"/>
                  </a:cubicBezTo>
                  <a:cubicBezTo>
                    <a:pt x="586" y="23"/>
                    <a:pt x="539" y="0"/>
                    <a:pt x="4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9"/>
            <p:cNvSpPr/>
            <p:nvPr/>
          </p:nvSpPr>
          <p:spPr>
            <a:xfrm>
              <a:off x="6042208" y="3245172"/>
              <a:ext cx="293160" cy="8767"/>
            </a:xfrm>
            <a:custGeom>
              <a:avLst/>
              <a:gdLst/>
              <a:ahLst/>
              <a:cxnLst/>
              <a:rect l="l" t="t" r="r" b="b"/>
              <a:pathLst>
                <a:path w="3344" h="100" extrusionOk="0">
                  <a:moveTo>
                    <a:pt x="0" y="0"/>
                  </a:moveTo>
                  <a:lnTo>
                    <a:pt x="0" y="100"/>
                  </a:lnTo>
                  <a:lnTo>
                    <a:pt x="3344" y="100"/>
                  </a:lnTo>
                  <a:lnTo>
                    <a:pt x="33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9"/>
            <p:cNvSpPr/>
            <p:nvPr/>
          </p:nvSpPr>
          <p:spPr>
            <a:xfrm>
              <a:off x="6055007" y="3294441"/>
              <a:ext cx="265457" cy="23670"/>
            </a:xfrm>
            <a:custGeom>
              <a:avLst/>
              <a:gdLst/>
              <a:ahLst/>
              <a:cxnLst/>
              <a:rect l="l" t="t" r="r" b="b"/>
              <a:pathLst>
                <a:path w="3028" h="270" extrusionOk="0">
                  <a:moveTo>
                    <a:pt x="1517" y="1"/>
                  </a:moveTo>
                  <a:cubicBezTo>
                    <a:pt x="879" y="1"/>
                    <a:pt x="346" y="77"/>
                    <a:pt x="1" y="170"/>
                  </a:cubicBezTo>
                  <a:lnTo>
                    <a:pt x="24" y="270"/>
                  </a:lnTo>
                  <a:cubicBezTo>
                    <a:pt x="346" y="170"/>
                    <a:pt x="903" y="100"/>
                    <a:pt x="1517" y="100"/>
                  </a:cubicBezTo>
                  <a:cubicBezTo>
                    <a:pt x="2150" y="100"/>
                    <a:pt x="2688" y="170"/>
                    <a:pt x="3005" y="270"/>
                  </a:cubicBezTo>
                  <a:lnTo>
                    <a:pt x="3028" y="170"/>
                  </a:lnTo>
                  <a:cubicBezTo>
                    <a:pt x="2712" y="77"/>
                    <a:pt x="2150" y="1"/>
                    <a:pt x="1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9"/>
            <p:cNvSpPr/>
            <p:nvPr/>
          </p:nvSpPr>
          <p:spPr>
            <a:xfrm>
              <a:off x="6098139" y="3345813"/>
              <a:ext cx="179718" cy="23670"/>
            </a:xfrm>
            <a:custGeom>
              <a:avLst/>
              <a:gdLst/>
              <a:ahLst/>
              <a:cxnLst/>
              <a:rect l="l" t="t" r="r" b="b"/>
              <a:pathLst>
                <a:path w="2050" h="270" extrusionOk="0">
                  <a:moveTo>
                    <a:pt x="1025" y="0"/>
                  </a:moveTo>
                  <a:cubicBezTo>
                    <a:pt x="656" y="0"/>
                    <a:pt x="293" y="76"/>
                    <a:pt x="1" y="193"/>
                  </a:cubicBezTo>
                  <a:lnTo>
                    <a:pt x="24" y="269"/>
                  </a:lnTo>
                  <a:cubicBezTo>
                    <a:pt x="317" y="170"/>
                    <a:pt x="656" y="100"/>
                    <a:pt x="1025" y="100"/>
                  </a:cubicBezTo>
                  <a:cubicBezTo>
                    <a:pt x="1388" y="100"/>
                    <a:pt x="1728" y="170"/>
                    <a:pt x="2021" y="269"/>
                  </a:cubicBezTo>
                  <a:lnTo>
                    <a:pt x="2050" y="170"/>
                  </a:lnTo>
                  <a:cubicBezTo>
                    <a:pt x="1757" y="76"/>
                    <a:pt x="1412" y="0"/>
                    <a:pt x="1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9"/>
            <p:cNvSpPr/>
            <p:nvPr/>
          </p:nvSpPr>
          <p:spPr>
            <a:xfrm>
              <a:off x="6055007" y="3181001"/>
              <a:ext cx="265457" cy="23670"/>
            </a:xfrm>
            <a:custGeom>
              <a:avLst/>
              <a:gdLst/>
              <a:ahLst/>
              <a:cxnLst/>
              <a:rect l="l" t="t" r="r" b="b"/>
              <a:pathLst>
                <a:path w="3028" h="270" extrusionOk="0">
                  <a:moveTo>
                    <a:pt x="24" y="1"/>
                  </a:moveTo>
                  <a:lnTo>
                    <a:pt x="1" y="77"/>
                  </a:lnTo>
                  <a:cubicBezTo>
                    <a:pt x="346" y="200"/>
                    <a:pt x="879" y="270"/>
                    <a:pt x="1517" y="270"/>
                  </a:cubicBezTo>
                  <a:cubicBezTo>
                    <a:pt x="2150" y="270"/>
                    <a:pt x="2712" y="200"/>
                    <a:pt x="3028" y="77"/>
                  </a:cubicBezTo>
                  <a:lnTo>
                    <a:pt x="3005" y="1"/>
                  </a:lnTo>
                  <a:cubicBezTo>
                    <a:pt x="2688" y="100"/>
                    <a:pt x="2150" y="170"/>
                    <a:pt x="1517" y="170"/>
                  </a:cubicBezTo>
                  <a:cubicBezTo>
                    <a:pt x="903" y="170"/>
                    <a:pt x="346" y="100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9"/>
            <p:cNvSpPr/>
            <p:nvPr/>
          </p:nvSpPr>
          <p:spPr>
            <a:xfrm>
              <a:off x="6098139" y="3129716"/>
              <a:ext cx="179718" cy="23670"/>
            </a:xfrm>
            <a:custGeom>
              <a:avLst/>
              <a:gdLst/>
              <a:ahLst/>
              <a:cxnLst/>
              <a:rect l="l" t="t" r="r" b="b"/>
              <a:pathLst>
                <a:path w="2050" h="270" extrusionOk="0">
                  <a:moveTo>
                    <a:pt x="24" y="0"/>
                  </a:moveTo>
                  <a:lnTo>
                    <a:pt x="1" y="76"/>
                  </a:lnTo>
                  <a:cubicBezTo>
                    <a:pt x="293" y="199"/>
                    <a:pt x="656" y="269"/>
                    <a:pt x="1025" y="269"/>
                  </a:cubicBezTo>
                  <a:cubicBezTo>
                    <a:pt x="1412" y="269"/>
                    <a:pt x="1757" y="199"/>
                    <a:pt x="2050" y="76"/>
                  </a:cubicBezTo>
                  <a:lnTo>
                    <a:pt x="2021" y="0"/>
                  </a:lnTo>
                  <a:cubicBezTo>
                    <a:pt x="1728" y="100"/>
                    <a:pt x="1388" y="170"/>
                    <a:pt x="1025" y="170"/>
                  </a:cubicBezTo>
                  <a:cubicBezTo>
                    <a:pt x="656" y="170"/>
                    <a:pt x="317" y="10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9"/>
            <p:cNvSpPr/>
            <p:nvPr/>
          </p:nvSpPr>
          <p:spPr>
            <a:xfrm>
              <a:off x="5894930" y="3544903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9"/>
            <p:cNvSpPr/>
            <p:nvPr/>
          </p:nvSpPr>
          <p:spPr>
            <a:xfrm>
              <a:off x="6129961" y="3474069"/>
              <a:ext cx="353300" cy="38574"/>
            </a:xfrm>
            <a:custGeom>
              <a:avLst/>
              <a:gdLst/>
              <a:ahLst/>
              <a:cxnLst/>
              <a:rect l="l" t="t" r="r" b="b"/>
              <a:pathLst>
                <a:path w="4030" h="440" extrusionOk="0">
                  <a:moveTo>
                    <a:pt x="1" y="1"/>
                  </a:moveTo>
                  <a:lnTo>
                    <a:pt x="1" y="440"/>
                  </a:lnTo>
                  <a:lnTo>
                    <a:pt x="4029" y="440"/>
                  </a:lnTo>
                  <a:lnTo>
                    <a:pt x="40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9"/>
            <p:cNvSpPr/>
            <p:nvPr/>
          </p:nvSpPr>
          <p:spPr>
            <a:xfrm>
              <a:off x="5894930" y="3474069"/>
              <a:ext cx="196638" cy="38574"/>
            </a:xfrm>
            <a:custGeom>
              <a:avLst/>
              <a:gdLst/>
              <a:ahLst/>
              <a:cxnLst/>
              <a:rect l="l" t="t" r="r" b="b"/>
              <a:pathLst>
                <a:path w="2243" h="440" extrusionOk="0">
                  <a:moveTo>
                    <a:pt x="0" y="1"/>
                  </a:moveTo>
                  <a:lnTo>
                    <a:pt x="0" y="440"/>
                  </a:lnTo>
                  <a:lnTo>
                    <a:pt x="2243" y="440"/>
                  </a:lnTo>
                  <a:lnTo>
                    <a:pt x="22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9"/>
            <p:cNvSpPr/>
            <p:nvPr/>
          </p:nvSpPr>
          <p:spPr>
            <a:xfrm>
              <a:off x="5894930" y="3615212"/>
              <a:ext cx="588337" cy="36557"/>
            </a:xfrm>
            <a:custGeom>
              <a:avLst/>
              <a:gdLst/>
              <a:ahLst/>
              <a:cxnLst/>
              <a:rect l="l" t="t" r="r" b="b"/>
              <a:pathLst>
                <a:path w="6711" h="417" extrusionOk="0">
                  <a:moveTo>
                    <a:pt x="0" y="1"/>
                  </a:moveTo>
                  <a:lnTo>
                    <a:pt x="0" y="417"/>
                  </a:lnTo>
                  <a:lnTo>
                    <a:pt x="6710" y="417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9"/>
            <p:cNvSpPr/>
            <p:nvPr/>
          </p:nvSpPr>
          <p:spPr>
            <a:xfrm>
              <a:off x="6542691" y="2993132"/>
              <a:ext cx="707915" cy="716156"/>
            </a:xfrm>
            <a:custGeom>
              <a:avLst/>
              <a:gdLst/>
              <a:ahLst/>
              <a:cxnLst/>
              <a:rect l="l" t="t" r="r" b="b"/>
              <a:pathLst>
                <a:path w="8075" h="8169" extrusionOk="0">
                  <a:moveTo>
                    <a:pt x="0" y="1"/>
                  </a:moveTo>
                  <a:lnTo>
                    <a:pt x="0" y="8168"/>
                  </a:lnTo>
                  <a:lnTo>
                    <a:pt x="8075" y="8168"/>
                  </a:lnTo>
                  <a:lnTo>
                    <a:pt x="80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9"/>
            <p:cNvSpPr/>
            <p:nvPr/>
          </p:nvSpPr>
          <p:spPr>
            <a:xfrm>
              <a:off x="6602741" y="3121475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6710" y="439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9"/>
            <p:cNvSpPr/>
            <p:nvPr/>
          </p:nvSpPr>
          <p:spPr>
            <a:xfrm>
              <a:off x="6602741" y="3191784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9"/>
            <p:cNvSpPr/>
            <p:nvPr/>
          </p:nvSpPr>
          <p:spPr>
            <a:xfrm>
              <a:off x="6602741" y="3262618"/>
              <a:ext cx="183839" cy="38574"/>
            </a:xfrm>
            <a:custGeom>
              <a:avLst/>
              <a:gdLst/>
              <a:ahLst/>
              <a:cxnLst/>
              <a:rect l="l" t="t" r="r" b="b"/>
              <a:pathLst>
                <a:path w="2097" h="440" extrusionOk="0">
                  <a:moveTo>
                    <a:pt x="0" y="1"/>
                  </a:moveTo>
                  <a:lnTo>
                    <a:pt x="0" y="440"/>
                  </a:lnTo>
                  <a:lnTo>
                    <a:pt x="2096" y="440"/>
                  </a:lnTo>
                  <a:lnTo>
                    <a:pt x="20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9"/>
            <p:cNvSpPr/>
            <p:nvPr/>
          </p:nvSpPr>
          <p:spPr>
            <a:xfrm>
              <a:off x="6833740" y="3262618"/>
              <a:ext cx="357333" cy="38574"/>
            </a:xfrm>
            <a:custGeom>
              <a:avLst/>
              <a:gdLst/>
              <a:ahLst/>
              <a:cxnLst/>
              <a:rect l="l" t="t" r="r" b="b"/>
              <a:pathLst>
                <a:path w="4076" h="440" extrusionOk="0">
                  <a:moveTo>
                    <a:pt x="0" y="1"/>
                  </a:moveTo>
                  <a:lnTo>
                    <a:pt x="0" y="440"/>
                  </a:lnTo>
                  <a:lnTo>
                    <a:pt x="4075" y="440"/>
                  </a:lnTo>
                  <a:lnTo>
                    <a:pt x="40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9"/>
            <p:cNvSpPr/>
            <p:nvPr/>
          </p:nvSpPr>
          <p:spPr>
            <a:xfrm>
              <a:off x="6602741" y="3332926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9"/>
            <p:cNvSpPr/>
            <p:nvPr/>
          </p:nvSpPr>
          <p:spPr>
            <a:xfrm>
              <a:off x="6602741" y="3403761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9"/>
            <p:cNvSpPr/>
            <p:nvPr/>
          </p:nvSpPr>
          <p:spPr>
            <a:xfrm>
              <a:off x="6602741" y="3474069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9"/>
            <p:cNvSpPr/>
            <p:nvPr/>
          </p:nvSpPr>
          <p:spPr>
            <a:xfrm>
              <a:off x="7022046" y="3544903"/>
              <a:ext cx="169023" cy="38574"/>
            </a:xfrm>
            <a:custGeom>
              <a:avLst/>
              <a:gdLst/>
              <a:ahLst/>
              <a:cxnLst/>
              <a:rect l="l" t="t" r="r" b="b"/>
              <a:pathLst>
                <a:path w="1928" h="440" extrusionOk="0">
                  <a:moveTo>
                    <a:pt x="1" y="1"/>
                  </a:moveTo>
                  <a:lnTo>
                    <a:pt x="1" y="440"/>
                  </a:lnTo>
                  <a:lnTo>
                    <a:pt x="1927" y="440"/>
                  </a:lnTo>
                  <a:lnTo>
                    <a:pt x="19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9"/>
            <p:cNvSpPr/>
            <p:nvPr/>
          </p:nvSpPr>
          <p:spPr>
            <a:xfrm>
              <a:off x="6602741" y="3544903"/>
              <a:ext cx="378373" cy="38574"/>
            </a:xfrm>
            <a:custGeom>
              <a:avLst/>
              <a:gdLst/>
              <a:ahLst/>
              <a:cxnLst/>
              <a:rect l="l" t="t" r="r" b="b"/>
              <a:pathLst>
                <a:path w="4316" h="440" extrusionOk="0">
                  <a:moveTo>
                    <a:pt x="0" y="1"/>
                  </a:moveTo>
                  <a:lnTo>
                    <a:pt x="0" y="440"/>
                  </a:lnTo>
                  <a:lnTo>
                    <a:pt x="4316" y="440"/>
                  </a:lnTo>
                  <a:lnTo>
                    <a:pt x="43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9"/>
            <p:cNvSpPr/>
            <p:nvPr/>
          </p:nvSpPr>
          <p:spPr>
            <a:xfrm>
              <a:off x="6602741" y="3615212"/>
              <a:ext cx="588337" cy="36557"/>
            </a:xfrm>
            <a:custGeom>
              <a:avLst/>
              <a:gdLst/>
              <a:ahLst/>
              <a:cxnLst/>
              <a:rect l="l" t="t" r="r" b="b"/>
              <a:pathLst>
                <a:path w="6711" h="417" extrusionOk="0">
                  <a:moveTo>
                    <a:pt x="0" y="1"/>
                  </a:moveTo>
                  <a:lnTo>
                    <a:pt x="0" y="417"/>
                  </a:lnTo>
                  <a:lnTo>
                    <a:pt x="6710" y="417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9"/>
            <p:cNvSpPr/>
            <p:nvPr/>
          </p:nvSpPr>
          <p:spPr>
            <a:xfrm>
              <a:off x="7034932" y="3050641"/>
              <a:ext cx="156136" cy="38574"/>
            </a:xfrm>
            <a:custGeom>
              <a:avLst/>
              <a:gdLst/>
              <a:ahLst/>
              <a:cxnLst/>
              <a:rect l="l" t="t" r="r" b="b"/>
              <a:pathLst>
                <a:path w="178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1780" y="439"/>
                  </a:lnTo>
                  <a:lnTo>
                    <a:pt x="1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9"/>
            <p:cNvSpPr/>
            <p:nvPr/>
          </p:nvSpPr>
          <p:spPr>
            <a:xfrm>
              <a:off x="6602741" y="3050641"/>
              <a:ext cx="391172" cy="38574"/>
            </a:xfrm>
            <a:custGeom>
              <a:avLst/>
              <a:gdLst/>
              <a:ahLst/>
              <a:cxnLst/>
              <a:rect l="l" t="t" r="r" b="b"/>
              <a:pathLst>
                <a:path w="4462" h="440" extrusionOk="0">
                  <a:moveTo>
                    <a:pt x="0" y="0"/>
                  </a:moveTo>
                  <a:lnTo>
                    <a:pt x="0" y="439"/>
                  </a:lnTo>
                  <a:lnTo>
                    <a:pt x="4462" y="439"/>
                  </a:lnTo>
                  <a:lnTo>
                    <a:pt x="4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9"/>
            <p:cNvSpPr/>
            <p:nvPr/>
          </p:nvSpPr>
          <p:spPr>
            <a:xfrm>
              <a:off x="5832775" y="3709190"/>
              <a:ext cx="710019" cy="718698"/>
            </a:xfrm>
            <a:custGeom>
              <a:avLst/>
              <a:gdLst/>
              <a:ahLst/>
              <a:cxnLst/>
              <a:rect l="l" t="t" r="r" b="b"/>
              <a:pathLst>
                <a:path w="8099" h="8198" extrusionOk="0">
                  <a:moveTo>
                    <a:pt x="1" y="0"/>
                  </a:moveTo>
                  <a:lnTo>
                    <a:pt x="1" y="8198"/>
                  </a:lnTo>
                  <a:lnTo>
                    <a:pt x="8098" y="8198"/>
                  </a:lnTo>
                  <a:lnTo>
                    <a:pt x="80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9"/>
            <p:cNvSpPr/>
            <p:nvPr/>
          </p:nvSpPr>
          <p:spPr>
            <a:xfrm>
              <a:off x="5894930" y="4260961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9"/>
            <p:cNvSpPr/>
            <p:nvPr/>
          </p:nvSpPr>
          <p:spPr>
            <a:xfrm>
              <a:off x="5894930" y="4190653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9"/>
            <p:cNvSpPr/>
            <p:nvPr/>
          </p:nvSpPr>
          <p:spPr>
            <a:xfrm>
              <a:off x="6331154" y="4119819"/>
              <a:ext cx="152103" cy="38574"/>
            </a:xfrm>
            <a:custGeom>
              <a:avLst/>
              <a:gdLst/>
              <a:ahLst/>
              <a:cxnLst/>
              <a:rect l="l" t="t" r="r" b="b"/>
              <a:pathLst>
                <a:path w="1735" h="440" extrusionOk="0">
                  <a:moveTo>
                    <a:pt x="1" y="1"/>
                  </a:moveTo>
                  <a:lnTo>
                    <a:pt x="1" y="440"/>
                  </a:lnTo>
                  <a:lnTo>
                    <a:pt x="1734" y="440"/>
                  </a:lnTo>
                  <a:lnTo>
                    <a:pt x="17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9"/>
            <p:cNvSpPr/>
            <p:nvPr/>
          </p:nvSpPr>
          <p:spPr>
            <a:xfrm>
              <a:off x="5894930" y="4119819"/>
              <a:ext cx="387052" cy="38574"/>
            </a:xfrm>
            <a:custGeom>
              <a:avLst/>
              <a:gdLst/>
              <a:ahLst/>
              <a:cxnLst/>
              <a:rect l="l" t="t" r="r" b="b"/>
              <a:pathLst>
                <a:path w="4415" h="440" extrusionOk="0">
                  <a:moveTo>
                    <a:pt x="0" y="1"/>
                  </a:moveTo>
                  <a:lnTo>
                    <a:pt x="0" y="440"/>
                  </a:lnTo>
                  <a:lnTo>
                    <a:pt x="4415" y="440"/>
                  </a:lnTo>
                  <a:lnTo>
                    <a:pt x="44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9"/>
            <p:cNvSpPr/>
            <p:nvPr/>
          </p:nvSpPr>
          <p:spPr>
            <a:xfrm>
              <a:off x="5894930" y="4049510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9"/>
            <p:cNvSpPr/>
            <p:nvPr/>
          </p:nvSpPr>
          <p:spPr>
            <a:xfrm>
              <a:off x="5894930" y="3978676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40"/>
                  </a:lnTo>
                  <a:lnTo>
                    <a:pt x="6710" y="440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9"/>
            <p:cNvSpPr/>
            <p:nvPr/>
          </p:nvSpPr>
          <p:spPr>
            <a:xfrm>
              <a:off x="5894930" y="3908368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6710" y="439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9"/>
            <p:cNvSpPr/>
            <p:nvPr/>
          </p:nvSpPr>
          <p:spPr>
            <a:xfrm>
              <a:off x="5894930" y="3837533"/>
              <a:ext cx="271594" cy="38574"/>
            </a:xfrm>
            <a:custGeom>
              <a:avLst/>
              <a:gdLst/>
              <a:ahLst/>
              <a:cxnLst/>
              <a:rect l="l" t="t" r="r" b="b"/>
              <a:pathLst>
                <a:path w="3098" h="440" extrusionOk="0">
                  <a:moveTo>
                    <a:pt x="0" y="0"/>
                  </a:moveTo>
                  <a:lnTo>
                    <a:pt x="0" y="439"/>
                  </a:lnTo>
                  <a:lnTo>
                    <a:pt x="3097" y="439"/>
                  </a:lnTo>
                  <a:lnTo>
                    <a:pt x="30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9"/>
            <p:cNvSpPr/>
            <p:nvPr/>
          </p:nvSpPr>
          <p:spPr>
            <a:xfrm>
              <a:off x="6206932" y="3837533"/>
              <a:ext cx="276328" cy="38574"/>
            </a:xfrm>
            <a:custGeom>
              <a:avLst/>
              <a:gdLst/>
              <a:ahLst/>
              <a:cxnLst/>
              <a:rect l="l" t="t" r="r" b="b"/>
              <a:pathLst>
                <a:path w="3152" h="440" extrusionOk="0">
                  <a:moveTo>
                    <a:pt x="1" y="0"/>
                  </a:moveTo>
                  <a:lnTo>
                    <a:pt x="1" y="439"/>
                  </a:lnTo>
                  <a:lnTo>
                    <a:pt x="3151" y="439"/>
                  </a:lnTo>
                  <a:lnTo>
                    <a:pt x="31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9"/>
            <p:cNvSpPr/>
            <p:nvPr/>
          </p:nvSpPr>
          <p:spPr>
            <a:xfrm>
              <a:off x="5894930" y="3767225"/>
              <a:ext cx="588337" cy="38574"/>
            </a:xfrm>
            <a:custGeom>
              <a:avLst/>
              <a:gdLst/>
              <a:ahLst/>
              <a:cxnLst/>
              <a:rect l="l" t="t" r="r" b="b"/>
              <a:pathLst>
                <a:path w="6711" h="440" extrusionOk="0">
                  <a:moveTo>
                    <a:pt x="0" y="0"/>
                  </a:moveTo>
                  <a:lnTo>
                    <a:pt x="0" y="439"/>
                  </a:lnTo>
                  <a:lnTo>
                    <a:pt x="6710" y="439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9"/>
            <p:cNvSpPr/>
            <p:nvPr/>
          </p:nvSpPr>
          <p:spPr>
            <a:xfrm>
              <a:off x="5894930" y="4331796"/>
              <a:ext cx="273610" cy="38574"/>
            </a:xfrm>
            <a:custGeom>
              <a:avLst/>
              <a:gdLst/>
              <a:ahLst/>
              <a:cxnLst/>
              <a:rect l="l" t="t" r="r" b="b"/>
              <a:pathLst>
                <a:path w="312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3121" y="440"/>
                  </a:lnTo>
                  <a:lnTo>
                    <a:pt x="31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9"/>
            <p:cNvSpPr/>
            <p:nvPr/>
          </p:nvSpPr>
          <p:spPr>
            <a:xfrm>
              <a:off x="6209036" y="4331796"/>
              <a:ext cx="274224" cy="38574"/>
            </a:xfrm>
            <a:custGeom>
              <a:avLst/>
              <a:gdLst/>
              <a:ahLst/>
              <a:cxnLst/>
              <a:rect l="l" t="t" r="r" b="b"/>
              <a:pathLst>
                <a:path w="3128" h="440" extrusionOk="0">
                  <a:moveTo>
                    <a:pt x="0" y="1"/>
                  </a:moveTo>
                  <a:lnTo>
                    <a:pt x="0" y="440"/>
                  </a:lnTo>
                  <a:lnTo>
                    <a:pt x="3127" y="440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9"/>
            <p:cNvSpPr/>
            <p:nvPr/>
          </p:nvSpPr>
          <p:spPr>
            <a:xfrm>
              <a:off x="6542691" y="3709190"/>
              <a:ext cx="707915" cy="718698"/>
            </a:xfrm>
            <a:custGeom>
              <a:avLst/>
              <a:gdLst/>
              <a:ahLst/>
              <a:cxnLst/>
              <a:rect l="l" t="t" r="r" b="b"/>
              <a:pathLst>
                <a:path w="8075" h="8198" extrusionOk="0">
                  <a:moveTo>
                    <a:pt x="0" y="0"/>
                  </a:moveTo>
                  <a:lnTo>
                    <a:pt x="0" y="8198"/>
                  </a:lnTo>
                  <a:lnTo>
                    <a:pt x="8075" y="8198"/>
                  </a:lnTo>
                  <a:lnTo>
                    <a:pt x="80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9"/>
            <p:cNvSpPr/>
            <p:nvPr/>
          </p:nvSpPr>
          <p:spPr>
            <a:xfrm>
              <a:off x="6724333" y="3996122"/>
              <a:ext cx="344533" cy="207421"/>
            </a:xfrm>
            <a:custGeom>
              <a:avLst/>
              <a:gdLst/>
              <a:ahLst/>
              <a:cxnLst/>
              <a:rect l="l" t="t" r="r" b="b"/>
              <a:pathLst>
                <a:path w="3930" h="2366" extrusionOk="0">
                  <a:moveTo>
                    <a:pt x="1" y="0"/>
                  </a:moveTo>
                  <a:lnTo>
                    <a:pt x="370" y="2319"/>
                  </a:lnTo>
                  <a:lnTo>
                    <a:pt x="3614" y="2366"/>
                  </a:lnTo>
                  <a:lnTo>
                    <a:pt x="3930" y="0"/>
                  </a:lnTo>
                  <a:close/>
                </a:path>
              </a:pathLst>
            </a:custGeom>
            <a:solidFill>
              <a:srgbClr val="C2C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9"/>
            <p:cNvSpPr/>
            <p:nvPr/>
          </p:nvSpPr>
          <p:spPr>
            <a:xfrm>
              <a:off x="6724333" y="3854979"/>
              <a:ext cx="344533" cy="141232"/>
            </a:xfrm>
            <a:custGeom>
              <a:avLst/>
              <a:gdLst/>
              <a:ahLst/>
              <a:cxnLst/>
              <a:rect l="l" t="t" r="r" b="b"/>
              <a:pathLst>
                <a:path w="3930" h="1611" extrusionOk="0">
                  <a:moveTo>
                    <a:pt x="1957" y="0"/>
                  </a:moveTo>
                  <a:lnTo>
                    <a:pt x="1" y="1610"/>
                  </a:lnTo>
                  <a:lnTo>
                    <a:pt x="3930" y="1610"/>
                  </a:lnTo>
                  <a:lnTo>
                    <a:pt x="19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9"/>
            <p:cNvSpPr/>
            <p:nvPr/>
          </p:nvSpPr>
          <p:spPr>
            <a:xfrm>
              <a:off x="6775705" y="3974556"/>
              <a:ext cx="235738" cy="199268"/>
            </a:xfrm>
            <a:custGeom>
              <a:avLst/>
              <a:gdLst/>
              <a:ahLst/>
              <a:cxnLst/>
              <a:rect l="l" t="t" r="r" b="b"/>
              <a:pathLst>
                <a:path w="2689" h="2273" extrusionOk="0">
                  <a:moveTo>
                    <a:pt x="1" y="1"/>
                  </a:moveTo>
                  <a:lnTo>
                    <a:pt x="1" y="2272"/>
                  </a:lnTo>
                  <a:lnTo>
                    <a:pt x="2688" y="2272"/>
                  </a:lnTo>
                  <a:lnTo>
                    <a:pt x="26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9"/>
            <p:cNvSpPr/>
            <p:nvPr/>
          </p:nvSpPr>
          <p:spPr>
            <a:xfrm>
              <a:off x="6724333" y="3996122"/>
              <a:ext cx="171565" cy="222325"/>
            </a:xfrm>
            <a:custGeom>
              <a:avLst/>
              <a:gdLst/>
              <a:ahLst/>
              <a:cxnLst/>
              <a:rect l="l" t="t" r="r" b="b"/>
              <a:pathLst>
                <a:path w="1957" h="2536" extrusionOk="0">
                  <a:moveTo>
                    <a:pt x="1" y="0"/>
                  </a:moveTo>
                  <a:lnTo>
                    <a:pt x="1" y="2536"/>
                  </a:lnTo>
                  <a:lnTo>
                    <a:pt x="1957" y="13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9"/>
            <p:cNvSpPr/>
            <p:nvPr/>
          </p:nvSpPr>
          <p:spPr>
            <a:xfrm>
              <a:off x="6895807" y="3996122"/>
              <a:ext cx="173056" cy="222325"/>
            </a:xfrm>
            <a:custGeom>
              <a:avLst/>
              <a:gdLst/>
              <a:ahLst/>
              <a:cxnLst/>
              <a:rect l="l" t="t" r="r" b="b"/>
              <a:pathLst>
                <a:path w="1974" h="2536" extrusionOk="0">
                  <a:moveTo>
                    <a:pt x="1974" y="0"/>
                  </a:moveTo>
                  <a:lnTo>
                    <a:pt x="1" y="1365"/>
                  </a:lnTo>
                  <a:lnTo>
                    <a:pt x="1974" y="2536"/>
                  </a:lnTo>
                  <a:lnTo>
                    <a:pt x="19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9"/>
            <p:cNvSpPr/>
            <p:nvPr/>
          </p:nvSpPr>
          <p:spPr>
            <a:xfrm>
              <a:off x="6724333" y="4077213"/>
              <a:ext cx="344533" cy="141232"/>
            </a:xfrm>
            <a:custGeom>
              <a:avLst/>
              <a:gdLst/>
              <a:ahLst/>
              <a:cxnLst/>
              <a:rect l="l" t="t" r="r" b="b"/>
              <a:pathLst>
                <a:path w="3930" h="1611" extrusionOk="0">
                  <a:moveTo>
                    <a:pt x="1957" y="1"/>
                  </a:moveTo>
                  <a:lnTo>
                    <a:pt x="1" y="1611"/>
                  </a:lnTo>
                  <a:lnTo>
                    <a:pt x="3930" y="1611"/>
                  </a:lnTo>
                  <a:lnTo>
                    <a:pt x="19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9"/>
            <p:cNvSpPr/>
            <p:nvPr/>
          </p:nvSpPr>
          <p:spPr>
            <a:xfrm>
              <a:off x="6722317" y="4073093"/>
              <a:ext cx="348654" cy="149473"/>
            </a:xfrm>
            <a:custGeom>
              <a:avLst/>
              <a:gdLst/>
              <a:ahLst/>
              <a:cxnLst/>
              <a:rect l="l" t="t" r="r" b="b"/>
              <a:pathLst>
                <a:path w="3977" h="1705" extrusionOk="0">
                  <a:moveTo>
                    <a:pt x="1980" y="1"/>
                  </a:moveTo>
                  <a:lnTo>
                    <a:pt x="1" y="1634"/>
                  </a:lnTo>
                  <a:lnTo>
                    <a:pt x="53" y="1705"/>
                  </a:lnTo>
                  <a:lnTo>
                    <a:pt x="1980" y="124"/>
                  </a:lnTo>
                  <a:lnTo>
                    <a:pt x="3929" y="1705"/>
                  </a:lnTo>
                  <a:lnTo>
                    <a:pt x="3976" y="1634"/>
                  </a:lnTo>
                  <a:lnTo>
                    <a:pt x="1980" y="1"/>
                  </a:lnTo>
                  <a:close/>
                </a:path>
              </a:pathLst>
            </a:custGeom>
            <a:solidFill>
              <a:srgbClr val="D3DB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9"/>
            <p:cNvSpPr/>
            <p:nvPr/>
          </p:nvSpPr>
          <p:spPr>
            <a:xfrm>
              <a:off x="6919389" y="3991475"/>
              <a:ext cx="151577" cy="109409"/>
            </a:xfrm>
            <a:custGeom>
              <a:avLst/>
              <a:gdLst/>
              <a:ahLst/>
              <a:cxnLst/>
              <a:rect l="l" t="t" r="r" b="b"/>
              <a:pathLst>
                <a:path w="1729" h="1248" extrusionOk="0">
                  <a:moveTo>
                    <a:pt x="1681" y="1"/>
                  </a:moveTo>
                  <a:lnTo>
                    <a:pt x="1" y="1172"/>
                  </a:lnTo>
                  <a:lnTo>
                    <a:pt x="48" y="1248"/>
                  </a:lnTo>
                  <a:lnTo>
                    <a:pt x="1728" y="77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D3DB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9"/>
            <p:cNvSpPr/>
            <p:nvPr/>
          </p:nvSpPr>
          <p:spPr>
            <a:xfrm>
              <a:off x="6722317" y="3991475"/>
              <a:ext cx="152015" cy="109409"/>
            </a:xfrm>
            <a:custGeom>
              <a:avLst/>
              <a:gdLst/>
              <a:ahLst/>
              <a:cxnLst/>
              <a:rect l="l" t="t" r="r" b="b"/>
              <a:pathLst>
                <a:path w="1734" h="1248" extrusionOk="0">
                  <a:moveTo>
                    <a:pt x="53" y="1"/>
                  </a:moveTo>
                  <a:lnTo>
                    <a:pt x="1" y="100"/>
                  </a:lnTo>
                  <a:lnTo>
                    <a:pt x="1687" y="1248"/>
                  </a:lnTo>
                  <a:lnTo>
                    <a:pt x="1734" y="1172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D3DB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9"/>
            <p:cNvSpPr/>
            <p:nvPr/>
          </p:nvSpPr>
          <p:spPr>
            <a:xfrm>
              <a:off x="6758786" y="4304093"/>
              <a:ext cx="276240" cy="38574"/>
            </a:xfrm>
            <a:custGeom>
              <a:avLst/>
              <a:gdLst/>
              <a:ahLst/>
              <a:cxnLst/>
              <a:rect l="l" t="t" r="r" b="b"/>
              <a:pathLst>
                <a:path w="3151" h="440" extrusionOk="0">
                  <a:moveTo>
                    <a:pt x="0" y="1"/>
                  </a:moveTo>
                  <a:lnTo>
                    <a:pt x="0" y="440"/>
                  </a:lnTo>
                  <a:lnTo>
                    <a:pt x="3150" y="440"/>
                  </a:lnTo>
                  <a:lnTo>
                    <a:pt x="3150" y="1"/>
                  </a:lnTo>
                  <a:close/>
                </a:path>
              </a:pathLst>
            </a:custGeom>
            <a:solidFill>
              <a:srgbClr val="E3EA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9"/>
            <p:cNvSpPr/>
            <p:nvPr/>
          </p:nvSpPr>
          <p:spPr>
            <a:xfrm>
              <a:off x="5832775" y="2214480"/>
              <a:ext cx="1420389" cy="716682"/>
            </a:xfrm>
            <a:custGeom>
              <a:avLst/>
              <a:gdLst/>
              <a:ahLst/>
              <a:cxnLst/>
              <a:rect l="l" t="t" r="r" b="b"/>
              <a:pathLst>
                <a:path w="16202" h="8175" extrusionOk="0">
                  <a:moveTo>
                    <a:pt x="1" y="0"/>
                  </a:moveTo>
                  <a:lnTo>
                    <a:pt x="1" y="8174"/>
                  </a:lnTo>
                  <a:lnTo>
                    <a:pt x="16202" y="8174"/>
                  </a:lnTo>
                  <a:lnTo>
                    <a:pt x="162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9"/>
            <p:cNvSpPr/>
            <p:nvPr/>
          </p:nvSpPr>
          <p:spPr>
            <a:xfrm>
              <a:off x="6523667" y="2317137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0"/>
                  </a:moveTo>
                  <a:lnTo>
                    <a:pt x="1" y="562"/>
                  </a:lnTo>
                  <a:lnTo>
                    <a:pt x="7612" y="562"/>
                  </a:lnTo>
                  <a:lnTo>
                    <a:pt x="76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9"/>
            <p:cNvSpPr/>
            <p:nvPr/>
          </p:nvSpPr>
          <p:spPr>
            <a:xfrm>
              <a:off x="6523667" y="2409011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0"/>
                  </a:moveTo>
                  <a:lnTo>
                    <a:pt x="1" y="563"/>
                  </a:lnTo>
                  <a:lnTo>
                    <a:pt x="7612" y="563"/>
                  </a:lnTo>
                  <a:lnTo>
                    <a:pt x="76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9"/>
            <p:cNvSpPr/>
            <p:nvPr/>
          </p:nvSpPr>
          <p:spPr>
            <a:xfrm>
              <a:off x="6523667" y="2500886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1"/>
                  </a:moveTo>
                  <a:lnTo>
                    <a:pt x="1" y="563"/>
                  </a:lnTo>
                  <a:lnTo>
                    <a:pt x="7612" y="563"/>
                  </a:lnTo>
                  <a:lnTo>
                    <a:pt x="76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9"/>
            <p:cNvSpPr/>
            <p:nvPr/>
          </p:nvSpPr>
          <p:spPr>
            <a:xfrm>
              <a:off x="6523667" y="2592760"/>
              <a:ext cx="667413" cy="49357"/>
            </a:xfrm>
            <a:custGeom>
              <a:avLst/>
              <a:gdLst/>
              <a:ahLst/>
              <a:cxnLst/>
              <a:rect l="l" t="t" r="r" b="b"/>
              <a:pathLst>
                <a:path w="7613" h="563" extrusionOk="0">
                  <a:moveTo>
                    <a:pt x="1" y="1"/>
                  </a:moveTo>
                  <a:lnTo>
                    <a:pt x="1" y="563"/>
                  </a:lnTo>
                  <a:lnTo>
                    <a:pt x="7612" y="563"/>
                  </a:lnTo>
                  <a:lnTo>
                    <a:pt x="76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9"/>
            <p:cNvSpPr/>
            <p:nvPr/>
          </p:nvSpPr>
          <p:spPr>
            <a:xfrm>
              <a:off x="6523667" y="2777034"/>
              <a:ext cx="667413" cy="51461"/>
            </a:xfrm>
            <a:custGeom>
              <a:avLst/>
              <a:gdLst/>
              <a:ahLst/>
              <a:cxnLst/>
              <a:rect l="l" t="t" r="r" b="b"/>
              <a:pathLst>
                <a:path w="7613" h="587" extrusionOk="0">
                  <a:moveTo>
                    <a:pt x="1" y="1"/>
                  </a:moveTo>
                  <a:lnTo>
                    <a:pt x="1" y="586"/>
                  </a:lnTo>
                  <a:lnTo>
                    <a:pt x="7612" y="586"/>
                  </a:lnTo>
                  <a:lnTo>
                    <a:pt x="76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9"/>
            <p:cNvSpPr/>
            <p:nvPr/>
          </p:nvSpPr>
          <p:spPr>
            <a:xfrm>
              <a:off x="6791135" y="2685160"/>
              <a:ext cx="399939" cy="51461"/>
            </a:xfrm>
            <a:custGeom>
              <a:avLst/>
              <a:gdLst/>
              <a:ahLst/>
              <a:cxnLst/>
              <a:rect l="l" t="t" r="r" b="b"/>
              <a:pathLst>
                <a:path w="4562" h="587" extrusionOk="0">
                  <a:moveTo>
                    <a:pt x="0" y="1"/>
                  </a:moveTo>
                  <a:lnTo>
                    <a:pt x="0" y="586"/>
                  </a:lnTo>
                  <a:lnTo>
                    <a:pt x="4561" y="586"/>
                  </a:lnTo>
                  <a:lnTo>
                    <a:pt x="45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9"/>
            <p:cNvSpPr/>
            <p:nvPr/>
          </p:nvSpPr>
          <p:spPr>
            <a:xfrm>
              <a:off x="6523667" y="2685160"/>
              <a:ext cx="222325" cy="51461"/>
            </a:xfrm>
            <a:custGeom>
              <a:avLst/>
              <a:gdLst/>
              <a:ahLst/>
              <a:cxnLst/>
              <a:rect l="l" t="t" r="r" b="b"/>
              <a:pathLst>
                <a:path w="2536" h="587" extrusionOk="0">
                  <a:moveTo>
                    <a:pt x="1" y="1"/>
                  </a:moveTo>
                  <a:lnTo>
                    <a:pt x="1" y="586"/>
                  </a:lnTo>
                  <a:lnTo>
                    <a:pt x="2536" y="58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9"/>
            <p:cNvSpPr/>
            <p:nvPr/>
          </p:nvSpPr>
          <p:spPr>
            <a:xfrm>
              <a:off x="5913866" y="2319154"/>
              <a:ext cx="507244" cy="507244"/>
            </a:xfrm>
            <a:custGeom>
              <a:avLst/>
              <a:gdLst/>
              <a:ahLst/>
              <a:cxnLst/>
              <a:rect l="l" t="t" r="r" b="b"/>
              <a:pathLst>
                <a:path w="5786" h="5786" extrusionOk="0">
                  <a:moveTo>
                    <a:pt x="1" y="1"/>
                  </a:moveTo>
                  <a:lnTo>
                    <a:pt x="1" y="5786"/>
                  </a:lnTo>
                  <a:lnTo>
                    <a:pt x="5786" y="5786"/>
                  </a:lnTo>
                  <a:lnTo>
                    <a:pt x="57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9"/>
            <p:cNvSpPr/>
            <p:nvPr/>
          </p:nvSpPr>
          <p:spPr>
            <a:xfrm>
              <a:off x="6061670" y="2477304"/>
              <a:ext cx="306047" cy="263353"/>
            </a:xfrm>
            <a:custGeom>
              <a:avLst/>
              <a:gdLst/>
              <a:ahLst/>
              <a:cxnLst/>
              <a:rect l="l" t="t" r="r" b="b"/>
              <a:pathLst>
                <a:path w="3491" h="3004" extrusionOk="0">
                  <a:moveTo>
                    <a:pt x="1734" y="0"/>
                  </a:moveTo>
                  <a:lnTo>
                    <a:pt x="1" y="3004"/>
                  </a:lnTo>
                  <a:lnTo>
                    <a:pt x="3491" y="3004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9"/>
            <p:cNvSpPr/>
            <p:nvPr/>
          </p:nvSpPr>
          <p:spPr>
            <a:xfrm>
              <a:off x="5967254" y="2565057"/>
              <a:ext cx="124313" cy="175598"/>
            </a:xfrm>
            <a:custGeom>
              <a:avLst/>
              <a:gdLst/>
              <a:ahLst/>
              <a:cxnLst/>
              <a:rect l="l" t="t" r="r" b="b"/>
              <a:pathLst>
                <a:path w="1418" h="2003" extrusionOk="0">
                  <a:moveTo>
                    <a:pt x="1055" y="0"/>
                  </a:moveTo>
                  <a:lnTo>
                    <a:pt x="1" y="2003"/>
                  </a:lnTo>
                  <a:lnTo>
                    <a:pt x="733" y="2003"/>
                  </a:lnTo>
                  <a:lnTo>
                    <a:pt x="1418" y="709"/>
                  </a:lnTo>
                  <a:lnTo>
                    <a:pt x="10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9"/>
            <p:cNvSpPr/>
            <p:nvPr/>
          </p:nvSpPr>
          <p:spPr>
            <a:xfrm>
              <a:off x="5980053" y="2434698"/>
              <a:ext cx="56107" cy="55494"/>
            </a:xfrm>
            <a:custGeom>
              <a:avLst/>
              <a:gdLst/>
              <a:ahLst/>
              <a:cxnLst/>
              <a:rect l="l" t="t" r="r" b="b"/>
              <a:pathLst>
                <a:path w="640" h="633" extrusionOk="0">
                  <a:moveTo>
                    <a:pt x="323" y="0"/>
                  </a:moveTo>
                  <a:cubicBezTo>
                    <a:pt x="147" y="0"/>
                    <a:pt x="1" y="147"/>
                    <a:pt x="1" y="316"/>
                  </a:cubicBezTo>
                  <a:cubicBezTo>
                    <a:pt x="1" y="486"/>
                    <a:pt x="147" y="633"/>
                    <a:pt x="323" y="633"/>
                  </a:cubicBezTo>
                  <a:cubicBezTo>
                    <a:pt x="493" y="633"/>
                    <a:pt x="639" y="486"/>
                    <a:pt x="639" y="316"/>
                  </a:cubicBezTo>
                  <a:cubicBezTo>
                    <a:pt x="639" y="147"/>
                    <a:pt x="493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9"/>
            <p:cNvSpPr/>
            <p:nvPr/>
          </p:nvSpPr>
          <p:spPr>
            <a:xfrm>
              <a:off x="6119179" y="2111823"/>
              <a:ext cx="847043" cy="44710"/>
            </a:xfrm>
            <a:custGeom>
              <a:avLst/>
              <a:gdLst/>
              <a:ahLst/>
              <a:cxnLst/>
              <a:rect l="l" t="t" r="r" b="b"/>
              <a:pathLst>
                <a:path w="9662" h="510" extrusionOk="0">
                  <a:moveTo>
                    <a:pt x="270" y="0"/>
                  </a:moveTo>
                  <a:cubicBezTo>
                    <a:pt x="124" y="0"/>
                    <a:pt x="1" y="100"/>
                    <a:pt x="1" y="246"/>
                  </a:cubicBezTo>
                  <a:cubicBezTo>
                    <a:pt x="1" y="393"/>
                    <a:pt x="124" y="510"/>
                    <a:pt x="270" y="510"/>
                  </a:cubicBezTo>
                  <a:lnTo>
                    <a:pt x="9392" y="510"/>
                  </a:lnTo>
                  <a:cubicBezTo>
                    <a:pt x="9539" y="510"/>
                    <a:pt x="9662" y="393"/>
                    <a:pt x="9662" y="246"/>
                  </a:cubicBezTo>
                  <a:cubicBezTo>
                    <a:pt x="9662" y="100"/>
                    <a:pt x="9539" y="0"/>
                    <a:pt x="93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9"/>
            <p:cNvSpPr/>
            <p:nvPr/>
          </p:nvSpPr>
          <p:spPr>
            <a:xfrm>
              <a:off x="6538570" y="2993132"/>
              <a:ext cx="8767" cy="1434766"/>
            </a:xfrm>
            <a:custGeom>
              <a:avLst/>
              <a:gdLst/>
              <a:ahLst/>
              <a:cxnLst/>
              <a:rect l="l" t="t" r="r" b="b"/>
              <a:pathLst>
                <a:path w="100" h="16366" extrusionOk="0">
                  <a:moveTo>
                    <a:pt x="0" y="1"/>
                  </a:moveTo>
                  <a:lnTo>
                    <a:pt x="0" y="16366"/>
                  </a:lnTo>
                  <a:lnTo>
                    <a:pt x="100" y="16366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9"/>
            <p:cNvSpPr/>
            <p:nvPr/>
          </p:nvSpPr>
          <p:spPr>
            <a:xfrm>
              <a:off x="5832775" y="3705070"/>
              <a:ext cx="1420389" cy="8854"/>
            </a:xfrm>
            <a:custGeom>
              <a:avLst/>
              <a:gdLst/>
              <a:ahLst/>
              <a:cxnLst/>
              <a:rect l="l" t="t" r="r" b="b"/>
              <a:pathLst>
                <a:path w="16202" h="101" extrusionOk="0">
                  <a:moveTo>
                    <a:pt x="1" y="1"/>
                  </a:moveTo>
                  <a:lnTo>
                    <a:pt x="1" y="100"/>
                  </a:lnTo>
                  <a:lnTo>
                    <a:pt x="16202" y="100"/>
                  </a:lnTo>
                  <a:lnTo>
                    <a:pt x="16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9"/>
            <p:cNvSpPr/>
            <p:nvPr/>
          </p:nvSpPr>
          <p:spPr>
            <a:xfrm>
              <a:off x="7481500" y="4494504"/>
              <a:ext cx="325509" cy="352774"/>
            </a:xfrm>
            <a:custGeom>
              <a:avLst/>
              <a:gdLst/>
              <a:ahLst/>
              <a:cxnLst/>
              <a:rect l="l" t="t" r="r" b="b"/>
              <a:pathLst>
                <a:path w="3713" h="4024" extrusionOk="0">
                  <a:moveTo>
                    <a:pt x="1417" y="1"/>
                  </a:moveTo>
                  <a:lnTo>
                    <a:pt x="1663" y="2999"/>
                  </a:lnTo>
                  <a:lnTo>
                    <a:pt x="123" y="3707"/>
                  </a:lnTo>
                  <a:cubicBezTo>
                    <a:pt x="53" y="3730"/>
                    <a:pt x="0" y="3777"/>
                    <a:pt x="0" y="3853"/>
                  </a:cubicBezTo>
                  <a:cubicBezTo>
                    <a:pt x="0" y="3953"/>
                    <a:pt x="76" y="4023"/>
                    <a:pt x="176" y="4023"/>
                  </a:cubicBezTo>
                  <a:lnTo>
                    <a:pt x="3613" y="4023"/>
                  </a:lnTo>
                  <a:lnTo>
                    <a:pt x="3713" y="3122"/>
                  </a:lnTo>
                  <a:lnTo>
                    <a:pt x="3613" y="241"/>
                  </a:lnTo>
                  <a:lnTo>
                    <a:pt x="14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9"/>
            <p:cNvSpPr/>
            <p:nvPr/>
          </p:nvSpPr>
          <p:spPr>
            <a:xfrm>
              <a:off x="7464581" y="4757328"/>
              <a:ext cx="350670" cy="122296"/>
            </a:xfrm>
            <a:custGeom>
              <a:avLst/>
              <a:gdLst/>
              <a:ahLst/>
              <a:cxnLst/>
              <a:rect l="l" t="t" r="r" b="b"/>
              <a:pathLst>
                <a:path w="4000" h="1395" extrusionOk="0">
                  <a:moveTo>
                    <a:pt x="1856" y="1"/>
                  </a:moveTo>
                  <a:lnTo>
                    <a:pt x="223" y="709"/>
                  </a:lnTo>
                  <a:cubicBezTo>
                    <a:pt x="147" y="732"/>
                    <a:pt x="100" y="855"/>
                    <a:pt x="47" y="978"/>
                  </a:cubicBezTo>
                  <a:cubicBezTo>
                    <a:pt x="47" y="978"/>
                    <a:pt x="0" y="1365"/>
                    <a:pt x="76" y="1365"/>
                  </a:cubicBezTo>
                  <a:lnTo>
                    <a:pt x="3929" y="1394"/>
                  </a:lnTo>
                  <a:cubicBezTo>
                    <a:pt x="3976" y="1394"/>
                    <a:pt x="3999" y="1365"/>
                    <a:pt x="3999" y="1318"/>
                  </a:cubicBezTo>
                  <a:lnTo>
                    <a:pt x="3906" y="100"/>
                  </a:lnTo>
                  <a:cubicBezTo>
                    <a:pt x="3906" y="100"/>
                    <a:pt x="3501" y="195"/>
                    <a:pt x="2984" y="195"/>
                  </a:cubicBezTo>
                  <a:cubicBezTo>
                    <a:pt x="2630" y="195"/>
                    <a:pt x="2223" y="151"/>
                    <a:pt x="1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9"/>
            <p:cNvSpPr/>
            <p:nvPr/>
          </p:nvSpPr>
          <p:spPr>
            <a:xfrm>
              <a:off x="7592836" y="4761448"/>
              <a:ext cx="25774" cy="36557"/>
            </a:xfrm>
            <a:custGeom>
              <a:avLst/>
              <a:gdLst/>
              <a:ahLst/>
              <a:cxnLst/>
              <a:rect l="l" t="t" r="r" b="b"/>
              <a:pathLst>
                <a:path w="294" h="417" extrusionOk="0">
                  <a:moveTo>
                    <a:pt x="77" y="0"/>
                  </a:moveTo>
                  <a:lnTo>
                    <a:pt x="1" y="53"/>
                  </a:lnTo>
                  <a:cubicBezTo>
                    <a:pt x="100" y="176"/>
                    <a:pt x="171" y="293"/>
                    <a:pt x="223" y="416"/>
                  </a:cubicBezTo>
                  <a:lnTo>
                    <a:pt x="294" y="393"/>
                  </a:lnTo>
                  <a:cubicBezTo>
                    <a:pt x="247" y="246"/>
                    <a:pt x="147" y="123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9"/>
            <p:cNvSpPr/>
            <p:nvPr/>
          </p:nvSpPr>
          <p:spPr>
            <a:xfrm>
              <a:off x="7575916" y="4772231"/>
              <a:ext cx="21128" cy="32437"/>
            </a:xfrm>
            <a:custGeom>
              <a:avLst/>
              <a:gdLst/>
              <a:ahLst/>
              <a:cxnLst/>
              <a:rect l="l" t="t" r="r" b="b"/>
              <a:pathLst>
                <a:path w="241" h="370" extrusionOk="0">
                  <a:moveTo>
                    <a:pt x="48" y="0"/>
                  </a:moveTo>
                  <a:lnTo>
                    <a:pt x="1" y="53"/>
                  </a:lnTo>
                  <a:cubicBezTo>
                    <a:pt x="94" y="170"/>
                    <a:pt x="124" y="246"/>
                    <a:pt x="171" y="369"/>
                  </a:cubicBezTo>
                  <a:lnTo>
                    <a:pt x="241" y="346"/>
                  </a:lnTo>
                  <a:cubicBezTo>
                    <a:pt x="194" y="223"/>
                    <a:pt x="147" y="147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9"/>
            <p:cNvSpPr/>
            <p:nvPr/>
          </p:nvSpPr>
          <p:spPr>
            <a:xfrm>
              <a:off x="7561013" y="4780910"/>
              <a:ext cx="19112" cy="29895"/>
            </a:xfrm>
            <a:custGeom>
              <a:avLst/>
              <a:gdLst/>
              <a:ahLst/>
              <a:cxnLst/>
              <a:rect l="l" t="t" r="r" b="b"/>
              <a:pathLst>
                <a:path w="218" h="341" extrusionOk="0">
                  <a:moveTo>
                    <a:pt x="48" y="1"/>
                  </a:moveTo>
                  <a:lnTo>
                    <a:pt x="1" y="48"/>
                  </a:lnTo>
                  <a:cubicBezTo>
                    <a:pt x="48" y="124"/>
                    <a:pt x="118" y="247"/>
                    <a:pt x="171" y="341"/>
                  </a:cubicBezTo>
                  <a:lnTo>
                    <a:pt x="218" y="294"/>
                  </a:lnTo>
                  <a:cubicBezTo>
                    <a:pt x="171" y="194"/>
                    <a:pt x="118" y="7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9"/>
            <p:cNvSpPr/>
            <p:nvPr/>
          </p:nvSpPr>
          <p:spPr>
            <a:xfrm>
              <a:off x="7466597" y="4851306"/>
              <a:ext cx="346550" cy="8767"/>
            </a:xfrm>
            <a:custGeom>
              <a:avLst/>
              <a:gdLst/>
              <a:ahLst/>
              <a:cxnLst/>
              <a:rect l="l" t="t" r="r" b="b"/>
              <a:pathLst>
                <a:path w="3953" h="100" extrusionOk="0">
                  <a:moveTo>
                    <a:pt x="1" y="0"/>
                  </a:moveTo>
                  <a:lnTo>
                    <a:pt x="1" y="76"/>
                  </a:lnTo>
                  <a:lnTo>
                    <a:pt x="3953" y="100"/>
                  </a:lnTo>
                  <a:lnTo>
                    <a:pt x="3953" y="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9"/>
            <p:cNvSpPr/>
            <p:nvPr/>
          </p:nvSpPr>
          <p:spPr>
            <a:xfrm>
              <a:off x="7719162" y="4799934"/>
              <a:ext cx="91963" cy="56020"/>
            </a:xfrm>
            <a:custGeom>
              <a:avLst/>
              <a:gdLst/>
              <a:ahLst/>
              <a:cxnLst/>
              <a:rect l="l" t="t" r="r" b="b"/>
              <a:pathLst>
                <a:path w="1049" h="639" extrusionOk="0">
                  <a:moveTo>
                    <a:pt x="1048" y="1"/>
                  </a:moveTo>
                  <a:cubicBezTo>
                    <a:pt x="1048" y="1"/>
                    <a:pt x="802" y="30"/>
                    <a:pt x="562" y="100"/>
                  </a:cubicBezTo>
                  <a:cubicBezTo>
                    <a:pt x="439" y="124"/>
                    <a:pt x="316" y="176"/>
                    <a:pt x="217" y="270"/>
                  </a:cubicBezTo>
                  <a:cubicBezTo>
                    <a:pt x="100" y="346"/>
                    <a:pt x="24" y="469"/>
                    <a:pt x="0" y="639"/>
                  </a:cubicBezTo>
                  <a:lnTo>
                    <a:pt x="71" y="639"/>
                  </a:lnTo>
                  <a:cubicBezTo>
                    <a:pt x="100" y="516"/>
                    <a:pt x="170" y="393"/>
                    <a:pt x="270" y="323"/>
                  </a:cubicBezTo>
                  <a:cubicBezTo>
                    <a:pt x="393" y="223"/>
                    <a:pt x="586" y="147"/>
                    <a:pt x="756" y="124"/>
                  </a:cubicBezTo>
                  <a:cubicBezTo>
                    <a:pt x="832" y="100"/>
                    <a:pt x="902" y="100"/>
                    <a:pt x="949" y="100"/>
                  </a:cubicBezTo>
                  <a:cubicBezTo>
                    <a:pt x="978" y="100"/>
                    <a:pt x="1002" y="77"/>
                    <a:pt x="1025" y="77"/>
                  </a:cubicBezTo>
                  <a:lnTo>
                    <a:pt x="1048" y="77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9"/>
            <p:cNvSpPr/>
            <p:nvPr/>
          </p:nvSpPr>
          <p:spPr>
            <a:xfrm>
              <a:off x="7509729" y="4804580"/>
              <a:ext cx="33927" cy="51373"/>
            </a:xfrm>
            <a:custGeom>
              <a:avLst/>
              <a:gdLst/>
              <a:ahLst/>
              <a:cxnLst/>
              <a:rect l="l" t="t" r="r" b="b"/>
              <a:pathLst>
                <a:path w="387" h="586" extrusionOk="0">
                  <a:moveTo>
                    <a:pt x="71" y="0"/>
                  </a:moveTo>
                  <a:lnTo>
                    <a:pt x="0" y="47"/>
                  </a:lnTo>
                  <a:lnTo>
                    <a:pt x="47" y="94"/>
                  </a:lnTo>
                  <a:cubicBezTo>
                    <a:pt x="94" y="170"/>
                    <a:pt x="147" y="240"/>
                    <a:pt x="194" y="340"/>
                  </a:cubicBezTo>
                  <a:cubicBezTo>
                    <a:pt x="264" y="439"/>
                    <a:pt x="293" y="510"/>
                    <a:pt x="317" y="586"/>
                  </a:cubicBezTo>
                  <a:lnTo>
                    <a:pt x="387" y="562"/>
                  </a:lnTo>
                  <a:cubicBezTo>
                    <a:pt x="363" y="463"/>
                    <a:pt x="293" y="316"/>
                    <a:pt x="217" y="217"/>
                  </a:cubicBezTo>
                  <a:cubicBezTo>
                    <a:pt x="147" y="94"/>
                    <a:pt x="71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9"/>
            <p:cNvSpPr/>
            <p:nvPr/>
          </p:nvSpPr>
          <p:spPr>
            <a:xfrm>
              <a:off x="7535415" y="3508522"/>
              <a:ext cx="292634" cy="1152915"/>
            </a:xfrm>
            <a:custGeom>
              <a:avLst/>
              <a:gdLst/>
              <a:ahLst/>
              <a:cxnLst/>
              <a:rect l="l" t="t" r="r" b="b"/>
              <a:pathLst>
                <a:path w="3338" h="13151" extrusionOk="0">
                  <a:moveTo>
                    <a:pt x="264" y="0"/>
                  </a:moveTo>
                  <a:lnTo>
                    <a:pt x="264" y="0"/>
                  </a:lnTo>
                  <a:cubicBezTo>
                    <a:pt x="0" y="1511"/>
                    <a:pt x="586" y="13151"/>
                    <a:pt x="586" y="13151"/>
                  </a:cubicBezTo>
                  <a:lnTo>
                    <a:pt x="3144" y="13151"/>
                  </a:lnTo>
                  <a:lnTo>
                    <a:pt x="3144" y="3051"/>
                  </a:lnTo>
                  <a:cubicBezTo>
                    <a:pt x="3144" y="3051"/>
                    <a:pt x="3338" y="2196"/>
                    <a:pt x="3144" y="1364"/>
                  </a:cubicBezTo>
                  <a:cubicBezTo>
                    <a:pt x="3021" y="826"/>
                    <a:pt x="2606" y="123"/>
                    <a:pt x="2606" y="123"/>
                  </a:cubicBez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9"/>
            <p:cNvSpPr/>
            <p:nvPr/>
          </p:nvSpPr>
          <p:spPr>
            <a:xfrm>
              <a:off x="7584157" y="3508522"/>
              <a:ext cx="38574" cy="1152915"/>
            </a:xfrm>
            <a:custGeom>
              <a:avLst/>
              <a:gdLst/>
              <a:ahLst/>
              <a:cxnLst/>
              <a:rect l="l" t="t" r="r" b="b"/>
              <a:pathLst>
                <a:path w="440" h="13151" extrusionOk="0">
                  <a:moveTo>
                    <a:pt x="53" y="0"/>
                  </a:moveTo>
                  <a:cubicBezTo>
                    <a:pt x="0" y="269"/>
                    <a:pt x="0" y="878"/>
                    <a:pt x="0" y="1704"/>
                  </a:cubicBezTo>
                  <a:cubicBezTo>
                    <a:pt x="0" y="5363"/>
                    <a:pt x="369" y="13151"/>
                    <a:pt x="369" y="13151"/>
                  </a:cubicBezTo>
                  <a:lnTo>
                    <a:pt x="440" y="13151"/>
                  </a:lnTo>
                  <a:lnTo>
                    <a:pt x="440" y="12805"/>
                  </a:lnTo>
                  <a:cubicBezTo>
                    <a:pt x="369" y="11271"/>
                    <a:pt x="77" y="4901"/>
                    <a:pt x="77" y="1704"/>
                  </a:cubicBezTo>
                  <a:cubicBezTo>
                    <a:pt x="77" y="878"/>
                    <a:pt x="77" y="269"/>
                    <a:pt x="123" y="0"/>
                  </a:cubicBez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9"/>
            <p:cNvSpPr/>
            <p:nvPr/>
          </p:nvSpPr>
          <p:spPr>
            <a:xfrm>
              <a:off x="7363941" y="4414991"/>
              <a:ext cx="310168" cy="421067"/>
            </a:xfrm>
            <a:custGeom>
              <a:avLst/>
              <a:gdLst/>
              <a:ahLst/>
              <a:cxnLst/>
              <a:rect l="l" t="t" r="r" b="b"/>
              <a:pathLst>
                <a:path w="3538" h="4803" extrusionOk="0">
                  <a:moveTo>
                    <a:pt x="2126" y="0"/>
                  </a:moveTo>
                  <a:lnTo>
                    <a:pt x="1" y="586"/>
                  </a:lnTo>
                  <a:lnTo>
                    <a:pt x="1341" y="3297"/>
                  </a:lnTo>
                  <a:lnTo>
                    <a:pt x="170" y="4538"/>
                  </a:lnTo>
                  <a:cubicBezTo>
                    <a:pt x="123" y="4567"/>
                    <a:pt x="123" y="4637"/>
                    <a:pt x="147" y="4714"/>
                  </a:cubicBezTo>
                  <a:cubicBezTo>
                    <a:pt x="164" y="4764"/>
                    <a:pt x="220" y="4803"/>
                    <a:pt x="279" y="4803"/>
                  </a:cubicBezTo>
                  <a:cubicBezTo>
                    <a:pt x="302" y="4803"/>
                    <a:pt x="325" y="4797"/>
                    <a:pt x="346" y="4784"/>
                  </a:cubicBezTo>
                  <a:lnTo>
                    <a:pt x="3537" y="3513"/>
                  </a:lnTo>
                  <a:lnTo>
                    <a:pt x="3297" y="2635"/>
                  </a:lnTo>
                  <a:lnTo>
                    <a:pt x="21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9"/>
            <p:cNvSpPr/>
            <p:nvPr/>
          </p:nvSpPr>
          <p:spPr>
            <a:xfrm>
              <a:off x="7365957" y="4643888"/>
              <a:ext cx="336380" cy="229163"/>
            </a:xfrm>
            <a:custGeom>
              <a:avLst/>
              <a:gdLst/>
              <a:ahLst/>
              <a:cxnLst/>
              <a:rect l="l" t="t" r="r" b="b"/>
              <a:pathLst>
                <a:path w="3837" h="2614" extrusionOk="0">
                  <a:moveTo>
                    <a:pt x="3274" y="1"/>
                  </a:moveTo>
                  <a:cubicBezTo>
                    <a:pt x="3274" y="1"/>
                    <a:pt x="2296" y="686"/>
                    <a:pt x="1318" y="686"/>
                  </a:cubicBezTo>
                  <a:lnTo>
                    <a:pt x="77" y="1956"/>
                  </a:lnTo>
                  <a:cubicBezTo>
                    <a:pt x="30" y="2003"/>
                    <a:pt x="1" y="2149"/>
                    <a:pt x="30" y="2272"/>
                  </a:cubicBezTo>
                  <a:cubicBezTo>
                    <a:pt x="30" y="2272"/>
                    <a:pt x="118" y="2613"/>
                    <a:pt x="193" y="2613"/>
                  </a:cubicBezTo>
                  <a:cubicBezTo>
                    <a:pt x="195" y="2613"/>
                    <a:pt x="198" y="2613"/>
                    <a:pt x="200" y="2612"/>
                  </a:cubicBezTo>
                  <a:lnTo>
                    <a:pt x="3760" y="1195"/>
                  </a:lnTo>
                  <a:cubicBezTo>
                    <a:pt x="3807" y="1195"/>
                    <a:pt x="3836" y="1148"/>
                    <a:pt x="3807" y="1101"/>
                  </a:cubicBezTo>
                  <a:lnTo>
                    <a:pt x="32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9"/>
            <p:cNvSpPr/>
            <p:nvPr/>
          </p:nvSpPr>
          <p:spPr>
            <a:xfrm>
              <a:off x="7453798" y="4718842"/>
              <a:ext cx="34453" cy="27791"/>
            </a:xfrm>
            <a:custGeom>
              <a:avLst/>
              <a:gdLst/>
              <a:ahLst/>
              <a:cxnLst/>
              <a:rect l="l" t="t" r="r" b="b"/>
              <a:pathLst>
                <a:path w="393" h="317" extrusionOk="0">
                  <a:moveTo>
                    <a:pt x="53" y="0"/>
                  </a:moveTo>
                  <a:lnTo>
                    <a:pt x="0" y="77"/>
                  </a:lnTo>
                  <a:cubicBezTo>
                    <a:pt x="123" y="147"/>
                    <a:pt x="246" y="223"/>
                    <a:pt x="346" y="317"/>
                  </a:cubicBezTo>
                  <a:lnTo>
                    <a:pt x="392" y="270"/>
                  </a:lnTo>
                  <a:cubicBezTo>
                    <a:pt x="293" y="170"/>
                    <a:pt x="170" y="77"/>
                    <a:pt x="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9"/>
            <p:cNvSpPr/>
            <p:nvPr/>
          </p:nvSpPr>
          <p:spPr>
            <a:xfrm>
              <a:off x="7440911" y="4735762"/>
              <a:ext cx="30421" cy="25774"/>
            </a:xfrm>
            <a:custGeom>
              <a:avLst/>
              <a:gdLst/>
              <a:ahLst/>
              <a:cxnLst/>
              <a:rect l="l" t="t" r="r" b="b"/>
              <a:pathLst>
                <a:path w="347" h="294" extrusionOk="0">
                  <a:moveTo>
                    <a:pt x="54" y="1"/>
                  </a:moveTo>
                  <a:lnTo>
                    <a:pt x="1" y="53"/>
                  </a:lnTo>
                  <a:cubicBezTo>
                    <a:pt x="147" y="147"/>
                    <a:pt x="200" y="200"/>
                    <a:pt x="294" y="293"/>
                  </a:cubicBezTo>
                  <a:lnTo>
                    <a:pt x="346" y="247"/>
                  </a:lnTo>
                  <a:cubicBezTo>
                    <a:pt x="247" y="147"/>
                    <a:pt x="171" y="77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9"/>
            <p:cNvSpPr/>
            <p:nvPr/>
          </p:nvSpPr>
          <p:spPr>
            <a:xfrm>
              <a:off x="7430128" y="4748649"/>
              <a:ext cx="28317" cy="23670"/>
            </a:xfrm>
            <a:custGeom>
              <a:avLst/>
              <a:gdLst/>
              <a:ahLst/>
              <a:cxnLst/>
              <a:rect l="l" t="t" r="r" b="b"/>
              <a:pathLst>
                <a:path w="323" h="270" extrusionOk="0">
                  <a:moveTo>
                    <a:pt x="30" y="0"/>
                  </a:moveTo>
                  <a:lnTo>
                    <a:pt x="1" y="53"/>
                  </a:lnTo>
                  <a:cubicBezTo>
                    <a:pt x="77" y="123"/>
                    <a:pt x="200" y="199"/>
                    <a:pt x="270" y="269"/>
                  </a:cubicBezTo>
                  <a:lnTo>
                    <a:pt x="323" y="223"/>
                  </a:lnTo>
                  <a:cubicBezTo>
                    <a:pt x="247" y="146"/>
                    <a:pt x="124" y="53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9"/>
            <p:cNvSpPr/>
            <p:nvPr/>
          </p:nvSpPr>
          <p:spPr>
            <a:xfrm>
              <a:off x="7368587" y="4722963"/>
              <a:ext cx="324983" cy="132992"/>
            </a:xfrm>
            <a:custGeom>
              <a:avLst/>
              <a:gdLst/>
              <a:ahLst/>
              <a:cxnLst/>
              <a:rect l="l" t="t" r="r" b="b"/>
              <a:pathLst>
                <a:path w="3707" h="1517" extrusionOk="0">
                  <a:moveTo>
                    <a:pt x="3683" y="0"/>
                  </a:moveTo>
                  <a:lnTo>
                    <a:pt x="0" y="1441"/>
                  </a:lnTo>
                  <a:lnTo>
                    <a:pt x="24" y="1517"/>
                  </a:lnTo>
                  <a:lnTo>
                    <a:pt x="3707" y="76"/>
                  </a:lnTo>
                  <a:lnTo>
                    <a:pt x="3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9"/>
            <p:cNvSpPr/>
            <p:nvPr/>
          </p:nvSpPr>
          <p:spPr>
            <a:xfrm>
              <a:off x="7603618" y="4676236"/>
              <a:ext cx="66364" cy="83196"/>
            </a:xfrm>
            <a:custGeom>
              <a:avLst/>
              <a:gdLst/>
              <a:ahLst/>
              <a:cxnLst/>
              <a:rect l="l" t="t" r="r" b="b"/>
              <a:pathLst>
                <a:path w="757" h="949" extrusionOk="0">
                  <a:moveTo>
                    <a:pt x="733" y="0"/>
                  </a:moveTo>
                  <a:cubicBezTo>
                    <a:pt x="733" y="0"/>
                    <a:pt x="563" y="71"/>
                    <a:pt x="364" y="217"/>
                  </a:cubicBezTo>
                  <a:cubicBezTo>
                    <a:pt x="270" y="293"/>
                    <a:pt x="194" y="363"/>
                    <a:pt x="124" y="463"/>
                  </a:cubicBezTo>
                  <a:cubicBezTo>
                    <a:pt x="48" y="586"/>
                    <a:pt x="1" y="680"/>
                    <a:pt x="1" y="826"/>
                  </a:cubicBezTo>
                  <a:lnTo>
                    <a:pt x="1" y="949"/>
                  </a:lnTo>
                  <a:lnTo>
                    <a:pt x="71" y="926"/>
                  </a:lnTo>
                  <a:lnTo>
                    <a:pt x="71" y="826"/>
                  </a:lnTo>
                  <a:cubicBezTo>
                    <a:pt x="71" y="709"/>
                    <a:pt x="124" y="609"/>
                    <a:pt x="171" y="510"/>
                  </a:cubicBezTo>
                  <a:cubicBezTo>
                    <a:pt x="270" y="363"/>
                    <a:pt x="417" y="270"/>
                    <a:pt x="540" y="194"/>
                  </a:cubicBezTo>
                  <a:cubicBezTo>
                    <a:pt x="610" y="147"/>
                    <a:pt x="657" y="123"/>
                    <a:pt x="709" y="94"/>
                  </a:cubicBezTo>
                  <a:cubicBezTo>
                    <a:pt x="733" y="94"/>
                    <a:pt x="733" y="71"/>
                    <a:pt x="756" y="71"/>
                  </a:cubicBezTo>
                  <a:lnTo>
                    <a:pt x="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9"/>
            <p:cNvSpPr/>
            <p:nvPr/>
          </p:nvSpPr>
          <p:spPr>
            <a:xfrm>
              <a:off x="7394186" y="4789677"/>
              <a:ext cx="46814" cy="38574"/>
            </a:xfrm>
            <a:custGeom>
              <a:avLst/>
              <a:gdLst/>
              <a:ahLst/>
              <a:cxnLst/>
              <a:rect l="l" t="t" r="r" b="b"/>
              <a:pathLst>
                <a:path w="534" h="440" extrusionOk="0">
                  <a:moveTo>
                    <a:pt x="24" y="0"/>
                  </a:moveTo>
                  <a:lnTo>
                    <a:pt x="1" y="47"/>
                  </a:lnTo>
                  <a:cubicBezTo>
                    <a:pt x="1" y="47"/>
                    <a:pt x="24" y="71"/>
                    <a:pt x="48" y="94"/>
                  </a:cubicBezTo>
                  <a:cubicBezTo>
                    <a:pt x="95" y="147"/>
                    <a:pt x="194" y="194"/>
                    <a:pt x="264" y="264"/>
                  </a:cubicBezTo>
                  <a:cubicBezTo>
                    <a:pt x="364" y="317"/>
                    <a:pt x="440" y="387"/>
                    <a:pt x="487" y="440"/>
                  </a:cubicBezTo>
                  <a:lnTo>
                    <a:pt x="534" y="387"/>
                  </a:lnTo>
                  <a:cubicBezTo>
                    <a:pt x="464" y="317"/>
                    <a:pt x="341" y="217"/>
                    <a:pt x="241" y="147"/>
                  </a:cubicBezTo>
                  <a:cubicBezTo>
                    <a:pt x="118" y="71"/>
                    <a:pt x="24" y="0"/>
                    <a:pt x="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9"/>
            <p:cNvSpPr/>
            <p:nvPr/>
          </p:nvSpPr>
          <p:spPr>
            <a:xfrm>
              <a:off x="7220696" y="3544903"/>
              <a:ext cx="541171" cy="1129420"/>
            </a:xfrm>
            <a:custGeom>
              <a:avLst/>
              <a:gdLst/>
              <a:ahLst/>
              <a:cxnLst/>
              <a:rect l="l" t="t" r="r" b="b"/>
              <a:pathLst>
                <a:path w="6173" h="12883" extrusionOk="0">
                  <a:moveTo>
                    <a:pt x="5833" y="1"/>
                  </a:moveTo>
                  <a:lnTo>
                    <a:pt x="1781" y="1365"/>
                  </a:lnTo>
                  <a:cubicBezTo>
                    <a:pt x="463" y="4585"/>
                    <a:pt x="440" y="4925"/>
                    <a:pt x="223" y="6512"/>
                  </a:cubicBezTo>
                  <a:cubicBezTo>
                    <a:pt x="1" y="8122"/>
                    <a:pt x="2443" y="12882"/>
                    <a:pt x="2443" y="12882"/>
                  </a:cubicBezTo>
                  <a:lnTo>
                    <a:pt x="4761" y="11857"/>
                  </a:lnTo>
                  <a:cubicBezTo>
                    <a:pt x="4761" y="11857"/>
                    <a:pt x="3221" y="7490"/>
                    <a:pt x="3321" y="6758"/>
                  </a:cubicBezTo>
                  <a:cubicBezTo>
                    <a:pt x="3514" y="5364"/>
                    <a:pt x="5101" y="3022"/>
                    <a:pt x="5101" y="3022"/>
                  </a:cubicBezTo>
                  <a:cubicBezTo>
                    <a:pt x="5101" y="3022"/>
                    <a:pt x="5856" y="2413"/>
                    <a:pt x="6026" y="1634"/>
                  </a:cubicBezTo>
                  <a:cubicBezTo>
                    <a:pt x="6172" y="826"/>
                    <a:pt x="5833" y="1"/>
                    <a:pt x="5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9"/>
            <p:cNvSpPr/>
            <p:nvPr/>
          </p:nvSpPr>
          <p:spPr>
            <a:xfrm>
              <a:off x="7586699" y="3664568"/>
              <a:ext cx="94067" cy="36470"/>
            </a:xfrm>
            <a:custGeom>
              <a:avLst/>
              <a:gdLst/>
              <a:ahLst/>
              <a:cxnLst/>
              <a:rect l="l" t="t" r="r" b="b"/>
              <a:pathLst>
                <a:path w="1073" h="416" extrusionOk="0">
                  <a:moveTo>
                    <a:pt x="1049" y="0"/>
                  </a:moveTo>
                  <a:cubicBezTo>
                    <a:pt x="1049" y="0"/>
                    <a:pt x="24" y="316"/>
                    <a:pt x="1" y="340"/>
                  </a:cubicBezTo>
                  <a:lnTo>
                    <a:pt x="24" y="416"/>
                  </a:lnTo>
                  <a:cubicBezTo>
                    <a:pt x="24" y="392"/>
                    <a:pt x="293" y="316"/>
                    <a:pt x="557" y="246"/>
                  </a:cubicBezTo>
                  <a:cubicBezTo>
                    <a:pt x="680" y="193"/>
                    <a:pt x="803" y="146"/>
                    <a:pt x="902" y="123"/>
                  </a:cubicBezTo>
                  <a:cubicBezTo>
                    <a:pt x="996" y="100"/>
                    <a:pt x="1072" y="70"/>
                    <a:pt x="1072" y="70"/>
                  </a:cubicBezTo>
                  <a:lnTo>
                    <a:pt x="1049" y="0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9"/>
            <p:cNvSpPr/>
            <p:nvPr/>
          </p:nvSpPr>
          <p:spPr>
            <a:xfrm>
              <a:off x="7781229" y="3630115"/>
              <a:ext cx="31911" cy="14991"/>
            </a:xfrm>
            <a:custGeom>
              <a:avLst/>
              <a:gdLst/>
              <a:ahLst/>
              <a:cxnLst/>
              <a:rect l="l" t="t" r="r" b="b"/>
              <a:pathLst>
                <a:path w="364" h="171" extrusionOk="0">
                  <a:moveTo>
                    <a:pt x="340" y="1"/>
                  </a:moveTo>
                  <a:lnTo>
                    <a:pt x="1" y="100"/>
                  </a:lnTo>
                  <a:lnTo>
                    <a:pt x="24" y="171"/>
                  </a:lnTo>
                  <a:lnTo>
                    <a:pt x="364" y="77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9"/>
            <p:cNvSpPr/>
            <p:nvPr/>
          </p:nvSpPr>
          <p:spPr>
            <a:xfrm>
              <a:off x="7278730" y="3653785"/>
              <a:ext cx="194622" cy="1000988"/>
            </a:xfrm>
            <a:custGeom>
              <a:avLst/>
              <a:gdLst/>
              <a:ahLst/>
              <a:cxnLst/>
              <a:rect l="l" t="t" r="r" b="b"/>
              <a:pathLst>
                <a:path w="2220" h="11418" extrusionOk="0">
                  <a:moveTo>
                    <a:pt x="1874" y="0"/>
                  </a:moveTo>
                  <a:cubicBezTo>
                    <a:pt x="1874" y="0"/>
                    <a:pt x="1464" y="878"/>
                    <a:pt x="1025" y="1979"/>
                  </a:cubicBezTo>
                  <a:cubicBezTo>
                    <a:pt x="586" y="3051"/>
                    <a:pt x="118" y="4345"/>
                    <a:pt x="24" y="5147"/>
                  </a:cubicBezTo>
                  <a:cubicBezTo>
                    <a:pt x="1" y="5223"/>
                    <a:pt x="1" y="5317"/>
                    <a:pt x="1" y="5393"/>
                  </a:cubicBezTo>
                  <a:cubicBezTo>
                    <a:pt x="1" y="5855"/>
                    <a:pt x="147" y="6441"/>
                    <a:pt x="340" y="7102"/>
                  </a:cubicBezTo>
                  <a:cubicBezTo>
                    <a:pt x="949" y="9052"/>
                    <a:pt x="2167" y="11418"/>
                    <a:pt x="2167" y="11418"/>
                  </a:cubicBezTo>
                  <a:lnTo>
                    <a:pt x="2220" y="11394"/>
                  </a:lnTo>
                  <a:cubicBezTo>
                    <a:pt x="2220" y="11394"/>
                    <a:pt x="2196" y="11318"/>
                    <a:pt x="2144" y="11201"/>
                  </a:cubicBezTo>
                  <a:cubicBezTo>
                    <a:pt x="1927" y="10785"/>
                    <a:pt x="1412" y="9737"/>
                    <a:pt x="949" y="8566"/>
                  </a:cubicBezTo>
                  <a:cubicBezTo>
                    <a:pt x="487" y="7419"/>
                    <a:pt x="71" y="6171"/>
                    <a:pt x="71" y="5393"/>
                  </a:cubicBezTo>
                  <a:cubicBezTo>
                    <a:pt x="71" y="5317"/>
                    <a:pt x="71" y="5246"/>
                    <a:pt x="94" y="5170"/>
                  </a:cubicBezTo>
                  <a:cubicBezTo>
                    <a:pt x="194" y="4368"/>
                    <a:pt x="656" y="3074"/>
                    <a:pt x="1095" y="2003"/>
                  </a:cubicBezTo>
                  <a:cubicBezTo>
                    <a:pt x="1318" y="1464"/>
                    <a:pt x="1511" y="954"/>
                    <a:pt x="1681" y="609"/>
                  </a:cubicBezTo>
                  <a:cubicBezTo>
                    <a:pt x="1757" y="416"/>
                    <a:pt x="1827" y="293"/>
                    <a:pt x="1874" y="170"/>
                  </a:cubicBezTo>
                  <a:cubicBezTo>
                    <a:pt x="1904" y="76"/>
                    <a:pt x="1927" y="24"/>
                    <a:pt x="1927" y="24"/>
                  </a:cubicBezTo>
                  <a:lnTo>
                    <a:pt x="1874" y="0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9"/>
            <p:cNvSpPr/>
            <p:nvPr/>
          </p:nvSpPr>
          <p:spPr>
            <a:xfrm>
              <a:off x="7556454" y="3686046"/>
              <a:ext cx="194622" cy="316304"/>
            </a:xfrm>
            <a:custGeom>
              <a:avLst/>
              <a:gdLst/>
              <a:ahLst/>
              <a:cxnLst/>
              <a:rect l="l" t="t" r="r" b="b"/>
              <a:pathLst>
                <a:path w="2220" h="3608" extrusionOk="0">
                  <a:moveTo>
                    <a:pt x="2149" y="1"/>
                  </a:moveTo>
                  <a:cubicBezTo>
                    <a:pt x="2073" y="387"/>
                    <a:pt x="1856" y="733"/>
                    <a:pt x="1634" y="973"/>
                  </a:cubicBezTo>
                  <a:cubicBezTo>
                    <a:pt x="1540" y="1096"/>
                    <a:pt x="1441" y="1195"/>
                    <a:pt x="1370" y="1266"/>
                  </a:cubicBezTo>
                  <a:cubicBezTo>
                    <a:pt x="1318" y="1318"/>
                    <a:pt x="1294" y="1342"/>
                    <a:pt x="1271" y="1342"/>
                  </a:cubicBezTo>
                  <a:cubicBezTo>
                    <a:pt x="1271" y="1365"/>
                    <a:pt x="1271" y="1365"/>
                    <a:pt x="1247" y="1365"/>
                  </a:cubicBezTo>
                  <a:lnTo>
                    <a:pt x="1247" y="1389"/>
                  </a:lnTo>
                  <a:cubicBezTo>
                    <a:pt x="1247" y="1389"/>
                    <a:pt x="515" y="2460"/>
                    <a:pt x="0" y="3561"/>
                  </a:cubicBezTo>
                  <a:lnTo>
                    <a:pt x="76" y="3608"/>
                  </a:lnTo>
                  <a:cubicBezTo>
                    <a:pt x="316" y="3046"/>
                    <a:pt x="638" y="2513"/>
                    <a:pt x="878" y="2097"/>
                  </a:cubicBezTo>
                  <a:cubicBezTo>
                    <a:pt x="1001" y="1904"/>
                    <a:pt x="1101" y="1728"/>
                    <a:pt x="1171" y="1611"/>
                  </a:cubicBezTo>
                  <a:cubicBezTo>
                    <a:pt x="1224" y="1558"/>
                    <a:pt x="1247" y="1512"/>
                    <a:pt x="1271" y="1465"/>
                  </a:cubicBezTo>
                  <a:cubicBezTo>
                    <a:pt x="1281" y="1452"/>
                    <a:pt x="1287" y="1440"/>
                    <a:pt x="1290" y="1431"/>
                  </a:cubicBezTo>
                  <a:lnTo>
                    <a:pt x="1290" y="1431"/>
                  </a:lnTo>
                  <a:lnTo>
                    <a:pt x="1294" y="1435"/>
                  </a:lnTo>
                  <a:cubicBezTo>
                    <a:pt x="1294" y="1435"/>
                    <a:pt x="1487" y="1289"/>
                    <a:pt x="1687" y="1026"/>
                  </a:cubicBezTo>
                  <a:cubicBezTo>
                    <a:pt x="1903" y="780"/>
                    <a:pt x="2149" y="411"/>
                    <a:pt x="2219" y="24"/>
                  </a:cubicBezTo>
                  <a:lnTo>
                    <a:pt x="2149" y="1"/>
                  </a:lnTo>
                  <a:close/>
                </a:path>
              </a:pathLst>
            </a:custGeom>
            <a:solidFill>
              <a:srgbClr val="1216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9"/>
            <p:cNvSpPr/>
            <p:nvPr/>
          </p:nvSpPr>
          <p:spPr>
            <a:xfrm>
              <a:off x="7261285" y="2962887"/>
              <a:ext cx="154119" cy="150963"/>
            </a:xfrm>
            <a:custGeom>
              <a:avLst/>
              <a:gdLst/>
              <a:ahLst/>
              <a:cxnLst/>
              <a:rect l="l" t="t" r="r" b="b"/>
              <a:pathLst>
                <a:path w="1758" h="1722" extrusionOk="0">
                  <a:moveTo>
                    <a:pt x="1101" y="0"/>
                  </a:moveTo>
                  <a:lnTo>
                    <a:pt x="0" y="1001"/>
                  </a:lnTo>
                  <a:lnTo>
                    <a:pt x="293" y="1610"/>
                  </a:lnTo>
                  <a:cubicBezTo>
                    <a:pt x="499" y="1690"/>
                    <a:pt x="680" y="1722"/>
                    <a:pt x="838" y="1722"/>
                  </a:cubicBezTo>
                  <a:cubicBezTo>
                    <a:pt x="1504" y="1722"/>
                    <a:pt x="1757" y="1148"/>
                    <a:pt x="1757" y="1148"/>
                  </a:cubicBezTo>
                  <a:lnTo>
                    <a:pt x="110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9"/>
            <p:cNvSpPr/>
            <p:nvPr/>
          </p:nvSpPr>
          <p:spPr>
            <a:xfrm>
              <a:off x="7173531" y="2878289"/>
              <a:ext cx="179718" cy="180858"/>
            </a:xfrm>
            <a:custGeom>
              <a:avLst/>
              <a:gdLst/>
              <a:ahLst/>
              <a:cxnLst/>
              <a:rect l="l" t="t" r="r" b="b"/>
              <a:pathLst>
                <a:path w="2050" h="2063" extrusionOk="0">
                  <a:moveTo>
                    <a:pt x="1056" y="0"/>
                  </a:moveTo>
                  <a:cubicBezTo>
                    <a:pt x="645" y="0"/>
                    <a:pt x="322" y="186"/>
                    <a:pt x="322" y="186"/>
                  </a:cubicBezTo>
                  <a:cubicBezTo>
                    <a:pt x="322" y="186"/>
                    <a:pt x="0" y="1720"/>
                    <a:pt x="562" y="1990"/>
                  </a:cubicBezTo>
                  <a:cubicBezTo>
                    <a:pt x="659" y="2038"/>
                    <a:pt x="815" y="2063"/>
                    <a:pt x="987" y="2063"/>
                  </a:cubicBezTo>
                  <a:cubicBezTo>
                    <a:pt x="1337" y="2063"/>
                    <a:pt x="1758" y="1961"/>
                    <a:pt x="1903" y="1750"/>
                  </a:cubicBezTo>
                  <a:cubicBezTo>
                    <a:pt x="2050" y="1504"/>
                    <a:pt x="1979" y="380"/>
                    <a:pt x="1810" y="257"/>
                  </a:cubicBezTo>
                  <a:cubicBezTo>
                    <a:pt x="1559" y="62"/>
                    <a:pt x="1293" y="0"/>
                    <a:pt x="10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9"/>
            <p:cNvSpPr/>
            <p:nvPr/>
          </p:nvSpPr>
          <p:spPr>
            <a:xfrm>
              <a:off x="7158628" y="2828495"/>
              <a:ext cx="243891" cy="201197"/>
            </a:xfrm>
            <a:custGeom>
              <a:avLst/>
              <a:gdLst/>
              <a:ahLst/>
              <a:cxnLst/>
              <a:rect l="l" t="t" r="r" b="b"/>
              <a:pathLst>
                <a:path w="2782" h="2295" extrusionOk="0">
                  <a:moveTo>
                    <a:pt x="1440" y="0"/>
                  </a:moveTo>
                  <a:cubicBezTo>
                    <a:pt x="1162" y="0"/>
                    <a:pt x="801" y="143"/>
                    <a:pt x="346" y="415"/>
                  </a:cubicBezTo>
                  <a:cubicBezTo>
                    <a:pt x="246" y="462"/>
                    <a:pt x="0" y="485"/>
                    <a:pt x="0" y="608"/>
                  </a:cubicBezTo>
                  <a:cubicBezTo>
                    <a:pt x="0" y="778"/>
                    <a:pt x="123" y="1071"/>
                    <a:pt x="317" y="1117"/>
                  </a:cubicBezTo>
                  <a:cubicBezTo>
                    <a:pt x="378" y="1132"/>
                    <a:pt x="428" y="1139"/>
                    <a:pt x="478" y="1139"/>
                  </a:cubicBezTo>
                  <a:cubicBezTo>
                    <a:pt x="527" y="1139"/>
                    <a:pt x="577" y="1132"/>
                    <a:pt x="639" y="1117"/>
                  </a:cubicBezTo>
                  <a:cubicBezTo>
                    <a:pt x="671" y="1108"/>
                    <a:pt x="706" y="1104"/>
                    <a:pt x="742" y="1104"/>
                  </a:cubicBezTo>
                  <a:cubicBezTo>
                    <a:pt x="892" y="1104"/>
                    <a:pt x="1049" y="1184"/>
                    <a:pt x="1049" y="1340"/>
                  </a:cubicBezTo>
                  <a:cubicBezTo>
                    <a:pt x="1049" y="1387"/>
                    <a:pt x="1025" y="1486"/>
                    <a:pt x="1078" y="1510"/>
                  </a:cubicBezTo>
                  <a:cubicBezTo>
                    <a:pt x="1086" y="1518"/>
                    <a:pt x="1099" y="1520"/>
                    <a:pt x="1113" y="1520"/>
                  </a:cubicBezTo>
                  <a:cubicBezTo>
                    <a:pt x="1143" y="1520"/>
                    <a:pt x="1179" y="1510"/>
                    <a:pt x="1195" y="1510"/>
                  </a:cubicBezTo>
                  <a:cubicBezTo>
                    <a:pt x="1271" y="1510"/>
                    <a:pt x="1318" y="1609"/>
                    <a:pt x="1294" y="1679"/>
                  </a:cubicBezTo>
                  <a:cubicBezTo>
                    <a:pt x="1294" y="1779"/>
                    <a:pt x="1341" y="1826"/>
                    <a:pt x="1318" y="1902"/>
                  </a:cubicBezTo>
                  <a:cubicBezTo>
                    <a:pt x="1294" y="2095"/>
                    <a:pt x="1540" y="2288"/>
                    <a:pt x="1734" y="2288"/>
                  </a:cubicBezTo>
                  <a:cubicBezTo>
                    <a:pt x="1752" y="2292"/>
                    <a:pt x="1777" y="2294"/>
                    <a:pt x="1805" y="2294"/>
                  </a:cubicBezTo>
                  <a:cubicBezTo>
                    <a:pt x="2000" y="2294"/>
                    <a:pt x="2395" y="2201"/>
                    <a:pt x="2588" y="1925"/>
                  </a:cubicBezTo>
                  <a:cubicBezTo>
                    <a:pt x="2782" y="1656"/>
                    <a:pt x="2758" y="1217"/>
                    <a:pt x="2419" y="561"/>
                  </a:cubicBezTo>
                  <a:cubicBezTo>
                    <a:pt x="2325" y="357"/>
                    <a:pt x="2148" y="264"/>
                    <a:pt x="2037" y="264"/>
                  </a:cubicBezTo>
                  <a:cubicBezTo>
                    <a:pt x="2002" y="264"/>
                    <a:pt x="1973" y="273"/>
                    <a:pt x="1956" y="292"/>
                  </a:cubicBezTo>
                  <a:cubicBezTo>
                    <a:pt x="1835" y="95"/>
                    <a:pt x="1665" y="0"/>
                    <a:pt x="1440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9"/>
            <p:cNvSpPr/>
            <p:nvPr/>
          </p:nvSpPr>
          <p:spPr>
            <a:xfrm>
              <a:off x="7248485" y="2946230"/>
              <a:ext cx="38574" cy="63296"/>
            </a:xfrm>
            <a:custGeom>
              <a:avLst/>
              <a:gdLst/>
              <a:ahLst/>
              <a:cxnLst/>
              <a:rect l="l" t="t" r="r" b="b"/>
              <a:pathLst>
                <a:path w="440" h="722" extrusionOk="0">
                  <a:moveTo>
                    <a:pt x="199" y="1"/>
                  </a:moveTo>
                  <a:cubicBezTo>
                    <a:pt x="113" y="1"/>
                    <a:pt x="39" y="61"/>
                    <a:pt x="0" y="243"/>
                  </a:cubicBezTo>
                  <a:lnTo>
                    <a:pt x="24" y="653"/>
                  </a:lnTo>
                  <a:cubicBezTo>
                    <a:pt x="53" y="700"/>
                    <a:pt x="92" y="722"/>
                    <a:pt x="135" y="722"/>
                  </a:cubicBezTo>
                  <a:cubicBezTo>
                    <a:pt x="205" y="722"/>
                    <a:pt x="284" y="664"/>
                    <a:pt x="346" y="559"/>
                  </a:cubicBezTo>
                  <a:cubicBezTo>
                    <a:pt x="416" y="483"/>
                    <a:pt x="439" y="120"/>
                    <a:pt x="293" y="20"/>
                  </a:cubicBezTo>
                  <a:cubicBezTo>
                    <a:pt x="261" y="8"/>
                    <a:pt x="229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9"/>
            <p:cNvSpPr/>
            <p:nvPr/>
          </p:nvSpPr>
          <p:spPr>
            <a:xfrm>
              <a:off x="7265931" y="3022938"/>
              <a:ext cx="14903" cy="38574"/>
            </a:xfrm>
            <a:custGeom>
              <a:avLst/>
              <a:gdLst/>
              <a:ahLst/>
              <a:cxnLst/>
              <a:rect l="l" t="t" r="r" b="b"/>
              <a:pathLst>
                <a:path w="170" h="440" extrusionOk="0">
                  <a:moveTo>
                    <a:pt x="117" y="0"/>
                  </a:moveTo>
                  <a:lnTo>
                    <a:pt x="117" y="47"/>
                  </a:lnTo>
                  <a:cubicBezTo>
                    <a:pt x="117" y="123"/>
                    <a:pt x="117" y="293"/>
                    <a:pt x="0" y="392"/>
                  </a:cubicBezTo>
                  <a:lnTo>
                    <a:pt x="24" y="439"/>
                  </a:lnTo>
                  <a:cubicBezTo>
                    <a:pt x="170" y="316"/>
                    <a:pt x="170" y="123"/>
                    <a:pt x="170" y="47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rgbClr val="E88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9"/>
            <p:cNvSpPr/>
            <p:nvPr/>
          </p:nvSpPr>
          <p:spPr>
            <a:xfrm>
              <a:off x="7203776" y="2955786"/>
              <a:ext cx="13238" cy="17972"/>
            </a:xfrm>
            <a:custGeom>
              <a:avLst/>
              <a:gdLst/>
              <a:ahLst/>
              <a:cxnLst/>
              <a:rect l="l" t="t" r="r" b="b"/>
              <a:pathLst>
                <a:path w="151" h="205" extrusionOk="0">
                  <a:moveTo>
                    <a:pt x="56" y="0"/>
                  </a:moveTo>
                  <a:cubicBezTo>
                    <a:pt x="45" y="0"/>
                    <a:pt x="33" y="10"/>
                    <a:pt x="24" y="34"/>
                  </a:cubicBezTo>
                  <a:cubicBezTo>
                    <a:pt x="1" y="81"/>
                    <a:pt x="1" y="157"/>
                    <a:pt x="48" y="204"/>
                  </a:cubicBezTo>
                  <a:lnTo>
                    <a:pt x="71" y="204"/>
                  </a:lnTo>
                  <a:cubicBezTo>
                    <a:pt x="151" y="166"/>
                    <a:pt x="102" y="0"/>
                    <a:pt x="56" y="0"/>
                  </a:cubicBezTo>
                  <a:close/>
                </a:path>
              </a:pathLst>
            </a:custGeom>
            <a:solidFill>
              <a:srgbClr val="28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9"/>
            <p:cNvSpPr/>
            <p:nvPr/>
          </p:nvSpPr>
          <p:spPr>
            <a:xfrm>
              <a:off x="7199217" y="2939217"/>
              <a:ext cx="25687" cy="10871"/>
            </a:xfrm>
            <a:custGeom>
              <a:avLst/>
              <a:gdLst/>
              <a:ahLst/>
              <a:cxnLst/>
              <a:rect l="l" t="t" r="r" b="b"/>
              <a:pathLst>
                <a:path w="293" h="124" extrusionOk="0">
                  <a:moveTo>
                    <a:pt x="0" y="1"/>
                  </a:moveTo>
                  <a:lnTo>
                    <a:pt x="0" y="77"/>
                  </a:lnTo>
                  <a:lnTo>
                    <a:pt x="53" y="77"/>
                  </a:lnTo>
                  <a:cubicBezTo>
                    <a:pt x="123" y="77"/>
                    <a:pt x="199" y="100"/>
                    <a:pt x="246" y="124"/>
                  </a:cubicBezTo>
                  <a:lnTo>
                    <a:pt x="293" y="77"/>
                  </a:lnTo>
                  <a:cubicBezTo>
                    <a:pt x="223" y="30"/>
                    <a:pt x="123" y="1"/>
                    <a:pt x="53" y="1"/>
                  </a:cubicBezTo>
                  <a:close/>
                </a:path>
              </a:pathLst>
            </a:custGeom>
            <a:solidFill>
              <a:srgbClr val="28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9"/>
            <p:cNvSpPr/>
            <p:nvPr/>
          </p:nvSpPr>
          <p:spPr>
            <a:xfrm>
              <a:off x="7201760" y="3008035"/>
              <a:ext cx="23144" cy="27791"/>
            </a:xfrm>
            <a:custGeom>
              <a:avLst/>
              <a:gdLst/>
              <a:ahLst/>
              <a:cxnLst/>
              <a:rect l="l" t="t" r="r" b="b"/>
              <a:pathLst>
                <a:path w="264" h="317" extrusionOk="0">
                  <a:moveTo>
                    <a:pt x="24" y="0"/>
                  </a:moveTo>
                  <a:cubicBezTo>
                    <a:pt x="24" y="0"/>
                    <a:pt x="0" y="293"/>
                    <a:pt x="117" y="317"/>
                  </a:cubicBezTo>
                  <a:cubicBezTo>
                    <a:pt x="240" y="317"/>
                    <a:pt x="264" y="0"/>
                    <a:pt x="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9"/>
            <p:cNvSpPr/>
            <p:nvPr/>
          </p:nvSpPr>
          <p:spPr>
            <a:xfrm>
              <a:off x="7402426" y="3036088"/>
              <a:ext cx="421505" cy="513030"/>
            </a:xfrm>
            <a:custGeom>
              <a:avLst/>
              <a:gdLst/>
              <a:ahLst/>
              <a:cxnLst/>
              <a:rect l="l" t="t" r="r" b="b"/>
              <a:pathLst>
                <a:path w="4808" h="5852" extrusionOk="0">
                  <a:moveTo>
                    <a:pt x="465" y="0"/>
                  </a:moveTo>
                  <a:cubicBezTo>
                    <a:pt x="174" y="0"/>
                    <a:pt x="1" y="43"/>
                    <a:pt x="1" y="43"/>
                  </a:cubicBezTo>
                  <a:lnTo>
                    <a:pt x="346" y="2093"/>
                  </a:lnTo>
                  <a:cubicBezTo>
                    <a:pt x="346" y="2093"/>
                    <a:pt x="1441" y="2262"/>
                    <a:pt x="2220" y="3047"/>
                  </a:cubicBezTo>
                  <a:cubicBezTo>
                    <a:pt x="3004" y="3849"/>
                    <a:pt x="2782" y="5805"/>
                    <a:pt x="2782" y="5805"/>
                  </a:cubicBezTo>
                  <a:lnTo>
                    <a:pt x="4269" y="5852"/>
                  </a:lnTo>
                  <a:cubicBezTo>
                    <a:pt x="4269" y="5852"/>
                    <a:pt x="4808" y="2801"/>
                    <a:pt x="3660" y="1583"/>
                  </a:cubicBezTo>
                  <a:cubicBezTo>
                    <a:pt x="3004" y="875"/>
                    <a:pt x="2103" y="360"/>
                    <a:pt x="1418" y="143"/>
                  </a:cubicBezTo>
                  <a:cubicBezTo>
                    <a:pt x="1038" y="31"/>
                    <a:pt x="710" y="0"/>
                    <a:pt x="4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9"/>
            <p:cNvSpPr/>
            <p:nvPr/>
          </p:nvSpPr>
          <p:spPr>
            <a:xfrm>
              <a:off x="6645347" y="3416648"/>
              <a:ext cx="231092" cy="129397"/>
            </a:xfrm>
            <a:custGeom>
              <a:avLst/>
              <a:gdLst/>
              <a:ahLst/>
              <a:cxnLst/>
              <a:rect l="l" t="t" r="r" b="b"/>
              <a:pathLst>
                <a:path w="2636" h="1476" extrusionOk="0">
                  <a:moveTo>
                    <a:pt x="2272" y="0"/>
                  </a:moveTo>
                  <a:cubicBezTo>
                    <a:pt x="1810" y="117"/>
                    <a:pt x="393" y="293"/>
                    <a:pt x="369" y="386"/>
                  </a:cubicBezTo>
                  <a:cubicBezTo>
                    <a:pt x="346" y="486"/>
                    <a:pt x="832" y="439"/>
                    <a:pt x="808" y="509"/>
                  </a:cubicBezTo>
                  <a:cubicBezTo>
                    <a:pt x="756" y="586"/>
                    <a:pt x="0" y="703"/>
                    <a:pt x="0" y="802"/>
                  </a:cubicBezTo>
                  <a:cubicBezTo>
                    <a:pt x="0" y="846"/>
                    <a:pt x="71" y="862"/>
                    <a:pt x="171" y="862"/>
                  </a:cubicBezTo>
                  <a:cubicBezTo>
                    <a:pt x="337" y="862"/>
                    <a:pt x="583" y="819"/>
                    <a:pt x="707" y="794"/>
                  </a:cubicBezTo>
                  <a:lnTo>
                    <a:pt x="707" y="794"/>
                  </a:lnTo>
                  <a:cubicBezTo>
                    <a:pt x="616" y="817"/>
                    <a:pt x="480" y="865"/>
                    <a:pt x="516" y="949"/>
                  </a:cubicBezTo>
                  <a:cubicBezTo>
                    <a:pt x="534" y="1025"/>
                    <a:pt x="610" y="1056"/>
                    <a:pt x="766" y="1056"/>
                  </a:cubicBezTo>
                  <a:cubicBezTo>
                    <a:pt x="814" y="1056"/>
                    <a:pt x="868" y="1054"/>
                    <a:pt x="931" y="1048"/>
                  </a:cubicBezTo>
                  <a:lnTo>
                    <a:pt x="931" y="1048"/>
                  </a:lnTo>
                  <a:cubicBezTo>
                    <a:pt x="785" y="1072"/>
                    <a:pt x="732" y="1142"/>
                    <a:pt x="756" y="1241"/>
                  </a:cubicBezTo>
                  <a:cubicBezTo>
                    <a:pt x="774" y="1288"/>
                    <a:pt x="836" y="1306"/>
                    <a:pt x="909" y="1306"/>
                  </a:cubicBezTo>
                  <a:cubicBezTo>
                    <a:pt x="954" y="1306"/>
                    <a:pt x="1004" y="1299"/>
                    <a:pt x="1048" y="1288"/>
                  </a:cubicBezTo>
                  <a:lnTo>
                    <a:pt x="1048" y="1288"/>
                  </a:lnTo>
                  <a:cubicBezTo>
                    <a:pt x="955" y="1317"/>
                    <a:pt x="879" y="1388"/>
                    <a:pt x="955" y="1435"/>
                  </a:cubicBezTo>
                  <a:cubicBezTo>
                    <a:pt x="979" y="1461"/>
                    <a:pt x="1069" y="1476"/>
                    <a:pt x="1218" y="1476"/>
                  </a:cubicBezTo>
                  <a:cubicBezTo>
                    <a:pt x="1493" y="1476"/>
                    <a:pt x="1972" y="1427"/>
                    <a:pt x="2635" y="1317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9"/>
            <p:cNvSpPr/>
            <p:nvPr/>
          </p:nvSpPr>
          <p:spPr>
            <a:xfrm>
              <a:off x="7209913" y="3039858"/>
              <a:ext cx="582200" cy="669429"/>
            </a:xfrm>
            <a:custGeom>
              <a:avLst/>
              <a:gdLst/>
              <a:ahLst/>
              <a:cxnLst/>
              <a:rect l="l" t="t" r="r" b="b"/>
              <a:pathLst>
                <a:path w="6641" h="7636" extrusionOk="0">
                  <a:moveTo>
                    <a:pt x="2212" y="0"/>
                  </a:moveTo>
                  <a:cubicBezTo>
                    <a:pt x="2202" y="0"/>
                    <a:pt x="2197" y="0"/>
                    <a:pt x="2197" y="0"/>
                  </a:cubicBezTo>
                  <a:cubicBezTo>
                    <a:pt x="2197" y="0"/>
                    <a:pt x="2003" y="223"/>
                    <a:pt x="1564" y="393"/>
                  </a:cubicBezTo>
                  <a:cubicBezTo>
                    <a:pt x="1418" y="457"/>
                    <a:pt x="1274" y="479"/>
                    <a:pt x="1148" y="479"/>
                  </a:cubicBezTo>
                  <a:cubicBezTo>
                    <a:pt x="894" y="479"/>
                    <a:pt x="709" y="393"/>
                    <a:pt x="709" y="393"/>
                  </a:cubicBezTo>
                  <a:cubicBezTo>
                    <a:pt x="709" y="393"/>
                    <a:pt x="1" y="1757"/>
                    <a:pt x="346" y="3150"/>
                  </a:cubicBezTo>
                  <a:cubicBezTo>
                    <a:pt x="686" y="4562"/>
                    <a:pt x="1564" y="7635"/>
                    <a:pt x="1564" y="7635"/>
                  </a:cubicBezTo>
                  <a:lnTo>
                    <a:pt x="6641" y="5932"/>
                  </a:lnTo>
                  <a:cubicBezTo>
                    <a:pt x="6641" y="5932"/>
                    <a:pt x="5663" y="2419"/>
                    <a:pt x="4445" y="1171"/>
                  </a:cubicBezTo>
                  <a:cubicBezTo>
                    <a:pt x="3287" y="41"/>
                    <a:pt x="2341" y="0"/>
                    <a:pt x="2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9"/>
            <p:cNvSpPr/>
            <p:nvPr/>
          </p:nvSpPr>
          <p:spPr>
            <a:xfrm>
              <a:off x="7590819" y="3112709"/>
              <a:ext cx="203389" cy="447192"/>
            </a:xfrm>
            <a:custGeom>
              <a:avLst/>
              <a:gdLst/>
              <a:ahLst/>
              <a:cxnLst/>
              <a:rect l="l" t="t" r="r" b="b"/>
              <a:pathLst>
                <a:path w="2320" h="5101" extrusionOk="0">
                  <a:moveTo>
                    <a:pt x="47" y="1"/>
                  </a:moveTo>
                  <a:lnTo>
                    <a:pt x="1" y="48"/>
                  </a:lnTo>
                  <a:cubicBezTo>
                    <a:pt x="486" y="633"/>
                    <a:pt x="1072" y="1904"/>
                    <a:pt x="1511" y="3028"/>
                  </a:cubicBezTo>
                  <a:cubicBezTo>
                    <a:pt x="1734" y="3584"/>
                    <a:pt x="1903" y="4099"/>
                    <a:pt x="2050" y="4492"/>
                  </a:cubicBezTo>
                  <a:cubicBezTo>
                    <a:pt x="2120" y="4685"/>
                    <a:pt x="2173" y="4831"/>
                    <a:pt x="2196" y="4931"/>
                  </a:cubicBezTo>
                  <a:cubicBezTo>
                    <a:pt x="2243" y="5048"/>
                    <a:pt x="2266" y="5101"/>
                    <a:pt x="2266" y="5101"/>
                  </a:cubicBezTo>
                  <a:lnTo>
                    <a:pt x="2319" y="5077"/>
                  </a:lnTo>
                  <a:cubicBezTo>
                    <a:pt x="2319" y="5077"/>
                    <a:pt x="2026" y="4099"/>
                    <a:pt x="1564" y="2975"/>
                  </a:cubicBezTo>
                  <a:cubicBezTo>
                    <a:pt x="1125" y="1857"/>
                    <a:pt x="563" y="586"/>
                    <a:pt x="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9"/>
            <p:cNvSpPr/>
            <p:nvPr/>
          </p:nvSpPr>
          <p:spPr>
            <a:xfrm>
              <a:off x="6795167" y="3074223"/>
              <a:ext cx="498565" cy="479015"/>
            </a:xfrm>
            <a:custGeom>
              <a:avLst/>
              <a:gdLst/>
              <a:ahLst/>
              <a:cxnLst/>
              <a:rect l="l" t="t" r="r" b="b"/>
              <a:pathLst>
                <a:path w="5687" h="5464" extrusionOk="0">
                  <a:moveTo>
                    <a:pt x="5440" y="1"/>
                  </a:moveTo>
                  <a:cubicBezTo>
                    <a:pt x="4785" y="270"/>
                    <a:pt x="4199" y="926"/>
                    <a:pt x="3854" y="1587"/>
                  </a:cubicBezTo>
                  <a:cubicBezTo>
                    <a:pt x="3268" y="2682"/>
                    <a:pt x="2929" y="3467"/>
                    <a:pt x="2929" y="3467"/>
                  </a:cubicBezTo>
                  <a:lnTo>
                    <a:pt x="1" y="3906"/>
                  </a:lnTo>
                  <a:lnTo>
                    <a:pt x="147" y="5463"/>
                  </a:lnTo>
                  <a:cubicBezTo>
                    <a:pt x="147" y="5463"/>
                    <a:pt x="2121" y="5417"/>
                    <a:pt x="3707" y="5171"/>
                  </a:cubicBezTo>
                  <a:cubicBezTo>
                    <a:pt x="4832" y="5001"/>
                    <a:pt x="5686" y="2682"/>
                    <a:pt x="5686" y="2682"/>
                  </a:cubicBezTo>
                  <a:lnTo>
                    <a:pt x="54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9"/>
            <p:cNvSpPr/>
            <p:nvPr/>
          </p:nvSpPr>
          <p:spPr>
            <a:xfrm>
              <a:off x="7253044" y="3037754"/>
              <a:ext cx="171039" cy="68381"/>
            </a:xfrm>
            <a:custGeom>
              <a:avLst/>
              <a:gdLst/>
              <a:ahLst/>
              <a:cxnLst/>
              <a:rect l="l" t="t" r="r" b="b"/>
              <a:pathLst>
                <a:path w="1951" h="780" extrusionOk="0">
                  <a:moveTo>
                    <a:pt x="1874" y="1"/>
                  </a:moveTo>
                  <a:cubicBezTo>
                    <a:pt x="1874" y="1"/>
                    <a:pt x="1874" y="100"/>
                    <a:pt x="1781" y="223"/>
                  </a:cubicBezTo>
                  <a:cubicBezTo>
                    <a:pt x="1681" y="317"/>
                    <a:pt x="1488" y="487"/>
                    <a:pt x="1119" y="610"/>
                  </a:cubicBezTo>
                  <a:cubicBezTo>
                    <a:pt x="926" y="686"/>
                    <a:pt x="756" y="709"/>
                    <a:pt x="633" y="709"/>
                  </a:cubicBezTo>
                  <a:cubicBezTo>
                    <a:pt x="411" y="709"/>
                    <a:pt x="294" y="663"/>
                    <a:pt x="194" y="610"/>
                  </a:cubicBezTo>
                  <a:cubicBezTo>
                    <a:pt x="147" y="586"/>
                    <a:pt x="118" y="540"/>
                    <a:pt x="94" y="540"/>
                  </a:cubicBezTo>
                  <a:cubicBezTo>
                    <a:pt x="71" y="516"/>
                    <a:pt x="71" y="516"/>
                    <a:pt x="71" y="487"/>
                  </a:cubicBezTo>
                  <a:lnTo>
                    <a:pt x="48" y="487"/>
                  </a:lnTo>
                  <a:lnTo>
                    <a:pt x="1" y="540"/>
                  </a:lnTo>
                  <a:cubicBezTo>
                    <a:pt x="1" y="540"/>
                    <a:pt x="194" y="780"/>
                    <a:pt x="633" y="780"/>
                  </a:cubicBezTo>
                  <a:cubicBezTo>
                    <a:pt x="780" y="780"/>
                    <a:pt x="949" y="756"/>
                    <a:pt x="1143" y="686"/>
                  </a:cubicBezTo>
                  <a:cubicBezTo>
                    <a:pt x="1535" y="540"/>
                    <a:pt x="1728" y="370"/>
                    <a:pt x="1851" y="247"/>
                  </a:cubicBezTo>
                  <a:cubicBezTo>
                    <a:pt x="1951" y="124"/>
                    <a:pt x="1951" y="24"/>
                    <a:pt x="19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9"/>
            <p:cNvSpPr/>
            <p:nvPr/>
          </p:nvSpPr>
          <p:spPr>
            <a:xfrm>
              <a:off x="7259268" y="3320127"/>
              <a:ext cx="32349" cy="60140"/>
            </a:xfrm>
            <a:custGeom>
              <a:avLst/>
              <a:gdLst/>
              <a:ahLst/>
              <a:cxnLst/>
              <a:rect l="l" t="t" r="r" b="b"/>
              <a:pathLst>
                <a:path w="369" h="686" extrusionOk="0">
                  <a:moveTo>
                    <a:pt x="316" y="0"/>
                  </a:moveTo>
                  <a:lnTo>
                    <a:pt x="0" y="662"/>
                  </a:lnTo>
                  <a:lnTo>
                    <a:pt x="47" y="685"/>
                  </a:lnTo>
                  <a:lnTo>
                    <a:pt x="369" y="24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9"/>
            <p:cNvSpPr/>
            <p:nvPr/>
          </p:nvSpPr>
          <p:spPr>
            <a:xfrm>
              <a:off x="6833740" y="3409897"/>
              <a:ext cx="14903" cy="141320"/>
            </a:xfrm>
            <a:custGeom>
              <a:avLst/>
              <a:gdLst/>
              <a:ahLst/>
              <a:cxnLst/>
              <a:rect l="l" t="t" r="r" b="b"/>
              <a:pathLst>
                <a:path w="170" h="1612" extrusionOk="0">
                  <a:moveTo>
                    <a:pt x="47" y="1"/>
                  </a:moveTo>
                  <a:lnTo>
                    <a:pt x="0" y="24"/>
                  </a:lnTo>
                  <a:lnTo>
                    <a:pt x="100" y="1611"/>
                  </a:lnTo>
                  <a:lnTo>
                    <a:pt x="170" y="1611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9"/>
            <p:cNvSpPr/>
            <p:nvPr/>
          </p:nvSpPr>
          <p:spPr>
            <a:xfrm>
              <a:off x="7336239" y="3529562"/>
              <a:ext cx="447192" cy="154032"/>
            </a:xfrm>
            <a:custGeom>
              <a:avLst/>
              <a:gdLst/>
              <a:ahLst/>
              <a:cxnLst/>
              <a:rect l="l" t="t" r="r" b="b"/>
              <a:pathLst>
                <a:path w="5101" h="1757" extrusionOk="0">
                  <a:moveTo>
                    <a:pt x="5077" y="0"/>
                  </a:moveTo>
                  <a:lnTo>
                    <a:pt x="0" y="1686"/>
                  </a:lnTo>
                  <a:lnTo>
                    <a:pt x="24" y="1757"/>
                  </a:lnTo>
                  <a:lnTo>
                    <a:pt x="5100" y="76"/>
                  </a:lnTo>
                  <a:lnTo>
                    <a:pt x="50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9"/>
            <p:cNvSpPr/>
            <p:nvPr/>
          </p:nvSpPr>
          <p:spPr>
            <a:xfrm>
              <a:off x="5728103" y="3349846"/>
              <a:ext cx="11835" cy="21128"/>
            </a:xfrm>
            <a:custGeom>
              <a:avLst/>
              <a:gdLst/>
              <a:ahLst/>
              <a:cxnLst/>
              <a:rect l="l" t="t" r="r" b="b"/>
              <a:pathLst>
                <a:path w="135" h="241" extrusionOk="0">
                  <a:moveTo>
                    <a:pt x="0" y="1"/>
                  </a:moveTo>
                  <a:cubicBezTo>
                    <a:pt x="0" y="30"/>
                    <a:pt x="24" y="77"/>
                    <a:pt x="47" y="124"/>
                  </a:cubicBezTo>
                  <a:cubicBezTo>
                    <a:pt x="70" y="147"/>
                    <a:pt x="70" y="200"/>
                    <a:pt x="94" y="223"/>
                  </a:cubicBezTo>
                  <a:cubicBezTo>
                    <a:pt x="108" y="235"/>
                    <a:pt x="122" y="241"/>
                    <a:pt x="128" y="241"/>
                  </a:cubicBezTo>
                  <a:cubicBezTo>
                    <a:pt x="135" y="241"/>
                    <a:pt x="135" y="235"/>
                    <a:pt x="123" y="223"/>
                  </a:cubicBezTo>
                  <a:cubicBezTo>
                    <a:pt x="123" y="177"/>
                    <a:pt x="94" y="124"/>
                    <a:pt x="94" y="100"/>
                  </a:cubicBezTo>
                  <a:cubicBezTo>
                    <a:pt x="70" y="54"/>
                    <a:pt x="47" y="1"/>
                    <a:pt x="24" y="1"/>
                  </a:cubicBezTo>
                  <a:close/>
                </a:path>
              </a:pathLst>
            </a:custGeom>
            <a:solidFill>
              <a:srgbClr val="F49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9"/>
            <p:cNvSpPr/>
            <p:nvPr/>
          </p:nvSpPr>
          <p:spPr>
            <a:xfrm>
              <a:off x="5252325" y="2483200"/>
              <a:ext cx="18600" cy="14150"/>
            </a:xfrm>
            <a:custGeom>
              <a:avLst/>
              <a:gdLst/>
              <a:ahLst/>
              <a:cxnLst/>
              <a:rect l="l" t="t" r="r" b="b"/>
              <a:pathLst>
                <a:path w="744" h="566" fill="none" extrusionOk="0">
                  <a:moveTo>
                    <a:pt x="744" y="0"/>
                  </a:moveTo>
                  <a:cubicBezTo>
                    <a:pt x="372" y="0"/>
                    <a:pt x="119" y="312"/>
                    <a:pt x="1" y="565"/>
                  </a:cubicBezTo>
                </a:path>
              </a:pathLst>
            </a:custGeom>
            <a:noFill/>
            <a:ln w="9525" cap="rnd" cmpd="sng">
              <a:solidFill>
                <a:srgbClr val="28364C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9"/>
            <p:cNvSpPr/>
            <p:nvPr/>
          </p:nvSpPr>
          <p:spPr>
            <a:xfrm>
              <a:off x="5123775" y="2384225"/>
              <a:ext cx="57250" cy="50150"/>
            </a:xfrm>
            <a:custGeom>
              <a:avLst/>
              <a:gdLst/>
              <a:ahLst/>
              <a:cxnLst/>
              <a:rect l="l" t="t" r="r" b="b"/>
              <a:pathLst>
                <a:path w="2290" h="2006" extrusionOk="0">
                  <a:moveTo>
                    <a:pt x="1121" y="1"/>
                  </a:moveTo>
                  <a:cubicBezTo>
                    <a:pt x="991" y="1"/>
                    <a:pt x="863" y="20"/>
                    <a:pt x="744" y="66"/>
                  </a:cubicBezTo>
                  <a:cubicBezTo>
                    <a:pt x="625" y="66"/>
                    <a:pt x="506" y="125"/>
                    <a:pt x="432" y="185"/>
                  </a:cubicBezTo>
                  <a:cubicBezTo>
                    <a:pt x="1" y="497"/>
                    <a:pt x="1" y="1180"/>
                    <a:pt x="313" y="1611"/>
                  </a:cubicBezTo>
                  <a:cubicBezTo>
                    <a:pt x="432" y="1805"/>
                    <a:pt x="625" y="1923"/>
                    <a:pt x="803" y="1983"/>
                  </a:cubicBezTo>
                  <a:cubicBezTo>
                    <a:pt x="851" y="1998"/>
                    <a:pt x="915" y="2005"/>
                    <a:pt x="986" y="2005"/>
                  </a:cubicBezTo>
                  <a:cubicBezTo>
                    <a:pt x="1201" y="2005"/>
                    <a:pt x="1490" y="1938"/>
                    <a:pt x="1680" y="1805"/>
                  </a:cubicBezTo>
                  <a:lnTo>
                    <a:pt x="1739" y="1671"/>
                  </a:lnTo>
                  <a:cubicBezTo>
                    <a:pt x="2051" y="1611"/>
                    <a:pt x="2289" y="1299"/>
                    <a:pt x="2289" y="928"/>
                  </a:cubicBezTo>
                  <a:cubicBezTo>
                    <a:pt x="2230" y="616"/>
                    <a:pt x="2051" y="318"/>
                    <a:pt x="1739" y="125"/>
                  </a:cubicBezTo>
                  <a:cubicBezTo>
                    <a:pt x="1547" y="52"/>
                    <a:pt x="1331" y="1"/>
                    <a:pt x="1121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9"/>
            <p:cNvSpPr/>
            <p:nvPr/>
          </p:nvSpPr>
          <p:spPr>
            <a:xfrm>
              <a:off x="5473750" y="3158275"/>
              <a:ext cx="170200" cy="79725"/>
            </a:xfrm>
            <a:custGeom>
              <a:avLst/>
              <a:gdLst/>
              <a:ahLst/>
              <a:cxnLst/>
              <a:rect l="l" t="t" r="r" b="b"/>
              <a:pathLst>
                <a:path w="6808" h="3189" extrusionOk="0">
                  <a:moveTo>
                    <a:pt x="1" y="0"/>
                  </a:moveTo>
                  <a:cubicBezTo>
                    <a:pt x="120" y="59"/>
                    <a:pt x="179" y="59"/>
                    <a:pt x="253" y="119"/>
                  </a:cubicBezTo>
                  <a:cubicBezTo>
                    <a:pt x="1115" y="684"/>
                    <a:pt x="1977" y="1234"/>
                    <a:pt x="2914" y="1486"/>
                  </a:cubicBezTo>
                  <a:cubicBezTo>
                    <a:pt x="3463" y="1679"/>
                    <a:pt x="4088" y="1739"/>
                    <a:pt x="4519" y="2110"/>
                  </a:cubicBezTo>
                  <a:cubicBezTo>
                    <a:pt x="4712" y="2229"/>
                    <a:pt x="4890" y="2422"/>
                    <a:pt x="5083" y="2541"/>
                  </a:cubicBezTo>
                  <a:cubicBezTo>
                    <a:pt x="5135" y="2541"/>
                    <a:pt x="5560" y="2733"/>
                    <a:pt x="5628" y="2733"/>
                  </a:cubicBezTo>
                  <a:cubicBezTo>
                    <a:pt x="5636" y="2733"/>
                    <a:pt x="5639" y="2731"/>
                    <a:pt x="5637" y="2726"/>
                  </a:cubicBezTo>
                  <a:lnTo>
                    <a:pt x="5637" y="2726"/>
                  </a:lnTo>
                  <a:cubicBezTo>
                    <a:pt x="5756" y="2914"/>
                    <a:pt x="5947" y="2973"/>
                    <a:pt x="6124" y="3032"/>
                  </a:cubicBezTo>
                  <a:cubicBezTo>
                    <a:pt x="6124" y="3091"/>
                    <a:pt x="6198" y="3091"/>
                    <a:pt x="6198" y="3091"/>
                  </a:cubicBezTo>
                  <a:cubicBezTo>
                    <a:pt x="6257" y="3091"/>
                    <a:pt x="6257" y="3032"/>
                    <a:pt x="6257" y="3032"/>
                  </a:cubicBezTo>
                  <a:cubicBezTo>
                    <a:pt x="6301" y="3130"/>
                    <a:pt x="6450" y="3189"/>
                    <a:pt x="6549" y="3189"/>
                  </a:cubicBezTo>
                  <a:cubicBezTo>
                    <a:pt x="6584" y="3189"/>
                    <a:pt x="6613" y="3181"/>
                    <a:pt x="6629" y="3165"/>
                  </a:cubicBezTo>
                  <a:cubicBezTo>
                    <a:pt x="6688" y="3091"/>
                    <a:pt x="6495" y="2720"/>
                    <a:pt x="6495" y="2720"/>
                  </a:cubicBezTo>
                  <a:lnTo>
                    <a:pt x="6688" y="2720"/>
                  </a:lnTo>
                  <a:cubicBezTo>
                    <a:pt x="6748" y="2601"/>
                    <a:pt x="6748" y="2541"/>
                    <a:pt x="6748" y="2422"/>
                  </a:cubicBezTo>
                  <a:cubicBezTo>
                    <a:pt x="6807" y="1546"/>
                    <a:pt x="6495" y="684"/>
                    <a:pt x="5826" y="5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9CA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9"/>
            <p:cNvSpPr/>
            <p:nvPr/>
          </p:nvSpPr>
          <p:spPr>
            <a:xfrm>
              <a:off x="5623850" y="3201725"/>
              <a:ext cx="12300" cy="23075"/>
            </a:xfrm>
            <a:custGeom>
              <a:avLst/>
              <a:gdLst/>
              <a:ahLst/>
              <a:cxnLst/>
              <a:rect l="l" t="t" r="r" b="b"/>
              <a:pathLst>
                <a:path w="492" h="923" extrusionOk="0">
                  <a:moveTo>
                    <a:pt x="60" y="1"/>
                  </a:moveTo>
                  <a:lnTo>
                    <a:pt x="1" y="60"/>
                  </a:lnTo>
                  <a:cubicBezTo>
                    <a:pt x="60" y="179"/>
                    <a:pt x="120" y="313"/>
                    <a:pt x="194" y="432"/>
                  </a:cubicBezTo>
                  <a:cubicBezTo>
                    <a:pt x="253" y="610"/>
                    <a:pt x="313" y="744"/>
                    <a:pt x="372" y="922"/>
                  </a:cubicBezTo>
                  <a:cubicBezTo>
                    <a:pt x="432" y="922"/>
                    <a:pt x="491" y="922"/>
                    <a:pt x="432" y="863"/>
                  </a:cubicBezTo>
                  <a:cubicBezTo>
                    <a:pt x="372" y="610"/>
                    <a:pt x="253" y="239"/>
                    <a:pt x="60" y="1"/>
                  </a:cubicBezTo>
                  <a:close/>
                </a:path>
              </a:pathLst>
            </a:custGeom>
            <a:solidFill>
              <a:srgbClr val="F39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9"/>
            <p:cNvSpPr/>
            <p:nvPr/>
          </p:nvSpPr>
          <p:spPr>
            <a:xfrm>
              <a:off x="5600825" y="3201725"/>
              <a:ext cx="26025" cy="29000"/>
            </a:xfrm>
            <a:custGeom>
              <a:avLst/>
              <a:gdLst/>
              <a:ahLst/>
              <a:cxnLst/>
              <a:rect l="l" t="t" r="r" b="b"/>
              <a:pathLst>
                <a:path w="1041" h="1160" extrusionOk="0">
                  <a:moveTo>
                    <a:pt x="60" y="1"/>
                  </a:moveTo>
                  <a:cubicBezTo>
                    <a:pt x="60" y="1"/>
                    <a:pt x="0" y="60"/>
                    <a:pt x="60" y="60"/>
                  </a:cubicBezTo>
                  <a:cubicBezTo>
                    <a:pt x="372" y="432"/>
                    <a:pt x="743" y="744"/>
                    <a:pt x="981" y="1115"/>
                  </a:cubicBezTo>
                  <a:cubicBezTo>
                    <a:pt x="981" y="1145"/>
                    <a:pt x="996" y="1160"/>
                    <a:pt x="1011" y="1160"/>
                  </a:cubicBezTo>
                  <a:cubicBezTo>
                    <a:pt x="1026" y="1160"/>
                    <a:pt x="1041" y="1145"/>
                    <a:pt x="1041" y="1115"/>
                  </a:cubicBezTo>
                  <a:cubicBezTo>
                    <a:pt x="862" y="610"/>
                    <a:pt x="431" y="372"/>
                    <a:pt x="60" y="1"/>
                  </a:cubicBezTo>
                  <a:close/>
                </a:path>
              </a:pathLst>
            </a:custGeom>
            <a:solidFill>
              <a:srgbClr val="F39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9"/>
            <p:cNvSpPr/>
            <p:nvPr/>
          </p:nvSpPr>
          <p:spPr>
            <a:xfrm>
              <a:off x="5295800" y="3198850"/>
              <a:ext cx="159400" cy="1639600"/>
            </a:xfrm>
            <a:custGeom>
              <a:avLst/>
              <a:gdLst/>
              <a:ahLst/>
              <a:cxnLst/>
              <a:rect l="l" t="t" r="r" b="b"/>
              <a:pathLst>
                <a:path w="6376" h="65584" fill="none" extrusionOk="0">
                  <a:moveTo>
                    <a:pt x="6376" y="65583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9"/>
            <p:cNvSpPr/>
            <p:nvPr/>
          </p:nvSpPr>
          <p:spPr>
            <a:xfrm>
              <a:off x="5295800" y="3198850"/>
              <a:ext cx="786175" cy="1639600"/>
            </a:xfrm>
            <a:custGeom>
              <a:avLst/>
              <a:gdLst/>
              <a:ahLst/>
              <a:cxnLst/>
              <a:rect l="l" t="t" r="r" b="b"/>
              <a:pathLst>
                <a:path w="31447" h="65584" fill="none" extrusionOk="0">
                  <a:moveTo>
                    <a:pt x="31447" y="65583"/>
                  </a:moveTo>
                  <a:lnTo>
                    <a:pt x="25012" y="1"/>
                  </a:ln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9"/>
            <p:cNvSpPr/>
            <p:nvPr/>
          </p:nvSpPr>
          <p:spPr>
            <a:xfrm>
              <a:off x="5760200" y="3198850"/>
              <a:ext cx="160900" cy="1639600"/>
            </a:xfrm>
            <a:custGeom>
              <a:avLst/>
              <a:gdLst/>
              <a:ahLst/>
              <a:cxnLst/>
              <a:rect l="l" t="t" r="r" b="b"/>
              <a:pathLst>
                <a:path w="6436" h="65584" fill="none" extrusionOk="0">
                  <a:moveTo>
                    <a:pt x="1" y="65583"/>
                  </a:moveTo>
                  <a:lnTo>
                    <a:pt x="6436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9"/>
            <p:cNvSpPr/>
            <p:nvPr/>
          </p:nvSpPr>
          <p:spPr>
            <a:xfrm>
              <a:off x="5134550" y="3198850"/>
              <a:ext cx="786550" cy="1639600"/>
            </a:xfrm>
            <a:custGeom>
              <a:avLst/>
              <a:gdLst/>
              <a:ahLst/>
              <a:cxnLst/>
              <a:rect l="l" t="t" r="r" b="b"/>
              <a:pathLst>
                <a:path w="31462" h="65584" fill="none" extrusionOk="0">
                  <a:moveTo>
                    <a:pt x="1" y="65583"/>
                  </a:moveTo>
                  <a:lnTo>
                    <a:pt x="6450" y="1"/>
                  </a:lnTo>
                  <a:lnTo>
                    <a:pt x="31462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9"/>
            <p:cNvSpPr/>
            <p:nvPr/>
          </p:nvSpPr>
          <p:spPr>
            <a:xfrm>
              <a:off x="5156475" y="4606200"/>
              <a:ext cx="899500" cy="25"/>
            </a:xfrm>
            <a:custGeom>
              <a:avLst/>
              <a:gdLst/>
              <a:ahLst/>
              <a:cxnLst/>
              <a:rect l="l" t="t" r="r" b="b"/>
              <a:pathLst>
                <a:path w="35980" h="1" fill="none" extrusionOk="0">
                  <a:moveTo>
                    <a:pt x="35979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9"/>
            <p:cNvSpPr/>
            <p:nvPr/>
          </p:nvSpPr>
          <p:spPr>
            <a:xfrm>
              <a:off x="5176525" y="4406325"/>
              <a:ext cx="859000" cy="25"/>
            </a:xfrm>
            <a:custGeom>
              <a:avLst/>
              <a:gdLst/>
              <a:ahLst/>
              <a:cxnLst/>
              <a:rect l="l" t="t" r="r" b="b"/>
              <a:pathLst>
                <a:path w="34360" h="1" fill="none" extrusionOk="0">
                  <a:moveTo>
                    <a:pt x="3436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9"/>
            <p:cNvSpPr/>
            <p:nvPr/>
          </p:nvSpPr>
          <p:spPr>
            <a:xfrm>
              <a:off x="5196600" y="4199025"/>
              <a:ext cx="822225" cy="25"/>
            </a:xfrm>
            <a:custGeom>
              <a:avLst/>
              <a:gdLst/>
              <a:ahLst/>
              <a:cxnLst/>
              <a:rect l="l" t="t" r="r" b="b"/>
              <a:pathLst>
                <a:path w="32889" h="1" fill="none" extrusionOk="0">
                  <a:moveTo>
                    <a:pt x="32888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9"/>
            <p:cNvSpPr/>
            <p:nvPr/>
          </p:nvSpPr>
          <p:spPr>
            <a:xfrm>
              <a:off x="5216650" y="4002475"/>
              <a:ext cx="781725" cy="25"/>
            </a:xfrm>
            <a:custGeom>
              <a:avLst/>
              <a:gdLst/>
              <a:ahLst/>
              <a:cxnLst/>
              <a:rect l="l" t="t" r="r" b="b"/>
              <a:pathLst>
                <a:path w="31269" h="1" fill="none" extrusionOk="0">
                  <a:moveTo>
                    <a:pt x="3126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9"/>
            <p:cNvSpPr/>
            <p:nvPr/>
          </p:nvSpPr>
          <p:spPr>
            <a:xfrm>
              <a:off x="5235225" y="3796650"/>
              <a:ext cx="744575" cy="25"/>
            </a:xfrm>
            <a:custGeom>
              <a:avLst/>
              <a:gdLst/>
              <a:ahLst/>
              <a:cxnLst/>
              <a:rect l="l" t="t" r="r" b="b"/>
              <a:pathLst>
                <a:path w="29783" h="1" fill="none" extrusionOk="0">
                  <a:moveTo>
                    <a:pt x="29783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9"/>
            <p:cNvSpPr/>
            <p:nvPr/>
          </p:nvSpPr>
          <p:spPr>
            <a:xfrm>
              <a:off x="5255300" y="3593800"/>
              <a:ext cx="704450" cy="25"/>
            </a:xfrm>
            <a:custGeom>
              <a:avLst/>
              <a:gdLst/>
              <a:ahLst/>
              <a:cxnLst/>
              <a:rect l="l" t="t" r="r" b="b"/>
              <a:pathLst>
                <a:path w="28178" h="1" fill="none" extrusionOk="0">
                  <a:moveTo>
                    <a:pt x="28177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9"/>
            <p:cNvSpPr/>
            <p:nvPr/>
          </p:nvSpPr>
          <p:spPr>
            <a:xfrm>
              <a:off x="5275725" y="3400225"/>
              <a:ext cx="660975" cy="25"/>
            </a:xfrm>
            <a:custGeom>
              <a:avLst/>
              <a:gdLst/>
              <a:ahLst/>
              <a:cxnLst/>
              <a:rect l="l" t="t" r="r" b="b"/>
              <a:pathLst>
                <a:path w="26439" h="1" fill="none" extrusionOk="0">
                  <a:moveTo>
                    <a:pt x="26439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4B54A1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9"/>
            <p:cNvSpPr/>
            <p:nvPr/>
          </p:nvSpPr>
          <p:spPr>
            <a:xfrm>
              <a:off x="5439575" y="3108850"/>
              <a:ext cx="192100" cy="66525"/>
            </a:xfrm>
            <a:custGeom>
              <a:avLst/>
              <a:gdLst/>
              <a:ahLst/>
              <a:cxnLst/>
              <a:rect l="l" t="t" r="r" b="b"/>
              <a:pathLst>
                <a:path w="7684" h="2661" extrusionOk="0">
                  <a:moveTo>
                    <a:pt x="2170" y="1"/>
                  </a:moveTo>
                  <a:lnTo>
                    <a:pt x="1" y="2661"/>
                  </a:lnTo>
                  <a:lnTo>
                    <a:pt x="7684" y="2661"/>
                  </a:lnTo>
                  <a:cubicBezTo>
                    <a:pt x="7431" y="2230"/>
                    <a:pt x="7312" y="1918"/>
                    <a:pt x="7000" y="1665"/>
                  </a:cubicBezTo>
                  <a:cubicBezTo>
                    <a:pt x="6688" y="1293"/>
                    <a:pt x="6450" y="1115"/>
                    <a:pt x="6079" y="922"/>
                  </a:cubicBezTo>
                  <a:cubicBezTo>
                    <a:pt x="4830" y="313"/>
                    <a:pt x="3538" y="1"/>
                    <a:pt x="2170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9"/>
            <p:cNvSpPr/>
            <p:nvPr/>
          </p:nvSpPr>
          <p:spPr>
            <a:xfrm>
              <a:off x="5041675" y="2732500"/>
              <a:ext cx="514225" cy="506400"/>
            </a:xfrm>
            <a:custGeom>
              <a:avLst/>
              <a:gdLst/>
              <a:ahLst/>
              <a:cxnLst/>
              <a:rect l="l" t="t" r="r" b="b"/>
              <a:pathLst>
                <a:path w="20569" h="20256" extrusionOk="0">
                  <a:moveTo>
                    <a:pt x="6940" y="0"/>
                  </a:moveTo>
                  <a:lnTo>
                    <a:pt x="0" y="2541"/>
                  </a:lnTo>
                  <a:cubicBezTo>
                    <a:pt x="446" y="7995"/>
                    <a:pt x="5023" y="13435"/>
                    <a:pt x="6510" y="14861"/>
                  </a:cubicBezTo>
                  <a:cubicBezTo>
                    <a:pt x="7936" y="16288"/>
                    <a:pt x="18027" y="20256"/>
                    <a:pt x="18027" y="20256"/>
                  </a:cubicBezTo>
                  <a:lnTo>
                    <a:pt x="20568" y="14861"/>
                  </a:lnTo>
                  <a:cubicBezTo>
                    <a:pt x="20568" y="14861"/>
                    <a:pt x="12201" y="10715"/>
                    <a:pt x="11339" y="9913"/>
                  </a:cubicBezTo>
                  <a:cubicBezTo>
                    <a:pt x="10477" y="9170"/>
                    <a:pt x="6940" y="0"/>
                    <a:pt x="6940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9"/>
            <p:cNvSpPr/>
            <p:nvPr/>
          </p:nvSpPr>
          <p:spPr>
            <a:xfrm>
              <a:off x="5038700" y="4209325"/>
              <a:ext cx="314325" cy="343675"/>
            </a:xfrm>
            <a:custGeom>
              <a:avLst/>
              <a:gdLst/>
              <a:ahLst/>
              <a:cxnLst/>
              <a:rect l="l" t="t" r="r" b="b"/>
              <a:pathLst>
                <a:path w="12573" h="13747" extrusionOk="0">
                  <a:moveTo>
                    <a:pt x="7862" y="0"/>
                  </a:moveTo>
                  <a:lnTo>
                    <a:pt x="313" y="803"/>
                  </a:lnTo>
                  <a:lnTo>
                    <a:pt x="0" y="10656"/>
                  </a:lnTo>
                  <a:lnTo>
                    <a:pt x="313" y="13747"/>
                  </a:lnTo>
                  <a:lnTo>
                    <a:pt x="12008" y="13747"/>
                  </a:lnTo>
                  <a:cubicBezTo>
                    <a:pt x="12320" y="13747"/>
                    <a:pt x="12573" y="13509"/>
                    <a:pt x="12573" y="13197"/>
                  </a:cubicBezTo>
                  <a:cubicBezTo>
                    <a:pt x="12573" y="13004"/>
                    <a:pt x="12454" y="12766"/>
                    <a:pt x="12201" y="12692"/>
                  </a:cubicBezTo>
                  <a:lnTo>
                    <a:pt x="7000" y="10284"/>
                  </a:lnTo>
                  <a:lnTo>
                    <a:pt x="7862" y="0"/>
                  </a:lnTo>
                  <a:close/>
                </a:path>
              </a:pathLst>
            </a:custGeom>
            <a:solidFill>
              <a:srgbClr val="F9CA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9"/>
            <p:cNvSpPr/>
            <p:nvPr/>
          </p:nvSpPr>
          <p:spPr>
            <a:xfrm>
              <a:off x="5029400" y="4466425"/>
              <a:ext cx="340725" cy="115925"/>
            </a:xfrm>
            <a:custGeom>
              <a:avLst/>
              <a:gdLst/>
              <a:ahLst/>
              <a:cxnLst/>
              <a:rect l="l" t="t" r="r" b="b"/>
              <a:pathLst>
                <a:path w="13629" h="4637" extrusionOk="0">
                  <a:moveTo>
                    <a:pt x="7372" y="0"/>
                  </a:moveTo>
                  <a:cubicBezTo>
                    <a:pt x="6179" y="476"/>
                    <a:pt x="4855" y="622"/>
                    <a:pt x="3679" y="622"/>
                  </a:cubicBezTo>
                  <a:cubicBezTo>
                    <a:pt x="1809" y="622"/>
                    <a:pt x="313" y="253"/>
                    <a:pt x="313" y="253"/>
                  </a:cubicBezTo>
                  <a:lnTo>
                    <a:pt x="1" y="4399"/>
                  </a:lnTo>
                  <a:cubicBezTo>
                    <a:pt x="1" y="4577"/>
                    <a:pt x="120" y="4637"/>
                    <a:pt x="254" y="4637"/>
                  </a:cubicBezTo>
                  <a:lnTo>
                    <a:pt x="13376" y="4637"/>
                  </a:lnTo>
                  <a:cubicBezTo>
                    <a:pt x="13629" y="4637"/>
                    <a:pt x="13495" y="3344"/>
                    <a:pt x="13495" y="3344"/>
                  </a:cubicBezTo>
                  <a:cubicBezTo>
                    <a:pt x="13376" y="2972"/>
                    <a:pt x="13123" y="2482"/>
                    <a:pt x="12886" y="2408"/>
                  </a:cubicBezTo>
                  <a:lnTo>
                    <a:pt x="7372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9"/>
            <p:cNvSpPr/>
            <p:nvPr/>
          </p:nvSpPr>
          <p:spPr>
            <a:xfrm>
              <a:off x="5222975" y="4472725"/>
              <a:ext cx="20100" cy="32350"/>
            </a:xfrm>
            <a:custGeom>
              <a:avLst/>
              <a:gdLst/>
              <a:ahLst/>
              <a:cxnLst/>
              <a:rect l="l" t="t" r="r" b="b"/>
              <a:pathLst>
                <a:path w="804" h="1294" fill="none" extrusionOk="0">
                  <a:moveTo>
                    <a:pt x="803" y="1"/>
                  </a:moveTo>
                  <a:cubicBezTo>
                    <a:pt x="491" y="372"/>
                    <a:pt x="253" y="803"/>
                    <a:pt x="1" y="1294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9"/>
            <p:cNvSpPr/>
            <p:nvPr/>
          </p:nvSpPr>
          <p:spPr>
            <a:xfrm>
              <a:off x="5244525" y="4482025"/>
              <a:ext cx="15625" cy="29375"/>
            </a:xfrm>
            <a:custGeom>
              <a:avLst/>
              <a:gdLst/>
              <a:ahLst/>
              <a:cxnLst/>
              <a:rect l="l" t="t" r="r" b="b"/>
              <a:pathLst>
                <a:path w="625" h="1175" fill="none" extrusionOk="0">
                  <a:moveTo>
                    <a:pt x="625" y="0"/>
                  </a:moveTo>
                  <a:cubicBezTo>
                    <a:pt x="313" y="491"/>
                    <a:pt x="194" y="743"/>
                    <a:pt x="1" y="1174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9"/>
            <p:cNvSpPr/>
            <p:nvPr/>
          </p:nvSpPr>
          <p:spPr>
            <a:xfrm>
              <a:off x="5260125" y="4489450"/>
              <a:ext cx="15625" cy="26400"/>
            </a:xfrm>
            <a:custGeom>
              <a:avLst/>
              <a:gdLst/>
              <a:ahLst/>
              <a:cxnLst/>
              <a:rect l="l" t="t" r="r" b="b"/>
              <a:pathLst>
                <a:path w="625" h="1056" fill="none" extrusionOk="0">
                  <a:moveTo>
                    <a:pt x="625" y="0"/>
                  </a:moveTo>
                  <a:cubicBezTo>
                    <a:pt x="372" y="313"/>
                    <a:pt x="179" y="743"/>
                    <a:pt x="1" y="105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9"/>
            <p:cNvSpPr/>
            <p:nvPr/>
          </p:nvSpPr>
          <p:spPr>
            <a:xfrm>
              <a:off x="5030900" y="4560775"/>
              <a:ext cx="335875" cy="25"/>
            </a:xfrm>
            <a:custGeom>
              <a:avLst/>
              <a:gdLst/>
              <a:ahLst/>
              <a:cxnLst/>
              <a:rect l="l" t="t" r="r" b="b"/>
              <a:pathLst>
                <a:path w="13435" h="1" fill="none" extrusionOk="0">
                  <a:moveTo>
                    <a:pt x="0" y="1"/>
                  </a:moveTo>
                  <a:lnTo>
                    <a:pt x="13435" y="1"/>
                  </a:ln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9"/>
            <p:cNvSpPr/>
            <p:nvPr/>
          </p:nvSpPr>
          <p:spPr>
            <a:xfrm>
              <a:off x="5034250" y="4511375"/>
              <a:ext cx="85100" cy="49425"/>
            </a:xfrm>
            <a:custGeom>
              <a:avLst/>
              <a:gdLst/>
              <a:ahLst/>
              <a:cxnLst/>
              <a:rect l="l" t="t" r="r" b="b"/>
              <a:pathLst>
                <a:path w="3404" h="1977" fill="none" extrusionOk="0">
                  <a:moveTo>
                    <a:pt x="0" y="0"/>
                  </a:moveTo>
                  <a:cubicBezTo>
                    <a:pt x="0" y="0"/>
                    <a:pt x="3151" y="0"/>
                    <a:pt x="3403" y="1977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9"/>
            <p:cNvSpPr/>
            <p:nvPr/>
          </p:nvSpPr>
          <p:spPr>
            <a:xfrm>
              <a:off x="5295800" y="4514350"/>
              <a:ext cx="27875" cy="46450"/>
            </a:xfrm>
            <a:custGeom>
              <a:avLst/>
              <a:gdLst/>
              <a:ahLst/>
              <a:cxnLst/>
              <a:rect l="l" t="t" r="r" b="b"/>
              <a:pathLst>
                <a:path w="1115" h="1858" fill="none" extrusionOk="0">
                  <a:moveTo>
                    <a:pt x="1115" y="0"/>
                  </a:moveTo>
                  <a:cubicBezTo>
                    <a:pt x="1115" y="0"/>
                    <a:pt x="179" y="1234"/>
                    <a:pt x="0" y="1858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9"/>
            <p:cNvSpPr/>
            <p:nvPr/>
          </p:nvSpPr>
          <p:spPr>
            <a:xfrm>
              <a:off x="4953625" y="3240375"/>
              <a:ext cx="348150" cy="1190400"/>
            </a:xfrm>
            <a:custGeom>
              <a:avLst/>
              <a:gdLst/>
              <a:ahLst/>
              <a:cxnLst/>
              <a:rect l="l" t="t" r="r" b="b"/>
              <a:pathLst>
                <a:path w="13926" h="47616" extrusionOk="0">
                  <a:moveTo>
                    <a:pt x="12944" y="0"/>
                  </a:moveTo>
                  <a:lnTo>
                    <a:pt x="1174" y="2482"/>
                  </a:lnTo>
                  <a:cubicBezTo>
                    <a:pt x="1174" y="2482"/>
                    <a:pt x="0" y="7490"/>
                    <a:pt x="2482" y="13628"/>
                  </a:cubicBezTo>
                  <a:cubicBezTo>
                    <a:pt x="2482" y="13628"/>
                    <a:pt x="3656" y="19944"/>
                    <a:pt x="3716" y="27241"/>
                  </a:cubicBezTo>
                  <a:cubicBezTo>
                    <a:pt x="3834" y="34671"/>
                    <a:pt x="2854" y="44093"/>
                    <a:pt x="2854" y="47615"/>
                  </a:cubicBezTo>
                  <a:lnTo>
                    <a:pt x="12513" y="47615"/>
                  </a:lnTo>
                  <a:cubicBezTo>
                    <a:pt x="12513" y="47615"/>
                    <a:pt x="13687" y="37584"/>
                    <a:pt x="13806" y="27434"/>
                  </a:cubicBezTo>
                  <a:cubicBezTo>
                    <a:pt x="13925" y="16095"/>
                    <a:pt x="12944" y="3285"/>
                    <a:pt x="12944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9"/>
            <p:cNvSpPr/>
            <p:nvPr/>
          </p:nvSpPr>
          <p:spPr>
            <a:xfrm>
              <a:off x="5230775" y="3240375"/>
              <a:ext cx="33825" cy="1190400"/>
            </a:xfrm>
            <a:custGeom>
              <a:avLst/>
              <a:gdLst/>
              <a:ahLst/>
              <a:cxnLst/>
              <a:rect l="l" t="t" r="r" b="b"/>
              <a:pathLst>
                <a:path w="1353" h="47616" fill="none" extrusionOk="0">
                  <a:moveTo>
                    <a:pt x="1" y="47615"/>
                  </a:moveTo>
                  <a:cubicBezTo>
                    <a:pt x="1" y="47615"/>
                    <a:pt x="1175" y="37406"/>
                    <a:pt x="1234" y="27122"/>
                  </a:cubicBezTo>
                  <a:cubicBezTo>
                    <a:pt x="1353" y="15857"/>
                    <a:pt x="432" y="3285"/>
                    <a:pt x="432" y="0"/>
                  </a:cubicBezTo>
                </a:path>
              </a:pathLst>
            </a:custGeom>
            <a:noFill/>
            <a:ln w="95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9"/>
            <p:cNvSpPr/>
            <p:nvPr/>
          </p:nvSpPr>
          <p:spPr>
            <a:xfrm>
              <a:off x="5447375" y="4009800"/>
              <a:ext cx="314350" cy="342200"/>
            </a:xfrm>
            <a:custGeom>
              <a:avLst/>
              <a:gdLst/>
              <a:ahLst/>
              <a:cxnLst/>
              <a:rect l="l" t="t" r="r" b="b"/>
              <a:pathLst>
                <a:path w="12574" h="13688" extrusionOk="0">
                  <a:moveTo>
                    <a:pt x="7862" y="1"/>
                  </a:moveTo>
                  <a:lnTo>
                    <a:pt x="313" y="744"/>
                  </a:lnTo>
                  <a:lnTo>
                    <a:pt x="1" y="10582"/>
                  </a:lnTo>
                  <a:lnTo>
                    <a:pt x="313" y="13688"/>
                  </a:lnTo>
                  <a:lnTo>
                    <a:pt x="12008" y="13688"/>
                  </a:lnTo>
                  <a:cubicBezTo>
                    <a:pt x="12321" y="13688"/>
                    <a:pt x="12573" y="13435"/>
                    <a:pt x="12573" y="13183"/>
                  </a:cubicBezTo>
                  <a:cubicBezTo>
                    <a:pt x="12573" y="12945"/>
                    <a:pt x="12454" y="12752"/>
                    <a:pt x="12202" y="12692"/>
                  </a:cubicBezTo>
                  <a:lnTo>
                    <a:pt x="7000" y="10210"/>
                  </a:lnTo>
                  <a:lnTo>
                    <a:pt x="7862" y="1"/>
                  </a:lnTo>
                  <a:close/>
                </a:path>
              </a:pathLst>
            </a:custGeom>
            <a:solidFill>
              <a:srgbClr val="F9CA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9"/>
            <p:cNvSpPr/>
            <p:nvPr/>
          </p:nvSpPr>
          <p:spPr>
            <a:xfrm>
              <a:off x="5438100" y="4265050"/>
              <a:ext cx="340700" cy="117800"/>
            </a:xfrm>
            <a:custGeom>
              <a:avLst/>
              <a:gdLst/>
              <a:ahLst/>
              <a:cxnLst/>
              <a:rect l="l" t="t" r="r" b="b"/>
              <a:pathLst>
                <a:path w="13628" h="4712" extrusionOk="0">
                  <a:moveTo>
                    <a:pt x="7371" y="0"/>
                  </a:moveTo>
                  <a:cubicBezTo>
                    <a:pt x="6180" y="481"/>
                    <a:pt x="4859" y="629"/>
                    <a:pt x="3685" y="629"/>
                  </a:cubicBezTo>
                  <a:cubicBezTo>
                    <a:pt x="1811" y="629"/>
                    <a:pt x="312" y="253"/>
                    <a:pt x="312" y="253"/>
                  </a:cubicBezTo>
                  <a:lnTo>
                    <a:pt x="0" y="4459"/>
                  </a:lnTo>
                  <a:cubicBezTo>
                    <a:pt x="0" y="4592"/>
                    <a:pt x="119" y="4711"/>
                    <a:pt x="253" y="4711"/>
                  </a:cubicBezTo>
                  <a:lnTo>
                    <a:pt x="13375" y="4711"/>
                  </a:lnTo>
                  <a:cubicBezTo>
                    <a:pt x="13628" y="4711"/>
                    <a:pt x="13494" y="3344"/>
                    <a:pt x="13494" y="3344"/>
                  </a:cubicBezTo>
                  <a:cubicBezTo>
                    <a:pt x="13375" y="2973"/>
                    <a:pt x="13123" y="2542"/>
                    <a:pt x="12885" y="2423"/>
                  </a:cubicBezTo>
                  <a:lnTo>
                    <a:pt x="7371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9"/>
            <p:cNvSpPr/>
            <p:nvPr/>
          </p:nvSpPr>
          <p:spPr>
            <a:xfrm>
              <a:off x="5631650" y="4271350"/>
              <a:ext cx="20100" cy="32350"/>
            </a:xfrm>
            <a:custGeom>
              <a:avLst/>
              <a:gdLst/>
              <a:ahLst/>
              <a:cxnLst/>
              <a:rect l="l" t="t" r="r" b="b"/>
              <a:pathLst>
                <a:path w="804" h="1294" fill="none" extrusionOk="0">
                  <a:moveTo>
                    <a:pt x="803" y="1"/>
                  </a:moveTo>
                  <a:cubicBezTo>
                    <a:pt x="491" y="432"/>
                    <a:pt x="253" y="863"/>
                    <a:pt x="1" y="1294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9"/>
            <p:cNvSpPr/>
            <p:nvPr/>
          </p:nvSpPr>
          <p:spPr>
            <a:xfrm>
              <a:off x="5653200" y="4282125"/>
              <a:ext cx="15625" cy="27900"/>
            </a:xfrm>
            <a:custGeom>
              <a:avLst/>
              <a:gdLst/>
              <a:ahLst/>
              <a:cxnLst/>
              <a:rect l="l" t="t" r="r" b="b"/>
              <a:pathLst>
                <a:path w="625" h="1116" fill="none" extrusionOk="0">
                  <a:moveTo>
                    <a:pt x="625" y="1"/>
                  </a:moveTo>
                  <a:cubicBezTo>
                    <a:pt x="313" y="432"/>
                    <a:pt x="194" y="685"/>
                    <a:pt x="1" y="111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9"/>
            <p:cNvSpPr/>
            <p:nvPr/>
          </p:nvSpPr>
          <p:spPr>
            <a:xfrm>
              <a:off x="5668800" y="4289950"/>
              <a:ext cx="15650" cy="24900"/>
            </a:xfrm>
            <a:custGeom>
              <a:avLst/>
              <a:gdLst/>
              <a:ahLst/>
              <a:cxnLst/>
              <a:rect l="l" t="t" r="r" b="b"/>
              <a:pathLst>
                <a:path w="626" h="996" fill="none" extrusionOk="0">
                  <a:moveTo>
                    <a:pt x="625" y="0"/>
                  </a:moveTo>
                  <a:cubicBezTo>
                    <a:pt x="372" y="312"/>
                    <a:pt x="179" y="684"/>
                    <a:pt x="1" y="996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9"/>
            <p:cNvSpPr/>
            <p:nvPr/>
          </p:nvSpPr>
          <p:spPr>
            <a:xfrm>
              <a:off x="5439575" y="4359425"/>
              <a:ext cx="335900" cy="25"/>
            </a:xfrm>
            <a:custGeom>
              <a:avLst/>
              <a:gdLst/>
              <a:ahLst/>
              <a:cxnLst/>
              <a:rect l="l" t="t" r="r" b="b"/>
              <a:pathLst>
                <a:path w="13436" h="1" fill="none" extrusionOk="0">
                  <a:moveTo>
                    <a:pt x="1" y="0"/>
                  </a:moveTo>
                  <a:lnTo>
                    <a:pt x="13435" y="0"/>
                  </a:ln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9"/>
            <p:cNvSpPr/>
            <p:nvPr/>
          </p:nvSpPr>
          <p:spPr>
            <a:xfrm>
              <a:off x="5442925" y="4310000"/>
              <a:ext cx="85100" cy="49450"/>
            </a:xfrm>
            <a:custGeom>
              <a:avLst/>
              <a:gdLst/>
              <a:ahLst/>
              <a:cxnLst/>
              <a:rect l="l" t="t" r="r" b="b"/>
              <a:pathLst>
                <a:path w="3404" h="1978" fill="none" extrusionOk="0">
                  <a:moveTo>
                    <a:pt x="0" y="1"/>
                  </a:moveTo>
                  <a:cubicBezTo>
                    <a:pt x="0" y="1"/>
                    <a:pt x="3151" y="60"/>
                    <a:pt x="3404" y="1977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9"/>
            <p:cNvSpPr/>
            <p:nvPr/>
          </p:nvSpPr>
          <p:spPr>
            <a:xfrm>
              <a:off x="5704475" y="4312975"/>
              <a:ext cx="27900" cy="46475"/>
            </a:xfrm>
            <a:custGeom>
              <a:avLst/>
              <a:gdLst/>
              <a:ahLst/>
              <a:cxnLst/>
              <a:rect l="l" t="t" r="r" b="b"/>
              <a:pathLst>
                <a:path w="1116" h="1859" fill="none" extrusionOk="0">
                  <a:moveTo>
                    <a:pt x="1115" y="0"/>
                  </a:moveTo>
                  <a:cubicBezTo>
                    <a:pt x="1115" y="0"/>
                    <a:pt x="179" y="1308"/>
                    <a:pt x="1" y="1858"/>
                  </a:cubicBezTo>
                </a:path>
              </a:pathLst>
            </a:custGeom>
            <a:noFill/>
            <a:ln w="9525" cap="flat" cmpd="sng">
              <a:solidFill>
                <a:srgbClr val="EC646E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9"/>
            <p:cNvSpPr/>
            <p:nvPr/>
          </p:nvSpPr>
          <p:spPr>
            <a:xfrm>
              <a:off x="5062100" y="3266750"/>
              <a:ext cx="648350" cy="968975"/>
            </a:xfrm>
            <a:custGeom>
              <a:avLst/>
              <a:gdLst/>
              <a:ahLst/>
              <a:cxnLst/>
              <a:rect l="l" t="t" r="r" b="b"/>
              <a:pathLst>
                <a:path w="25934" h="38759" extrusionOk="0">
                  <a:moveTo>
                    <a:pt x="669" y="0"/>
                  </a:moveTo>
                  <a:lnTo>
                    <a:pt x="669" y="0"/>
                  </a:lnTo>
                  <a:cubicBezTo>
                    <a:pt x="669" y="1"/>
                    <a:pt x="1" y="3954"/>
                    <a:pt x="1487" y="7178"/>
                  </a:cubicBezTo>
                  <a:cubicBezTo>
                    <a:pt x="3032" y="10775"/>
                    <a:pt x="6436" y="11577"/>
                    <a:pt x="6436" y="11577"/>
                  </a:cubicBezTo>
                  <a:cubicBezTo>
                    <a:pt x="6436" y="11577"/>
                    <a:pt x="14416" y="18443"/>
                    <a:pt x="15100" y="20435"/>
                  </a:cubicBezTo>
                  <a:cubicBezTo>
                    <a:pt x="15664" y="22158"/>
                    <a:pt x="14550" y="38758"/>
                    <a:pt x="14550" y="38758"/>
                  </a:cubicBezTo>
                  <a:lnTo>
                    <a:pt x="23838" y="38758"/>
                  </a:lnTo>
                  <a:cubicBezTo>
                    <a:pt x="23838" y="38758"/>
                    <a:pt x="25933" y="20553"/>
                    <a:pt x="24447" y="16526"/>
                  </a:cubicBezTo>
                  <a:cubicBezTo>
                    <a:pt x="22411" y="10775"/>
                    <a:pt x="13123" y="1977"/>
                    <a:pt x="13123" y="1977"/>
                  </a:cubicBezTo>
                  <a:lnTo>
                    <a:pt x="669" y="0"/>
                  </a:ln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9"/>
            <p:cNvSpPr/>
            <p:nvPr/>
          </p:nvSpPr>
          <p:spPr>
            <a:xfrm>
              <a:off x="5334425" y="3316175"/>
              <a:ext cx="318800" cy="919550"/>
            </a:xfrm>
            <a:custGeom>
              <a:avLst/>
              <a:gdLst/>
              <a:ahLst/>
              <a:cxnLst/>
              <a:rect l="l" t="t" r="r" b="b"/>
              <a:pathLst>
                <a:path w="12752" h="36782" fill="none" extrusionOk="0">
                  <a:moveTo>
                    <a:pt x="1" y="0"/>
                  </a:moveTo>
                  <a:cubicBezTo>
                    <a:pt x="1" y="0"/>
                    <a:pt x="9661" y="10224"/>
                    <a:pt x="11399" y="14549"/>
                  </a:cubicBezTo>
                  <a:cubicBezTo>
                    <a:pt x="12752" y="17833"/>
                    <a:pt x="10775" y="36781"/>
                    <a:pt x="10775" y="36781"/>
                  </a:cubicBezTo>
                </a:path>
              </a:pathLst>
            </a:custGeom>
            <a:noFill/>
            <a:ln w="95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9"/>
            <p:cNvSpPr/>
            <p:nvPr/>
          </p:nvSpPr>
          <p:spPr>
            <a:xfrm>
              <a:off x="5099250" y="3446200"/>
              <a:ext cx="195075" cy="172050"/>
            </a:xfrm>
            <a:custGeom>
              <a:avLst/>
              <a:gdLst/>
              <a:ahLst/>
              <a:cxnLst/>
              <a:rect l="l" t="t" r="r" b="b"/>
              <a:pathLst>
                <a:path w="7803" h="6882" fill="none" extrusionOk="0">
                  <a:moveTo>
                    <a:pt x="7803" y="6881"/>
                  </a:moveTo>
                  <a:cubicBezTo>
                    <a:pt x="7060" y="6257"/>
                    <a:pt x="5752" y="5083"/>
                    <a:pt x="5381" y="4771"/>
                  </a:cubicBezTo>
                  <a:cubicBezTo>
                    <a:pt x="5128" y="4518"/>
                    <a:pt x="4890" y="4340"/>
                    <a:pt x="4578" y="4280"/>
                  </a:cubicBezTo>
                  <a:cubicBezTo>
                    <a:pt x="3582" y="3909"/>
                    <a:pt x="1234" y="2854"/>
                    <a:pt x="1" y="0"/>
                  </a:cubicBezTo>
                </a:path>
              </a:pathLst>
            </a:custGeom>
            <a:noFill/>
            <a:ln w="95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9"/>
            <p:cNvSpPr/>
            <p:nvPr/>
          </p:nvSpPr>
          <p:spPr>
            <a:xfrm>
              <a:off x="5162425" y="3395300"/>
              <a:ext cx="97725" cy="3000"/>
            </a:xfrm>
            <a:custGeom>
              <a:avLst/>
              <a:gdLst/>
              <a:ahLst/>
              <a:cxnLst/>
              <a:rect l="l" t="t" r="r" b="b"/>
              <a:pathLst>
                <a:path w="3909" h="120" fill="none" extrusionOk="0">
                  <a:moveTo>
                    <a:pt x="0" y="0"/>
                  </a:moveTo>
                  <a:cubicBezTo>
                    <a:pt x="0" y="0"/>
                    <a:pt x="2794" y="119"/>
                    <a:pt x="3909" y="0"/>
                  </a:cubicBezTo>
                </a:path>
              </a:pathLst>
            </a:custGeom>
            <a:noFill/>
            <a:ln w="95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9"/>
            <p:cNvSpPr/>
            <p:nvPr/>
          </p:nvSpPr>
          <p:spPr>
            <a:xfrm>
              <a:off x="4975175" y="3395300"/>
              <a:ext cx="55750" cy="25"/>
            </a:xfrm>
            <a:custGeom>
              <a:avLst/>
              <a:gdLst/>
              <a:ahLst/>
              <a:cxnLst/>
              <a:rect l="l" t="t" r="r" b="b"/>
              <a:pathLst>
                <a:path w="2230" h="1" fill="none" extrusionOk="0">
                  <a:moveTo>
                    <a:pt x="0" y="0"/>
                  </a:moveTo>
                  <a:lnTo>
                    <a:pt x="2229" y="0"/>
                  </a:lnTo>
                </a:path>
              </a:pathLst>
            </a:custGeom>
            <a:noFill/>
            <a:ln w="9525" cap="flat" cmpd="sng">
              <a:solidFill>
                <a:srgbClr val="4D5AA5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9"/>
            <p:cNvSpPr/>
            <p:nvPr/>
          </p:nvSpPr>
          <p:spPr>
            <a:xfrm>
              <a:off x="5805150" y="2705600"/>
              <a:ext cx="205875" cy="167725"/>
            </a:xfrm>
            <a:custGeom>
              <a:avLst/>
              <a:gdLst/>
              <a:ahLst/>
              <a:cxnLst/>
              <a:rect l="l" t="t" r="r" b="b"/>
              <a:pathLst>
                <a:path w="8235" h="6709" extrusionOk="0">
                  <a:moveTo>
                    <a:pt x="5387" y="1"/>
                  </a:moveTo>
                  <a:cubicBezTo>
                    <a:pt x="4875" y="1"/>
                    <a:pt x="869" y="1725"/>
                    <a:pt x="1" y="2131"/>
                  </a:cubicBezTo>
                  <a:lnTo>
                    <a:pt x="1725" y="6709"/>
                  </a:lnTo>
                  <a:cubicBezTo>
                    <a:pt x="1725" y="6709"/>
                    <a:pt x="6376" y="5104"/>
                    <a:pt x="6243" y="4361"/>
                  </a:cubicBezTo>
                  <a:cubicBezTo>
                    <a:pt x="6212" y="4112"/>
                    <a:pt x="6056" y="4050"/>
                    <a:pt x="5909" y="4050"/>
                  </a:cubicBezTo>
                  <a:cubicBezTo>
                    <a:pt x="5767" y="4050"/>
                    <a:pt x="5633" y="4108"/>
                    <a:pt x="5633" y="4108"/>
                  </a:cubicBezTo>
                  <a:cubicBezTo>
                    <a:pt x="5633" y="4108"/>
                    <a:pt x="6317" y="3811"/>
                    <a:pt x="6183" y="3365"/>
                  </a:cubicBezTo>
                  <a:cubicBezTo>
                    <a:pt x="6101" y="3166"/>
                    <a:pt x="5950" y="3113"/>
                    <a:pt x="5810" y="3113"/>
                  </a:cubicBezTo>
                  <a:cubicBezTo>
                    <a:pt x="5651" y="3113"/>
                    <a:pt x="5508" y="3182"/>
                    <a:pt x="5500" y="3186"/>
                  </a:cubicBezTo>
                  <a:lnTo>
                    <a:pt x="5500" y="3186"/>
                  </a:lnTo>
                  <a:cubicBezTo>
                    <a:pt x="5520" y="3176"/>
                    <a:pt x="6371" y="2750"/>
                    <a:pt x="5945" y="2250"/>
                  </a:cubicBezTo>
                  <a:cubicBezTo>
                    <a:pt x="5838" y="2093"/>
                    <a:pt x="5675" y="2047"/>
                    <a:pt x="5523" y="2047"/>
                  </a:cubicBezTo>
                  <a:cubicBezTo>
                    <a:pt x="5316" y="2047"/>
                    <a:pt x="5128" y="2131"/>
                    <a:pt x="5128" y="2131"/>
                  </a:cubicBezTo>
                  <a:cubicBezTo>
                    <a:pt x="5128" y="2131"/>
                    <a:pt x="8234" y="705"/>
                    <a:pt x="7922" y="274"/>
                  </a:cubicBezTo>
                  <a:cubicBezTo>
                    <a:pt x="7894" y="214"/>
                    <a:pt x="7821" y="189"/>
                    <a:pt x="7718" y="189"/>
                  </a:cubicBezTo>
                  <a:cubicBezTo>
                    <a:pt x="7384" y="189"/>
                    <a:pt x="6737" y="452"/>
                    <a:pt x="6317" y="645"/>
                  </a:cubicBezTo>
                  <a:cubicBezTo>
                    <a:pt x="5693" y="957"/>
                    <a:pt x="4385" y="1269"/>
                    <a:pt x="4326" y="1269"/>
                  </a:cubicBezTo>
                  <a:cubicBezTo>
                    <a:pt x="4207" y="1210"/>
                    <a:pt x="5574" y="274"/>
                    <a:pt x="5440" y="21"/>
                  </a:cubicBezTo>
                  <a:cubicBezTo>
                    <a:pt x="5437" y="7"/>
                    <a:pt x="5418" y="1"/>
                    <a:pt x="5387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9"/>
            <p:cNvSpPr/>
            <p:nvPr/>
          </p:nvSpPr>
          <p:spPr>
            <a:xfrm>
              <a:off x="4959925" y="2635150"/>
              <a:ext cx="471875" cy="701100"/>
            </a:xfrm>
            <a:custGeom>
              <a:avLst/>
              <a:gdLst/>
              <a:ahLst/>
              <a:cxnLst/>
              <a:rect l="l" t="t" r="r" b="b"/>
              <a:pathLst>
                <a:path w="18875" h="28044" extrusionOk="0">
                  <a:moveTo>
                    <a:pt x="7119" y="1"/>
                  </a:moveTo>
                  <a:cubicBezTo>
                    <a:pt x="7119" y="1"/>
                    <a:pt x="3211" y="550"/>
                    <a:pt x="1353" y="12633"/>
                  </a:cubicBezTo>
                  <a:cubicBezTo>
                    <a:pt x="1" y="21178"/>
                    <a:pt x="432" y="28044"/>
                    <a:pt x="432" y="28044"/>
                  </a:cubicBezTo>
                  <a:lnTo>
                    <a:pt x="18325" y="28044"/>
                  </a:lnTo>
                  <a:cubicBezTo>
                    <a:pt x="18325" y="28044"/>
                    <a:pt x="18875" y="9601"/>
                    <a:pt x="17953" y="6123"/>
                  </a:cubicBezTo>
                  <a:lnTo>
                    <a:pt x="11385" y="491"/>
                  </a:lnTo>
                  <a:cubicBezTo>
                    <a:pt x="11385" y="491"/>
                    <a:pt x="10711" y="1034"/>
                    <a:pt x="9588" y="1034"/>
                  </a:cubicBezTo>
                  <a:cubicBezTo>
                    <a:pt x="9397" y="1034"/>
                    <a:pt x="9193" y="1018"/>
                    <a:pt x="8977" y="981"/>
                  </a:cubicBezTo>
                  <a:cubicBezTo>
                    <a:pt x="7491" y="744"/>
                    <a:pt x="7119" y="1"/>
                    <a:pt x="7119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9"/>
            <p:cNvSpPr/>
            <p:nvPr/>
          </p:nvSpPr>
          <p:spPr>
            <a:xfrm>
              <a:off x="5244525" y="2647425"/>
              <a:ext cx="647225" cy="368575"/>
            </a:xfrm>
            <a:custGeom>
              <a:avLst/>
              <a:gdLst/>
              <a:ahLst/>
              <a:cxnLst/>
              <a:rect l="l" t="t" r="r" b="b"/>
              <a:pathLst>
                <a:path w="25889" h="14743" extrusionOk="0">
                  <a:moveTo>
                    <a:pt x="1" y="0"/>
                  </a:moveTo>
                  <a:lnTo>
                    <a:pt x="1427" y="8857"/>
                  </a:lnTo>
                  <a:cubicBezTo>
                    <a:pt x="1427" y="8857"/>
                    <a:pt x="6688" y="14742"/>
                    <a:pt x="11652" y="14742"/>
                  </a:cubicBezTo>
                  <a:cubicBezTo>
                    <a:pt x="16600" y="14742"/>
                    <a:pt x="25889" y="9481"/>
                    <a:pt x="25889" y="9481"/>
                  </a:cubicBezTo>
                  <a:lnTo>
                    <a:pt x="23659" y="3403"/>
                  </a:lnTo>
                  <a:lnTo>
                    <a:pt x="12885" y="7252"/>
                  </a:lnTo>
                  <a:cubicBezTo>
                    <a:pt x="12885" y="7252"/>
                    <a:pt x="7193" y="1917"/>
                    <a:pt x="4518" y="996"/>
                  </a:cubicBezTo>
                  <a:cubicBezTo>
                    <a:pt x="1918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9"/>
            <p:cNvSpPr/>
            <p:nvPr/>
          </p:nvSpPr>
          <p:spPr>
            <a:xfrm>
              <a:off x="5298775" y="2888900"/>
              <a:ext cx="123725" cy="92925"/>
            </a:xfrm>
            <a:custGeom>
              <a:avLst/>
              <a:gdLst/>
              <a:ahLst/>
              <a:cxnLst/>
              <a:rect l="l" t="t" r="r" b="b"/>
              <a:pathLst>
                <a:path w="4949" h="3717" fill="none" extrusionOk="0">
                  <a:moveTo>
                    <a:pt x="4949" y="3716"/>
                  </a:moveTo>
                  <a:cubicBezTo>
                    <a:pt x="4949" y="3716"/>
                    <a:pt x="1605" y="1175"/>
                    <a:pt x="0" y="1"/>
                  </a:cubicBezTo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9"/>
            <p:cNvSpPr/>
            <p:nvPr/>
          </p:nvSpPr>
          <p:spPr>
            <a:xfrm>
              <a:off x="5811100" y="2741775"/>
              <a:ext cx="51300" cy="159425"/>
            </a:xfrm>
            <a:custGeom>
              <a:avLst/>
              <a:gdLst/>
              <a:ahLst/>
              <a:cxnLst/>
              <a:rect l="l" t="t" r="r" b="b"/>
              <a:pathLst>
                <a:path w="2052" h="6377" fill="none" extrusionOk="0">
                  <a:moveTo>
                    <a:pt x="1" y="1"/>
                  </a:moveTo>
                  <a:lnTo>
                    <a:pt x="2052" y="6376"/>
                  </a:lnTo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9"/>
            <p:cNvSpPr/>
            <p:nvPr/>
          </p:nvSpPr>
          <p:spPr>
            <a:xfrm>
              <a:off x="4969225" y="3299075"/>
              <a:ext cx="450325" cy="25"/>
            </a:xfrm>
            <a:custGeom>
              <a:avLst/>
              <a:gdLst/>
              <a:ahLst/>
              <a:cxnLst/>
              <a:rect l="l" t="t" r="r" b="b"/>
              <a:pathLst>
                <a:path w="18013" h="1" fill="none" extrusionOk="0">
                  <a:moveTo>
                    <a:pt x="0" y="0"/>
                  </a:moveTo>
                  <a:lnTo>
                    <a:pt x="18012" y="0"/>
                  </a:lnTo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9"/>
            <p:cNvSpPr/>
            <p:nvPr/>
          </p:nvSpPr>
          <p:spPr>
            <a:xfrm>
              <a:off x="5343725" y="2923075"/>
              <a:ext cx="3000" cy="413175"/>
            </a:xfrm>
            <a:custGeom>
              <a:avLst/>
              <a:gdLst/>
              <a:ahLst/>
              <a:cxnLst/>
              <a:rect l="l" t="t" r="r" b="b"/>
              <a:pathLst>
                <a:path w="120" h="16527" fill="none" extrusionOk="0">
                  <a:moveTo>
                    <a:pt x="0" y="1"/>
                  </a:moveTo>
                  <a:cubicBezTo>
                    <a:pt x="119" y="5143"/>
                    <a:pt x="0" y="16527"/>
                    <a:pt x="0" y="16527"/>
                  </a:cubicBezTo>
                </a:path>
              </a:pathLst>
            </a:custGeom>
            <a:noFill/>
            <a:ln w="9525" cap="flat" cmpd="sng">
              <a:solidFill>
                <a:srgbClr val="212237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9"/>
            <p:cNvSpPr/>
            <p:nvPr/>
          </p:nvSpPr>
          <p:spPr>
            <a:xfrm>
              <a:off x="5130100" y="2568650"/>
              <a:ext cx="131550" cy="99575"/>
            </a:xfrm>
            <a:custGeom>
              <a:avLst/>
              <a:gdLst/>
              <a:ahLst/>
              <a:cxnLst/>
              <a:rect l="l" t="t" r="r" b="b"/>
              <a:pathLst>
                <a:path w="5262" h="3983" extrusionOk="0">
                  <a:moveTo>
                    <a:pt x="431" y="0"/>
                  </a:moveTo>
                  <a:lnTo>
                    <a:pt x="0" y="3270"/>
                  </a:lnTo>
                  <a:cubicBezTo>
                    <a:pt x="0" y="3270"/>
                    <a:pt x="1337" y="3982"/>
                    <a:pt x="2852" y="3982"/>
                  </a:cubicBezTo>
                  <a:cubicBezTo>
                    <a:pt x="3663" y="3982"/>
                    <a:pt x="4525" y="3778"/>
                    <a:pt x="5261" y="3151"/>
                  </a:cubicBezTo>
                  <a:lnTo>
                    <a:pt x="5261" y="1293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9"/>
            <p:cNvSpPr/>
            <p:nvPr/>
          </p:nvSpPr>
          <p:spPr>
            <a:xfrm>
              <a:off x="5127125" y="2441500"/>
              <a:ext cx="211800" cy="173150"/>
            </a:xfrm>
            <a:custGeom>
              <a:avLst/>
              <a:gdLst/>
              <a:ahLst/>
              <a:cxnLst/>
              <a:rect l="l" t="t" r="r" b="b"/>
              <a:pathLst>
                <a:path w="8472" h="6926" extrusionOk="0">
                  <a:moveTo>
                    <a:pt x="4689" y="1"/>
                  </a:moveTo>
                  <a:cubicBezTo>
                    <a:pt x="4061" y="1"/>
                    <a:pt x="1502" y="148"/>
                    <a:pt x="372" y="2486"/>
                  </a:cubicBezTo>
                  <a:cubicBezTo>
                    <a:pt x="0" y="3155"/>
                    <a:pt x="2289" y="5830"/>
                    <a:pt x="3092" y="6320"/>
                  </a:cubicBezTo>
                  <a:cubicBezTo>
                    <a:pt x="3658" y="6687"/>
                    <a:pt x="4579" y="6925"/>
                    <a:pt x="5416" y="6925"/>
                  </a:cubicBezTo>
                  <a:cubicBezTo>
                    <a:pt x="6140" y="6925"/>
                    <a:pt x="6802" y="6747"/>
                    <a:pt x="7119" y="6320"/>
                  </a:cubicBezTo>
                  <a:cubicBezTo>
                    <a:pt x="8471" y="4641"/>
                    <a:pt x="4830" y="4"/>
                    <a:pt x="4830" y="4"/>
                  </a:cubicBezTo>
                  <a:cubicBezTo>
                    <a:pt x="4830" y="4"/>
                    <a:pt x="4780" y="1"/>
                    <a:pt x="4689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9"/>
            <p:cNvSpPr/>
            <p:nvPr/>
          </p:nvSpPr>
          <p:spPr>
            <a:xfrm>
              <a:off x="5024950" y="2418650"/>
              <a:ext cx="247475" cy="287275"/>
            </a:xfrm>
            <a:custGeom>
              <a:avLst/>
              <a:gdLst/>
              <a:ahLst/>
              <a:cxnLst/>
              <a:rect l="l" t="t" r="r" b="b"/>
              <a:pathLst>
                <a:path w="9899" h="11491" extrusionOk="0">
                  <a:moveTo>
                    <a:pt x="7104" y="0"/>
                  </a:moveTo>
                  <a:cubicBezTo>
                    <a:pt x="5874" y="0"/>
                    <a:pt x="4524" y="426"/>
                    <a:pt x="3344" y="1408"/>
                  </a:cubicBezTo>
                  <a:cubicBezTo>
                    <a:pt x="1041" y="3325"/>
                    <a:pt x="1" y="9775"/>
                    <a:pt x="1" y="9775"/>
                  </a:cubicBezTo>
                  <a:cubicBezTo>
                    <a:pt x="2109" y="11255"/>
                    <a:pt x="5055" y="11491"/>
                    <a:pt x="6715" y="11491"/>
                  </a:cubicBezTo>
                  <a:cubicBezTo>
                    <a:pt x="7487" y="11491"/>
                    <a:pt x="7981" y="11440"/>
                    <a:pt x="7981" y="11440"/>
                  </a:cubicBezTo>
                  <a:lnTo>
                    <a:pt x="8234" y="5317"/>
                  </a:lnTo>
                  <a:cubicBezTo>
                    <a:pt x="8234" y="5317"/>
                    <a:pt x="8471" y="3638"/>
                    <a:pt x="8412" y="1720"/>
                  </a:cubicBezTo>
                  <a:cubicBezTo>
                    <a:pt x="8412" y="1720"/>
                    <a:pt x="9096" y="1720"/>
                    <a:pt x="9408" y="1602"/>
                  </a:cubicBezTo>
                  <a:cubicBezTo>
                    <a:pt x="9660" y="1468"/>
                    <a:pt x="9898" y="918"/>
                    <a:pt x="9898" y="918"/>
                  </a:cubicBezTo>
                  <a:cubicBezTo>
                    <a:pt x="9198" y="337"/>
                    <a:pt x="8199" y="0"/>
                    <a:pt x="710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9"/>
            <p:cNvSpPr/>
            <p:nvPr/>
          </p:nvSpPr>
          <p:spPr>
            <a:xfrm>
              <a:off x="5210725" y="2525600"/>
              <a:ext cx="43125" cy="46750"/>
            </a:xfrm>
            <a:custGeom>
              <a:avLst/>
              <a:gdLst/>
              <a:ahLst/>
              <a:cxnLst/>
              <a:rect l="l" t="t" r="r" b="b"/>
              <a:pathLst>
                <a:path w="1725" h="1870" extrusionOk="0">
                  <a:moveTo>
                    <a:pt x="671" y="1"/>
                  </a:moveTo>
                  <a:cubicBezTo>
                    <a:pt x="516" y="1"/>
                    <a:pt x="387" y="91"/>
                    <a:pt x="297" y="236"/>
                  </a:cubicBezTo>
                  <a:cubicBezTo>
                    <a:pt x="0" y="667"/>
                    <a:pt x="550" y="1529"/>
                    <a:pt x="803" y="1648"/>
                  </a:cubicBezTo>
                  <a:cubicBezTo>
                    <a:pt x="1028" y="1792"/>
                    <a:pt x="1241" y="1869"/>
                    <a:pt x="1405" y="1869"/>
                  </a:cubicBezTo>
                  <a:cubicBezTo>
                    <a:pt x="1598" y="1869"/>
                    <a:pt x="1724" y="1762"/>
                    <a:pt x="1724" y="1529"/>
                  </a:cubicBezTo>
                  <a:lnTo>
                    <a:pt x="1293" y="415"/>
                  </a:lnTo>
                  <a:cubicBezTo>
                    <a:pt x="1062" y="121"/>
                    <a:pt x="849" y="1"/>
                    <a:pt x="671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9"/>
            <p:cNvSpPr/>
            <p:nvPr/>
          </p:nvSpPr>
          <p:spPr>
            <a:xfrm>
              <a:off x="5244525" y="2602450"/>
              <a:ext cx="17125" cy="12675"/>
            </a:xfrm>
            <a:custGeom>
              <a:avLst/>
              <a:gdLst/>
              <a:ahLst/>
              <a:cxnLst/>
              <a:rect l="l" t="t" r="r" b="b"/>
              <a:pathLst>
                <a:path w="685" h="507" fill="none" extrusionOk="0">
                  <a:moveTo>
                    <a:pt x="684" y="506"/>
                  </a:moveTo>
                  <a:cubicBezTo>
                    <a:pt x="194" y="506"/>
                    <a:pt x="1" y="1"/>
                    <a:pt x="1" y="1"/>
                  </a:cubicBezTo>
                </a:path>
              </a:pathLst>
            </a:custGeom>
            <a:noFill/>
            <a:ln w="9525" cap="flat" cmpd="sng">
              <a:solidFill>
                <a:srgbClr val="E888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9"/>
            <p:cNvSpPr/>
            <p:nvPr/>
          </p:nvSpPr>
          <p:spPr>
            <a:xfrm>
              <a:off x="5263725" y="2498600"/>
              <a:ext cx="15000" cy="15825"/>
            </a:xfrm>
            <a:custGeom>
              <a:avLst/>
              <a:gdLst/>
              <a:ahLst/>
              <a:cxnLst/>
              <a:rect l="l" t="t" r="r" b="b"/>
              <a:pathLst>
                <a:path w="600" h="633" extrusionOk="0">
                  <a:moveTo>
                    <a:pt x="171" y="1"/>
                  </a:moveTo>
                  <a:cubicBezTo>
                    <a:pt x="1" y="1"/>
                    <a:pt x="91" y="633"/>
                    <a:pt x="407" y="633"/>
                  </a:cubicBezTo>
                  <a:cubicBezTo>
                    <a:pt x="481" y="633"/>
                    <a:pt x="481" y="633"/>
                    <a:pt x="540" y="573"/>
                  </a:cubicBezTo>
                  <a:cubicBezTo>
                    <a:pt x="600" y="440"/>
                    <a:pt x="481" y="202"/>
                    <a:pt x="288" y="68"/>
                  </a:cubicBezTo>
                  <a:cubicBezTo>
                    <a:pt x="240" y="21"/>
                    <a:pt x="202" y="1"/>
                    <a:pt x="171" y="1"/>
                  </a:cubicBezTo>
                  <a:close/>
                </a:path>
              </a:pathLst>
            </a:custGeom>
            <a:solidFill>
              <a:srgbClr val="28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9"/>
            <p:cNvSpPr/>
            <p:nvPr/>
          </p:nvSpPr>
          <p:spPr>
            <a:xfrm>
              <a:off x="5278700" y="2553050"/>
              <a:ext cx="27900" cy="29600"/>
            </a:xfrm>
            <a:custGeom>
              <a:avLst/>
              <a:gdLst/>
              <a:ahLst/>
              <a:cxnLst/>
              <a:rect l="l" t="t" r="r" b="b"/>
              <a:pathLst>
                <a:path w="1116" h="1184" extrusionOk="0">
                  <a:moveTo>
                    <a:pt x="803" y="0"/>
                  </a:moveTo>
                  <a:lnTo>
                    <a:pt x="1" y="253"/>
                  </a:lnTo>
                  <a:cubicBezTo>
                    <a:pt x="1" y="253"/>
                    <a:pt x="280" y="1184"/>
                    <a:pt x="675" y="1184"/>
                  </a:cubicBezTo>
                  <a:cubicBezTo>
                    <a:pt x="698" y="1184"/>
                    <a:pt x="720" y="1181"/>
                    <a:pt x="744" y="1174"/>
                  </a:cubicBezTo>
                  <a:cubicBezTo>
                    <a:pt x="1115" y="996"/>
                    <a:pt x="803" y="0"/>
                    <a:pt x="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9"/>
            <p:cNvSpPr/>
            <p:nvPr/>
          </p:nvSpPr>
          <p:spPr>
            <a:xfrm>
              <a:off x="5281675" y="2498800"/>
              <a:ext cx="26400" cy="32725"/>
            </a:xfrm>
            <a:custGeom>
              <a:avLst/>
              <a:gdLst/>
              <a:ahLst/>
              <a:cxnLst/>
              <a:rect l="l" t="t" r="r" b="b"/>
              <a:pathLst>
                <a:path w="1056" h="1309" extrusionOk="0">
                  <a:moveTo>
                    <a:pt x="1" y="1"/>
                  </a:moveTo>
                  <a:lnTo>
                    <a:pt x="506" y="1308"/>
                  </a:lnTo>
                  <a:cubicBezTo>
                    <a:pt x="506" y="1308"/>
                    <a:pt x="1056" y="1056"/>
                    <a:pt x="1056" y="863"/>
                  </a:cubicBezTo>
                  <a:cubicBezTo>
                    <a:pt x="1056" y="432"/>
                    <a:pt x="60" y="60"/>
                    <a:pt x="1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9"/>
            <p:cNvSpPr/>
            <p:nvPr/>
          </p:nvSpPr>
          <p:spPr>
            <a:xfrm>
              <a:off x="5533950" y="3156775"/>
              <a:ext cx="91425" cy="47450"/>
            </a:xfrm>
            <a:custGeom>
              <a:avLst/>
              <a:gdLst/>
              <a:ahLst/>
              <a:cxnLst/>
              <a:rect l="l" t="t" r="r" b="b"/>
              <a:pathLst>
                <a:path w="3657" h="1898" extrusionOk="0">
                  <a:moveTo>
                    <a:pt x="0" y="1"/>
                  </a:moveTo>
                  <a:cubicBezTo>
                    <a:pt x="372" y="684"/>
                    <a:pt x="1115" y="1056"/>
                    <a:pt x="1932" y="1115"/>
                  </a:cubicBezTo>
                  <a:cubicBezTo>
                    <a:pt x="2111" y="1175"/>
                    <a:pt x="2304" y="1175"/>
                    <a:pt x="2482" y="1294"/>
                  </a:cubicBezTo>
                  <a:cubicBezTo>
                    <a:pt x="2542" y="1294"/>
                    <a:pt x="2675" y="1427"/>
                    <a:pt x="2735" y="1487"/>
                  </a:cubicBezTo>
                  <a:cubicBezTo>
                    <a:pt x="2913" y="1606"/>
                    <a:pt x="3166" y="1799"/>
                    <a:pt x="3418" y="1858"/>
                  </a:cubicBezTo>
                  <a:cubicBezTo>
                    <a:pt x="3468" y="1883"/>
                    <a:pt x="3517" y="1897"/>
                    <a:pt x="3558" y="1897"/>
                  </a:cubicBezTo>
                  <a:cubicBezTo>
                    <a:pt x="3615" y="1897"/>
                    <a:pt x="3656" y="1868"/>
                    <a:pt x="3656" y="1799"/>
                  </a:cubicBezTo>
                  <a:lnTo>
                    <a:pt x="3656" y="1739"/>
                  </a:lnTo>
                  <a:cubicBezTo>
                    <a:pt x="3418" y="1234"/>
                    <a:pt x="3225" y="625"/>
                    <a:pt x="2675" y="1"/>
                  </a:cubicBezTo>
                  <a:close/>
                </a:path>
              </a:pathLst>
            </a:custGeom>
            <a:solidFill>
              <a:srgbClr val="F9CA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9"/>
            <p:cNvSpPr/>
            <p:nvPr/>
          </p:nvSpPr>
          <p:spPr>
            <a:xfrm>
              <a:off x="5533950" y="3156775"/>
              <a:ext cx="92900" cy="48625"/>
            </a:xfrm>
            <a:custGeom>
              <a:avLst/>
              <a:gdLst/>
              <a:ahLst/>
              <a:cxnLst/>
              <a:rect l="l" t="t" r="r" b="b"/>
              <a:pathLst>
                <a:path w="3716" h="1945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58"/>
                    <a:pt x="72" y="113"/>
                    <a:pt x="114" y="167"/>
                  </a:cubicBezTo>
                  <a:lnTo>
                    <a:pt x="114" y="167"/>
                  </a:lnTo>
                  <a:cubicBezTo>
                    <a:pt x="75" y="107"/>
                    <a:pt x="38" y="51"/>
                    <a:pt x="0" y="1"/>
                  </a:cubicBezTo>
                  <a:close/>
                  <a:moveTo>
                    <a:pt x="2675" y="1"/>
                  </a:moveTo>
                  <a:lnTo>
                    <a:pt x="2675" y="1"/>
                  </a:lnTo>
                  <a:cubicBezTo>
                    <a:pt x="2973" y="372"/>
                    <a:pt x="3225" y="863"/>
                    <a:pt x="3478" y="1368"/>
                  </a:cubicBezTo>
                  <a:cubicBezTo>
                    <a:pt x="3478" y="1487"/>
                    <a:pt x="3537" y="1606"/>
                    <a:pt x="3597" y="1739"/>
                  </a:cubicBezTo>
                  <a:cubicBezTo>
                    <a:pt x="3656" y="1799"/>
                    <a:pt x="3597" y="1799"/>
                    <a:pt x="3597" y="1799"/>
                  </a:cubicBezTo>
                  <a:cubicBezTo>
                    <a:pt x="3567" y="1829"/>
                    <a:pt x="3537" y="1843"/>
                    <a:pt x="3508" y="1843"/>
                  </a:cubicBezTo>
                  <a:cubicBezTo>
                    <a:pt x="3478" y="1843"/>
                    <a:pt x="3448" y="1829"/>
                    <a:pt x="3418" y="1799"/>
                  </a:cubicBezTo>
                  <a:cubicBezTo>
                    <a:pt x="3166" y="1739"/>
                    <a:pt x="2973" y="1606"/>
                    <a:pt x="2735" y="1427"/>
                  </a:cubicBezTo>
                  <a:cubicBezTo>
                    <a:pt x="2675" y="1294"/>
                    <a:pt x="2542" y="1234"/>
                    <a:pt x="2423" y="1175"/>
                  </a:cubicBezTo>
                  <a:cubicBezTo>
                    <a:pt x="2304" y="1115"/>
                    <a:pt x="2111" y="1115"/>
                    <a:pt x="1992" y="1115"/>
                  </a:cubicBezTo>
                  <a:cubicBezTo>
                    <a:pt x="1739" y="1056"/>
                    <a:pt x="1486" y="996"/>
                    <a:pt x="1249" y="922"/>
                  </a:cubicBezTo>
                  <a:cubicBezTo>
                    <a:pt x="811" y="767"/>
                    <a:pt x="384" y="512"/>
                    <a:pt x="114" y="167"/>
                  </a:cubicBezTo>
                  <a:lnTo>
                    <a:pt x="114" y="167"/>
                  </a:lnTo>
                  <a:cubicBezTo>
                    <a:pt x="212" y="317"/>
                    <a:pt x="324" y="486"/>
                    <a:pt x="506" y="625"/>
                  </a:cubicBezTo>
                  <a:cubicBezTo>
                    <a:pt x="684" y="803"/>
                    <a:pt x="937" y="922"/>
                    <a:pt x="1189" y="996"/>
                  </a:cubicBezTo>
                  <a:cubicBezTo>
                    <a:pt x="1427" y="1115"/>
                    <a:pt x="1739" y="1175"/>
                    <a:pt x="1992" y="1175"/>
                  </a:cubicBezTo>
                  <a:cubicBezTo>
                    <a:pt x="2111" y="1234"/>
                    <a:pt x="2230" y="1234"/>
                    <a:pt x="2363" y="1294"/>
                  </a:cubicBezTo>
                  <a:cubicBezTo>
                    <a:pt x="2482" y="1294"/>
                    <a:pt x="2542" y="1427"/>
                    <a:pt x="2675" y="1487"/>
                  </a:cubicBezTo>
                  <a:cubicBezTo>
                    <a:pt x="2913" y="1665"/>
                    <a:pt x="3106" y="1858"/>
                    <a:pt x="3418" y="1918"/>
                  </a:cubicBezTo>
                  <a:cubicBezTo>
                    <a:pt x="3458" y="1918"/>
                    <a:pt x="3498" y="1944"/>
                    <a:pt x="3537" y="1944"/>
                  </a:cubicBezTo>
                  <a:cubicBezTo>
                    <a:pt x="3557" y="1944"/>
                    <a:pt x="3577" y="1938"/>
                    <a:pt x="3597" y="1918"/>
                  </a:cubicBezTo>
                  <a:cubicBezTo>
                    <a:pt x="3656" y="1918"/>
                    <a:pt x="3716" y="1858"/>
                    <a:pt x="3716" y="1799"/>
                  </a:cubicBezTo>
                  <a:lnTo>
                    <a:pt x="3716" y="1665"/>
                  </a:lnTo>
                  <a:lnTo>
                    <a:pt x="3537" y="1294"/>
                  </a:lnTo>
                  <a:cubicBezTo>
                    <a:pt x="3418" y="1056"/>
                    <a:pt x="3285" y="803"/>
                    <a:pt x="3166" y="625"/>
                  </a:cubicBezTo>
                  <a:cubicBezTo>
                    <a:pt x="2973" y="372"/>
                    <a:pt x="2854" y="179"/>
                    <a:pt x="2675" y="1"/>
                  </a:cubicBezTo>
                  <a:close/>
                </a:path>
              </a:pathLst>
            </a:custGeom>
            <a:solidFill>
              <a:srgbClr val="E88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9"/>
            <p:cNvSpPr/>
            <p:nvPr/>
          </p:nvSpPr>
          <p:spPr>
            <a:xfrm>
              <a:off x="3959775" y="4190950"/>
              <a:ext cx="468900" cy="658400"/>
            </a:xfrm>
            <a:custGeom>
              <a:avLst/>
              <a:gdLst/>
              <a:ahLst/>
              <a:cxnLst/>
              <a:rect l="l" t="t" r="r" b="b"/>
              <a:pathLst>
                <a:path w="18756" h="26336" extrusionOk="0">
                  <a:moveTo>
                    <a:pt x="6731" y="1"/>
                  </a:moveTo>
                  <a:cubicBezTo>
                    <a:pt x="3837" y="1"/>
                    <a:pt x="1432" y="2225"/>
                    <a:pt x="803" y="5015"/>
                  </a:cubicBezTo>
                  <a:cubicBezTo>
                    <a:pt x="1" y="8537"/>
                    <a:pt x="1175" y="12312"/>
                    <a:pt x="2482" y="15537"/>
                  </a:cubicBezTo>
                  <a:cubicBezTo>
                    <a:pt x="3894" y="19312"/>
                    <a:pt x="5886" y="22967"/>
                    <a:pt x="8174" y="26311"/>
                  </a:cubicBezTo>
                  <a:cubicBezTo>
                    <a:pt x="8174" y="26329"/>
                    <a:pt x="8190" y="26336"/>
                    <a:pt x="8210" y="26336"/>
                  </a:cubicBezTo>
                  <a:cubicBezTo>
                    <a:pt x="8258" y="26336"/>
                    <a:pt x="8335" y="26294"/>
                    <a:pt x="8293" y="26252"/>
                  </a:cubicBezTo>
                  <a:cubicBezTo>
                    <a:pt x="6436" y="23458"/>
                    <a:pt x="4831" y="20560"/>
                    <a:pt x="3463" y="17513"/>
                  </a:cubicBezTo>
                  <a:cubicBezTo>
                    <a:pt x="2037" y="14244"/>
                    <a:pt x="684" y="10588"/>
                    <a:pt x="803" y="6932"/>
                  </a:cubicBezTo>
                  <a:cubicBezTo>
                    <a:pt x="803" y="5446"/>
                    <a:pt x="1175" y="3901"/>
                    <a:pt x="2111" y="2593"/>
                  </a:cubicBezTo>
                  <a:cubicBezTo>
                    <a:pt x="3092" y="1240"/>
                    <a:pt x="4712" y="304"/>
                    <a:pt x="6376" y="245"/>
                  </a:cubicBezTo>
                  <a:cubicBezTo>
                    <a:pt x="6494" y="238"/>
                    <a:pt x="6611" y="235"/>
                    <a:pt x="6727" y="235"/>
                  </a:cubicBezTo>
                  <a:cubicBezTo>
                    <a:pt x="10981" y="235"/>
                    <a:pt x="13663" y="4679"/>
                    <a:pt x="14921" y="8166"/>
                  </a:cubicBezTo>
                  <a:cubicBezTo>
                    <a:pt x="16972" y="13991"/>
                    <a:pt x="17715" y="20188"/>
                    <a:pt x="18577" y="26252"/>
                  </a:cubicBezTo>
                  <a:cubicBezTo>
                    <a:pt x="18577" y="26297"/>
                    <a:pt x="18603" y="26316"/>
                    <a:pt x="18635" y="26316"/>
                  </a:cubicBezTo>
                  <a:cubicBezTo>
                    <a:pt x="18687" y="26316"/>
                    <a:pt x="18755" y="26266"/>
                    <a:pt x="18755" y="26192"/>
                  </a:cubicBezTo>
                  <a:cubicBezTo>
                    <a:pt x="17953" y="20367"/>
                    <a:pt x="17269" y="14482"/>
                    <a:pt x="15352" y="8968"/>
                  </a:cubicBezTo>
                  <a:cubicBezTo>
                    <a:pt x="14119" y="5193"/>
                    <a:pt x="11830" y="676"/>
                    <a:pt x="7491" y="52"/>
                  </a:cubicBezTo>
                  <a:cubicBezTo>
                    <a:pt x="7234" y="17"/>
                    <a:pt x="6981" y="1"/>
                    <a:pt x="6731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9"/>
            <p:cNvSpPr/>
            <p:nvPr/>
          </p:nvSpPr>
          <p:spPr>
            <a:xfrm>
              <a:off x="4092775" y="4200025"/>
              <a:ext cx="222950" cy="648725"/>
            </a:xfrm>
            <a:custGeom>
              <a:avLst/>
              <a:gdLst/>
              <a:ahLst/>
              <a:cxnLst/>
              <a:rect l="l" t="t" r="r" b="b"/>
              <a:pathLst>
                <a:path w="8918" h="25949" fill="none" extrusionOk="0">
                  <a:moveTo>
                    <a:pt x="1" y="1"/>
                  </a:moveTo>
                  <a:lnTo>
                    <a:pt x="8918" y="25948"/>
                  </a:ln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9"/>
            <p:cNvSpPr/>
            <p:nvPr/>
          </p:nvSpPr>
          <p:spPr>
            <a:xfrm>
              <a:off x="3605350" y="4362100"/>
              <a:ext cx="394575" cy="487250"/>
            </a:xfrm>
            <a:custGeom>
              <a:avLst/>
              <a:gdLst/>
              <a:ahLst/>
              <a:cxnLst/>
              <a:rect l="l" t="t" r="r" b="b"/>
              <a:pathLst>
                <a:path w="15783" h="19490" extrusionOk="0">
                  <a:moveTo>
                    <a:pt x="5538" y="1"/>
                  </a:moveTo>
                  <a:cubicBezTo>
                    <a:pt x="3190" y="1"/>
                    <a:pt x="1020" y="1555"/>
                    <a:pt x="550" y="3920"/>
                  </a:cubicBezTo>
                  <a:cubicBezTo>
                    <a:pt x="0" y="6462"/>
                    <a:pt x="1055" y="9256"/>
                    <a:pt x="2170" y="11544"/>
                  </a:cubicBezTo>
                  <a:cubicBezTo>
                    <a:pt x="3522" y="14383"/>
                    <a:pt x="5261" y="17058"/>
                    <a:pt x="7178" y="19465"/>
                  </a:cubicBezTo>
                  <a:cubicBezTo>
                    <a:pt x="7195" y="19483"/>
                    <a:pt x="7219" y="19490"/>
                    <a:pt x="7242" y="19490"/>
                  </a:cubicBezTo>
                  <a:cubicBezTo>
                    <a:pt x="7298" y="19490"/>
                    <a:pt x="7350" y="19448"/>
                    <a:pt x="7297" y="19406"/>
                  </a:cubicBezTo>
                  <a:cubicBezTo>
                    <a:pt x="5751" y="17429"/>
                    <a:pt x="4399" y="15319"/>
                    <a:pt x="3151" y="13090"/>
                  </a:cubicBezTo>
                  <a:cubicBezTo>
                    <a:pt x="1858" y="10801"/>
                    <a:pt x="609" y="8067"/>
                    <a:pt x="550" y="5347"/>
                  </a:cubicBezTo>
                  <a:cubicBezTo>
                    <a:pt x="550" y="4232"/>
                    <a:pt x="803" y="3058"/>
                    <a:pt x="1546" y="2122"/>
                  </a:cubicBezTo>
                  <a:cubicBezTo>
                    <a:pt x="2408" y="1008"/>
                    <a:pt x="3775" y="339"/>
                    <a:pt x="5142" y="205"/>
                  </a:cubicBezTo>
                  <a:cubicBezTo>
                    <a:pt x="5304" y="190"/>
                    <a:pt x="5464" y="183"/>
                    <a:pt x="5622" y="183"/>
                  </a:cubicBezTo>
                  <a:cubicBezTo>
                    <a:pt x="8778" y="183"/>
                    <a:pt x="11072" y="3075"/>
                    <a:pt x="12261" y="5778"/>
                  </a:cubicBezTo>
                  <a:cubicBezTo>
                    <a:pt x="14118" y="10117"/>
                    <a:pt x="14802" y="14828"/>
                    <a:pt x="15545" y="19406"/>
                  </a:cubicBezTo>
                  <a:cubicBezTo>
                    <a:pt x="15568" y="19451"/>
                    <a:pt x="15608" y="19470"/>
                    <a:pt x="15648" y="19470"/>
                  </a:cubicBezTo>
                  <a:cubicBezTo>
                    <a:pt x="15715" y="19470"/>
                    <a:pt x="15783" y="19420"/>
                    <a:pt x="15783" y="19346"/>
                  </a:cubicBezTo>
                  <a:cubicBezTo>
                    <a:pt x="15040" y="14947"/>
                    <a:pt x="14356" y="10370"/>
                    <a:pt x="12692" y="6209"/>
                  </a:cubicBezTo>
                  <a:cubicBezTo>
                    <a:pt x="11518" y="3371"/>
                    <a:pt x="9407" y="339"/>
                    <a:pt x="6063" y="27"/>
                  </a:cubicBezTo>
                  <a:cubicBezTo>
                    <a:pt x="5888" y="9"/>
                    <a:pt x="5712" y="1"/>
                    <a:pt x="5538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9"/>
            <p:cNvSpPr/>
            <p:nvPr/>
          </p:nvSpPr>
          <p:spPr>
            <a:xfrm>
              <a:off x="3716800" y="4368700"/>
              <a:ext cx="191725" cy="480050"/>
            </a:xfrm>
            <a:custGeom>
              <a:avLst/>
              <a:gdLst/>
              <a:ahLst/>
              <a:cxnLst/>
              <a:rect l="l" t="t" r="r" b="b"/>
              <a:pathLst>
                <a:path w="7669" h="19202" fill="none" extrusionOk="0">
                  <a:moveTo>
                    <a:pt x="0" y="1"/>
                  </a:moveTo>
                  <a:lnTo>
                    <a:pt x="7669" y="19201"/>
                  </a:ln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9"/>
            <p:cNvSpPr/>
            <p:nvPr/>
          </p:nvSpPr>
          <p:spPr>
            <a:xfrm>
              <a:off x="4371425" y="3659825"/>
              <a:ext cx="655050" cy="1187425"/>
            </a:xfrm>
            <a:custGeom>
              <a:avLst/>
              <a:gdLst/>
              <a:ahLst/>
              <a:cxnLst/>
              <a:rect l="l" t="t" r="r" b="b"/>
              <a:pathLst>
                <a:path w="26202" h="47497" fill="none" extrusionOk="0">
                  <a:moveTo>
                    <a:pt x="14743" y="47497"/>
                  </a:moveTo>
                  <a:cubicBezTo>
                    <a:pt x="5767" y="31268"/>
                    <a:pt x="1" y="15174"/>
                    <a:pt x="7253" y="7550"/>
                  </a:cubicBezTo>
                  <a:cubicBezTo>
                    <a:pt x="14372" y="1"/>
                    <a:pt x="21862" y="8977"/>
                    <a:pt x="23660" y="16913"/>
                  </a:cubicBezTo>
                  <a:cubicBezTo>
                    <a:pt x="25889" y="26632"/>
                    <a:pt x="26201" y="37153"/>
                    <a:pt x="26142" y="47497"/>
                  </a:cubicBez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9"/>
            <p:cNvSpPr/>
            <p:nvPr/>
          </p:nvSpPr>
          <p:spPr>
            <a:xfrm>
              <a:off x="4617750" y="3799150"/>
              <a:ext cx="269400" cy="1046625"/>
            </a:xfrm>
            <a:custGeom>
              <a:avLst/>
              <a:gdLst/>
              <a:ahLst/>
              <a:cxnLst/>
              <a:rect l="l" t="t" r="r" b="b"/>
              <a:pathLst>
                <a:path w="10776" h="41865" fill="none" extrusionOk="0">
                  <a:moveTo>
                    <a:pt x="1" y="0"/>
                  </a:moveTo>
                  <a:lnTo>
                    <a:pt x="10775" y="41864"/>
                  </a:ln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9"/>
            <p:cNvSpPr/>
            <p:nvPr/>
          </p:nvSpPr>
          <p:spPr>
            <a:xfrm>
              <a:off x="4201275" y="4033550"/>
              <a:ext cx="545975" cy="816175"/>
            </a:xfrm>
            <a:custGeom>
              <a:avLst/>
              <a:gdLst/>
              <a:ahLst/>
              <a:cxnLst/>
              <a:rect l="l" t="t" r="r" b="b"/>
              <a:pathLst>
                <a:path w="21839" h="32647" extrusionOk="0">
                  <a:moveTo>
                    <a:pt x="5279" y="0"/>
                  </a:moveTo>
                  <a:cubicBezTo>
                    <a:pt x="4390" y="0"/>
                    <a:pt x="3503" y="226"/>
                    <a:pt x="2720" y="775"/>
                  </a:cubicBezTo>
                  <a:cubicBezTo>
                    <a:pt x="1427" y="1651"/>
                    <a:pt x="684" y="3138"/>
                    <a:pt x="372" y="4683"/>
                  </a:cubicBezTo>
                  <a:cubicBezTo>
                    <a:pt x="0" y="6600"/>
                    <a:pt x="179" y="8577"/>
                    <a:pt x="431" y="10509"/>
                  </a:cubicBezTo>
                  <a:cubicBezTo>
                    <a:pt x="803" y="12916"/>
                    <a:pt x="1487" y="15339"/>
                    <a:pt x="2230" y="17627"/>
                  </a:cubicBezTo>
                  <a:cubicBezTo>
                    <a:pt x="3835" y="22769"/>
                    <a:pt x="6004" y="27658"/>
                    <a:pt x="8055" y="32607"/>
                  </a:cubicBezTo>
                  <a:cubicBezTo>
                    <a:pt x="8080" y="32632"/>
                    <a:pt x="8115" y="32646"/>
                    <a:pt x="8143" y="32646"/>
                  </a:cubicBezTo>
                  <a:cubicBezTo>
                    <a:pt x="8182" y="32646"/>
                    <a:pt x="8209" y="32617"/>
                    <a:pt x="8174" y="32548"/>
                  </a:cubicBezTo>
                  <a:cubicBezTo>
                    <a:pt x="6495" y="28401"/>
                    <a:pt x="4711" y="24315"/>
                    <a:pt x="3225" y="20168"/>
                  </a:cubicBezTo>
                  <a:cubicBezTo>
                    <a:pt x="1739" y="15948"/>
                    <a:pt x="253" y="11371"/>
                    <a:pt x="372" y="6853"/>
                  </a:cubicBezTo>
                  <a:cubicBezTo>
                    <a:pt x="372" y="5174"/>
                    <a:pt x="684" y="3375"/>
                    <a:pt x="1739" y="2023"/>
                  </a:cubicBezTo>
                  <a:cubicBezTo>
                    <a:pt x="2612" y="812"/>
                    <a:pt x="3895" y="204"/>
                    <a:pt x="5303" y="204"/>
                  </a:cubicBezTo>
                  <a:cubicBezTo>
                    <a:pt x="5693" y="204"/>
                    <a:pt x="6092" y="250"/>
                    <a:pt x="6495" y="344"/>
                  </a:cubicBezTo>
                  <a:cubicBezTo>
                    <a:pt x="8664" y="849"/>
                    <a:pt x="10582" y="2394"/>
                    <a:pt x="12008" y="4059"/>
                  </a:cubicBezTo>
                  <a:cubicBezTo>
                    <a:pt x="14059" y="6288"/>
                    <a:pt x="15352" y="8948"/>
                    <a:pt x="16467" y="11742"/>
                  </a:cubicBezTo>
                  <a:cubicBezTo>
                    <a:pt x="19008" y="18430"/>
                    <a:pt x="20063" y="25548"/>
                    <a:pt x="21609" y="32488"/>
                  </a:cubicBezTo>
                  <a:cubicBezTo>
                    <a:pt x="21609" y="32534"/>
                    <a:pt x="21645" y="32553"/>
                    <a:pt x="21688" y="32553"/>
                  </a:cubicBezTo>
                  <a:cubicBezTo>
                    <a:pt x="21756" y="32553"/>
                    <a:pt x="21838" y="32502"/>
                    <a:pt x="21802" y="32429"/>
                  </a:cubicBezTo>
                  <a:cubicBezTo>
                    <a:pt x="20316" y="25920"/>
                    <a:pt x="19320" y="19173"/>
                    <a:pt x="17091" y="12857"/>
                  </a:cubicBezTo>
                  <a:cubicBezTo>
                    <a:pt x="16095" y="10063"/>
                    <a:pt x="14921" y="7343"/>
                    <a:pt x="13063" y="4995"/>
                  </a:cubicBezTo>
                  <a:cubicBezTo>
                    <a:pt x="11637" y="3138"/>
                    <a:pt x="9838" y="1399"/>
                    <a:pt x="7609" y="477"/>
                  </a:cubicBezTo>
                  <a:cubicBezTo>
                    <a:pt x="6878" y="182"/>
                    <a:pt x="6078" y="0"/>
                    <a:pt x="5279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9"/>
            <p:cNvSpPr/>
            <p:nvPr/>
          </p:nvSpPr>
          <p:spPr>
            <a:xfrm>
              <a:off x="4304925" y="4039150"/>
              <a:ext cx="274225" cy="809600"/>
            </a:xfrm>
            <a:custGeom>
              <a:avLst/>
              <a:gdLst/>
              <a:ahLst/>
              <a:cxnLst/>
              <a:rect l="l" t="t" r="r" b="b"/>
              <a:pathLst>
                <a:path w="10969" h="32384" fill="none" extrusionOk="0">
                  <a:moveTo>
                    <a:pt x="1" y="1"/>
                  </a:moveTo>
                  <a:lnTo>
                    <a:pt x="10968" y="32383"/>
                  </a:lnTo>
                </a:path>
              </a:pathLst>
            </a:custGeom>
            <a:noFill/>
            <a:ln w="9525" cap="flat" cmpd="sng">
              <a:solidFill>
                <a:srgbClr val="94A2D3"/>
              </a:solidFill>
              <a:prstDash val="solid"/>
              <a:miter lim="148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9"/>
            <p:cNvSpPr/>
            <p:nvPr/>
          </p:nvSpPr>
          <p:spPr>
            <a:xfrm>
              <a:off x="4592875" y="3850425"/>
              <a:ext cx="25" cy="49425"/>
            </a:xfrm>
            <a:custGeom>
              <a:avLst/>
              <a:gdLst/>
              <a:ahLst/>
              <a:cxnLst/>
              <a:rect l="l" t="t" r="r" b="b"/>
              <a:pathLst>
                <a:path w="1" h="1977" fill="none" extrusionOk="0">
                  <a:moveTo>
                    <a:pt x="0" y="0"/>
                  </a:moveTo>
                  <a:lnTo>
                    <a:pt x="0" y="1977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9"/>
            <p:cNvSpPr/>
            <p:nvPr/>
          </p:nvSpPr>
          <p:spPr>
            <a:xfrm>
              <a:off x="4566475" y="3874950"/>
              <a:ext cx="51300" cy="25"/>
            </a:xfrm>
            <a:custGeom>
              <a:avLst/>
              <a:gdLst/>
              <a:ahLst/>
              <a:cxnLst/>
              <a:rect l="l" t="t" r="r" b="b"/>
              <a:pathLst>
                <a:path w="2052" h="1" fill="none" extrusionOk="0">
                  <a:moveTo>
                    <a:pt x="2052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9"/>
            <p:cNvSpPr/>
            <p:nvPr/>
          </p:nvSpPr>
          <p:spPr>
            <a:xfrm>
              <a:off x="6280350" y="3689175"/>
              <a:ext cx="25" cy="49800"/>
            </a:xfrm>
            <a:custGeom>
              <a:avLst/>
              <a:gdLst/>
              <a:ahLst/>
              <a:cxnLst/>
              <a:rect l="l" t="t" r="r" b="b"/>
              <a:pathLst>
                <a:path w="1" h="1992" fill="none" extrusionOk="0">
                  <a:moveTo>
                    <a:pt x="0" y="1"/>
                  </a:moveTo>
                  <a:lnTo>
                    <a:pt x="0" y="199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9"/>
            <p:cNvSpPr/>
            <p:nvPr/>
          </p:nvSpPr>
          <p:spPr>
            <a:xfrm>
              <a:off x="6253975" y="3714075"/>
              <a:ext cx="50925" cy="25"/>
            </a:xfrm>
            <a:custGeom>
              <a:avLst/>
              <a:gdLst/>
              <a:ahLst/>
              <a:cxnLst/>
              <a:rect l="l" t="t" r="r" b="b"/>
              <a:pathLst>
                <a:path w="2037" h="1" fill="none" extrusionOk="0">
                  <a:moveTo>
                    <a:pt x="2036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9"/>
            <p:cNvSpPr/>
            <p:nvPr/>
          </p:nvSpPr>
          <p:spPr>
            <a:xfrm>
              <a:off x="4955100" y="3435425"/>
              <a:ext cx="47950" cy="47950"/>
            </a:xfrm>
            <a:custGeom>
              <a:avLst/>
              <a:gdLst/>
              <a:ahLst/>
              <a:cxnLst/>
              <a:rect l="l" t="t" r="r" b="b"/>
              <a:pathLst>
                <a:path w="1918" h="1918" fill="none" extrusionOk="0">
                  <a:moveTo>
                    <a:pt x="1918" y="996"/>
                  </a:moveTo>
                  <a:cubicBezTo>
                    <a:pt x="1918" y="1487"/>
                    <a:pt x="1487" y="1918"/>
                    <a:pt x="996" y="1918"/>
                  </a:cubicBezTo>
                  <a:cubicBezTo>
                    <a:pt x="432" y="1918"/>
                    <a:pt x="1" y="1487"/>
                    <a:pt x="1" y="996"/>
                  </a:cubicBezTo>
                  <a:cubicBezTo>
                    <a:pt x="1" y="431"/>
                    <a:pt x="432" y="0"/>
                    <a:pt x="996" y="0"/>
                  </a:cubicBezTo>
                  <a:cubicBezTo>
                    <a:pt x="1487" y="0"/>
                    <a:pt x="1918" y="431"/>
                    <a:pt x="1918" y="99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9"/>
            <p:cNvSpPr/>
            <p:nvPr/>
          </p:nvSpPr>
          <p:spPr>
            <a:xfrm>
              <a:off x="3749125" y="4627275"/>
              <a:ext cx="267900" cy="25"/>
            </a:xfrm>
            <a:custGeom>
              <a:avLst/>
              <a:gdLst/>
              <a:ahLst/>
              <a:cxnLst/>
              <a:rect l="l" t="t" r="r" b="b"/>
              <a:pathLst>
                <a:path w="10716" h="1" fill="none" extrusionOk="0">
                  <a:moveTo>
                    <a:pt x="0" y="1"/>
                  </a:moveTo>
                  <a:lnTo>
                    <a:pt x="10715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9"/>
            <p:cNvSpPr/>
            <p:nvPr/>
          </p:nvSpPr>
          <p:spPr>
            <a:xfrm>
              <a:off x="4099100" y="4627275"/>
              <a:ext cx="119300" cy="25"/>
            </a:xfrm>
            <a:custGeom>
              <a:avLst/>
              <a:gdLst/>
              <a:ahLst/>
              <a:cxnLst/>
              <a:rect l="l" t="t" r="r" b="b"/>
              <a:pathLst>
                <a:path w="4772" h="1" fill="none" extrusionOk="0">
                  <a:moveTo>
                    <a:pt x="1" y="1"/>
                  </a:moveTo>
                  <a:lnTo>
                    <a:pt x="4771" y="1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9"/>
            <p:cNvSpPr/>
            <p:nvPr/>
          </p:nvSpPr>
          <p:spPr>
            <a:xfrm>
              <a:off x="5676625" y="4692300"/>
              <a:ext cx="25" cy="49800"/>
            </a:xfrm>
            <a:custGeom>
              <a:avLst/>
              <a:gdLst/>
              <a:ahLst/>
              <a:cxnLst/>
              <a:rect l="l" t="t" r="r" b="b"/>
              <a:pathLst>
                <a:path w="1" h="1992" fill="none" extrusionOk="0">
                  <a:moveTo>
                    <a:pt x="0" y="1"/>
                  </a:moveTo>
                  <a:lnTo>
                    <a:pt x="0" y="1992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9"/>
            <p:cNvSpPr/>
            <p:nvPr/>
          </p:nvSpPr>
          <p:spPr>
            <a:xfrm>
              <a:off x="5650225" y="4717200"/>
              <a:ext cx="50925" cy="25"/>
            </a:xfrm>
            <a:custGeom>
              <a:avLst/>
              <a:gdLst/>
              <a:ahLst/>
              <a:cxnLst/>
              <a:rect l="l" t="t" r="r" b="b"/>
              <a:pathLst>
                <a:path w="2037" h="1" fill="none" extrusionOk="0">
                  <a:moveTo>
                    <a:pt x="2037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9"/>
            <p:cNvSpPr/>
            <p:nvPr/>
          </p:nvSpPr>
          <p:spPr>
            <a:xfrm>
              <a:off x="6733975" y="4218600"/>
              <a:ext cx="47950" cy="47950"/>
            </a:xfrm>
            <a:custGeom>
              <a:avLst/>
              <a:gdLst/>
              <a:ahLst/>
              <a:cxnLst/>
              <a:rect l="l" t="t" r="r" b="b"/>
              <a:pathLst>
                <a:path w="1918" h="1918" fill="none" extrusionOk="0">
                  <a:moveTo>
                    <a:pt x="1918" y="996"/>
                  </a:moveTo>
                  <a:cubicBezTo>
                    <a:pt x="1918" y="1487"/>
                    <a:pt x="1487" y="1918"/>
                    <a:pt x="922" y="1918"/>
                  </a:cubicBezTo>
                  <a:cubicBezTo>
                    <a:pt x="432" y="1918"/>
                    <a:pt x="1" y="1487"/>
                    <a:pt x="1" y="996"/>
                  </a:cubicBezTo>
                  <a:cubicBezTo>
                    <a:pt x="1" y="432"/>
                    <a:pt x="432" y="1"/>
                    <a:pt x="922" y="1"/>
                  </a:cubicBezTo>
                  <a:cubicBezTo>
                    <a:pt x="1487" y="1"/>
                    <a:pt x="1918" y="432"/>
                    <a:pt x="1918" y="996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9"/>
            <p:cNvSpPr/>
            <p:nvPr/>
          </p:nvSpPr>
          <p:spPr>
            <a:xfrm>
              <a:off x="5707450" y="4195575"/>
              <a:ext cx="181325" cy="25"/>
            </a:xfrm>
            <a:custGeom>
              <a:avLst/>
              <a:gdLst/>
              <a:ahLst/>
              <a:cxnLst/>
              <a:rect l="l" t="t" r="r" b="b"/>
              <a:pathLst>
                <a:path w="7253" h="1" fill="none" extrusionOk="0">
                  <a:moveTo>
                    <a:pt x="7253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9"/>
            <p:cNvSpPr/>
            <p:nvPr/>
          </p:nvSpPr>
          <p:spPr>
            <a:xfrm>
              <a:off x="5548075" y="4195575"/>
              <a:ext cx="99200" cy="25"/>
            </a:xfrm>
            <a:custGeom>
              <a:avLst/>
              <a:gdLst/>
              <a:ahLst/>
              <a:cxnLst/>
              <a:rect l="l" t="t" r="r" b="b"/>
              <a:pathLst>
                <a:path w="3968" h="1" fill="none" extrusionOk="0">
                  <a:moveTo>
                    <a:pt x="3968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9"/>
            <p:cNvSpPr/>
            <p:nvPr/>
          </p:nvSpPr>
          <p:spPr>
            <a:xfrm>
              <a:off x="4843650" y="4345675"/>
              <a:ext cx="25" cy="50925"/>
            </a:xfrm>
            <a:custGeom>
              <a:avLst/>
              <a:gdLst/>
              <a:ahLst/>
              <a:cxnLst/>
              <a:rect l="l" t="t" r="r" b="b"/>
              <a:pathLst>
                <a:path w="1" h="2037" fill="none" extrusionOk="0">
                  <a:moveTo>
                    <a:pt x="0" y="0"/>
                  </a:moveTo>
                  <a:lnTo>
                    <a:pt x="0" y="2036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9"/>
            <p:cNvSpPr/>
            <p:nvPr/>
          </p:nvSpPr>
          <p:spPr>
            <a:xfrm>
              <a:off x="4818750" y="4372050"/>
              <a:ext cx="51300" cy="25"/>
            </a:xfrm>
            <a:custGeom>
              <a:avLst/>
              <a:gdLst/>
              <a:ahLst/>
              <a:cxnLst/>
              <a:rect l="l" t="t" r="r" b="b"/>
              <a:pathLst>
                <a:path w="2052" h="1" fill="none" extrusionOk="0">
                  <a:moveTo>
                    <a:pt x="2051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9"/>
            <p:cNvSpPr/>
            <p:nvPr/>
          </p:nvSpPr>
          <p:spPr>
            <a:xfrm>
              <a:off x="3950500" y="3752700"/>
              <a:ext cx="47950" cy="47950"/>
            </a:xfrm>
            <a:custGeom>
              <a:avLst/>
              <a:gdLst/>
              <a:ahLst/>
              <a:cxnLst/>
              <a:rect l="l" t="t" r="r" b="b"/>
              <a:pathLst>
                <a:path w="1918" h="1918" fill="none" extrusionOk="0">
                  <a:moveTo>
                    <a:pt x="1917" y="997"/>
                  </a:moveTo>
                  <a:cubicBezTo>
                    <a:pt x="1917" y="1487"/>
                    <a:pt x="1486" y="1918"/>
                    <a:pt x="922" y="1918"/>
                  </a:cubicBezTo>
                  <a:cubicBezTo>
                    <a:pt x="431" y="1918"/>
                    <a:pt x="0" y="1487"/>
                    <a:pt x="0" y="997"/>
                  </a:cubicBezTo>
                  <a:cubicBezTo>
                    <a:pt x="0" y="432"/>
                    <a:pt x="431" y="1"/>
                    <a:pt x="922" y="1"/>
                  </a:cubicBezTo>
                  <a:cubicBezTo>
                    <a:pt x="1486" y="1"/>
                    <a:pt x="1917" y="432"/>
                    <a:pt x="1917" y="997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9"/>
            <p:cNvSpPr/>
            <p:nvPr/>
          </p:nvSpPr>
          <p:spPr>
            <a:xfrm>
              <a:off x="4696525" y="3759025"/>
              <a:ext cx="195075" cy="25"/>
            </a:xfrm>
            <a:custGeom>
              <a:avLst/>
              <a:gdLst/>
              <a:ahLst/>
              <a:cxnLst/>
              <a:rect l="l" t="t" r="r" b="b"/>
              <a:pathLst>
                <a:path w="7803" h="1" fill="none" extrusionOk="0">
                  <a:moveTo>
                    <a:pt x="0" y="0"/>
                  </a:moveTo>
                  <a:lnTo>
                    <a:pt x="7802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9"/>
            <p:cNvSpPr/>
            <p:nvPr/>
          </p:nvSpPr>
          <p:spPr>
            <a:xfrm>
              <a:off x="4792750" y="2591675"/>
              <a:ext cx="25" cy="34225"/>
            </a:xfrm>
            <a:custGeom>
              <a:avLst/>
              <a:gdLst/>
              <a:ahLst/>
              <a:cxnLst/>
              <a:rect l="l" t="t" r="r" b="b"/>
              <a:pathLst>
                <a:path w="1" h="1369" fill="none" extrusionOk="0">
                  <a:moveTo>
                    <a:pt x="0" y="1"/>
                  </a:moveTo>
                  <a:lnTo>
                    <a:pt x="0" y="1368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9"/>
            <p:cNvSpPr/>
            <p:nvPr/>
          </p:nvSpPr>
          <p:spPr>
            <a:xfrm>
              <a:off x="4775650" y="2608775"/>
              <a:ext cx="35700" cy="25"/>
            </a:xfrm>
            <a:custGeom>
              <a:avLst/>
              <a:gdLst/>
              <a:ahLst/>
              <a:cxnLst/>
              <a:rect l="l" t="t" r="r" b="b"/>
              <a:pathLst>
                <a:path w="1428" h="1" fill="none" extrusionOk="0">
                  <a:moveTo>
                    <a:pt x="1427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9"/>
            <p:cNvSpPr/>
            <p:nvPr/>
          </p:nvSpPr>
          <p:spPr>
            <a:xfrm>
              <a:off x="4775650" y="2608775"/>
              <a:ext cx="35700" cy="25"/>
            </a:xfrm>
            <a:custGeom>
              <a:avLst/>
              <a:gdLst/>
              <a:ahLst/>
              <a:cxnLst/>
              <a:rect l="l" t="t" r="r" b="b"/>
              <a:pathLst>
                <a:path w="1428" h="1" fill="none" extrusionOk="0">
                  <a:moveTo>
                    <a:pt x="1427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9"/>
            <p:cNvSpPr/>
            <p:nvPr/>
          </p:nvSpPr>
          <p:spPr>
            <a:xfrm>
              <a:off x="4535650" y="4840925"/>
              <a:ext cx="238550" cy="25"/>
            </a:xfrm>
            <a:custGeom>
              <a:avLst/>
              <a:gdLst/>
              <a:ahLst/>
              <a:cxnLst/>
              <a:rect l="l" t="t" r="r" b="b"/>
              <a:pathLst>
                <a:path w="9542" h="1" fill="none" extrusionOk="0">
                  <a:moveTo>
                    <a:pt x="0" y="0"/>
                  </a:moveTo>
                  <a:lnTo>
                    <a:pt x="9541" y="0"/>
                  </a:lnTo>
                </a:path>
              </a:pathLst>
            </a:custGeom>
            <a:noFill/>
            <a:ln w="9525" cap="rnd" cmpd="sng">
              <a:solidFill>
                <a:srgbClr val="B8C7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10"/>
          <p:cNvSpPr txBox="1"/>
          <p:nvPr/>
        </p:nvSpPr>
        <p:spPr>
          <a:xfrm>
            <a:off x="1168950" y="290125"/>
            <a:ext cx="797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Comfortaa"/>
              <a:buAutoNum type="arabicPeriod"/>
            </a:pPr>
            <a:r>
              <a:rPr lang="en" sz="2800" b="0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Заведите HADI-табличку </a:t>
            </a:r>
            <a:endParaRPr sz="2800" b="0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39" name="Google Shape;2239;p10"/>
          <p:cNvSpPr txBox="1"/>
          <p:nvPr/>
        </p:nvSpPr>
        <p:spPr>
          <a:xfrm>
            <a:off x="712650" y="970850"/>
            <a:ext cx="8431500" cy="36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Вот </a:t>
            </a:r>
            <a:r>
              <a:rPr lang="en" sz="1400" b="0" i="0" u="sng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Шаблон HADI-таблицы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— возьмите его за основу, сделайте себе копию.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Сделайте публично доступную Google-таблицу и вставьте сюда ссылку на неё: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lnSpc>
                <a:spcPct val="115000"/>
              </a:lnSpc>
              <a:spcBef>
                <a:spcPts val="1600"/>
              </a:spcBef>
              <a:buSzPts val="1400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https://docs.google.com/spreadsheets/d/1RgR1vn7QzTk-Tylug_cjt7rW-uc6CjeNaYyT9nPIi5U/edit?usp=sharing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 эту таблицу в колонку «Гипотеза / вопрос» нужно записывать 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все вопросы, возникающие у вас по ходу работы над проектом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На такие вопросы вряд ли можно породить хорошие ответы аналитически — просто способом упорного обдумывания. И нет учебника с готовыми ответами. В этом отличие работы над проектом от простого выполнения упражнений — нет правильных ответов и ответы надо искать не в уме, а с помощью действий, шагов в реальном мире. Какие шаги можно делать — обсудим дальше.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Надеюсь, что вам самим уже не терпится начать искать ответы на эти вопросы. 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240" name="Google Shape;2240;p10"/>
          <p:cNvGrpSpPr/>
          <p:nvPr/>
        </p:nvGrpSpPr>
        <p:grpSpPr>
          <a:xfrm>
            <a:off x="8541585" y="-88"/>
            <a:ext cx="602626" cy="630066"/>
            <a:chOff x="1323451" y="2978783"/>
            <a:chExt cx="348339" cy="348103"/>
          </a:xfrm>
        </p:grpSpPr>
        <p:sp>
          <p:nvSpPr>
            <p:cNvPr id="2241" name="Google Shape;2241;p10"/>
            <p:cNvSpPr/>
            <p:nvPr/>
          </p:nvSpPr>
          <p:spPr>
            <a:xfrm>
              <a:off x="1323451" y="2978783"/>
              <a:ext cx="263808" cy="173946"/>
            </a:xfrm>
            <a:custGeom>
              <a:avLst/>
              <a:gdLst/>
              <a:ahLst/>
              <a:cxnLst/>
              <a:rect l="l" t="t" r="r" b="b"/>
              <a:pathLst>
                <a:path w="10046" h="6624" extrusionOk="0">
                  <a:moveTo>
                    <a:pt x="862" y="1"/>
                  </a:moveTo>
                  <a:cubicBezTo>
                    <a:pt x="383" y="1"/>
                    <a:pt x="0" y="384"/>
                    <a:pt x="0" y="853"/>
                  </a:cubicBezTo>
                  <a:lnTo>
                    <a:pt x="0" y="6413"/>
                  </a:lnTo>
                  <a:cubicBezTo>
                    <a:pt x="0" y="6528"/>
                    <a:pt x="96" y="6623"/>
                    <a:pt x="220" y="6623"/>
                  </a:cubicBezTo>
                  <a:lnTo>
                    <a:pt x="2354" y="6623"/>
                  </a:lnTo>
                  <a:cubicBezTo>
                    <a:pt x="2594" y="6623"/>
                    <a:pt x="2785" y="6432"/>
                    <a:pt x="2785" y="6202"/>
                  </a:cubicBezTo>
                  <a:lnTo>
                    <a:pt x="2785" y="5772"/>
                  </a:lnTo>
                  <a:cubicBezTo>
                    <a:pt x="2785" y="5590"/>
                    <a:pt x="2709" y="5418"/>
                    <a:pt x="2565" y="5293"/>
                  </a:cubicBezTo>
                  <a:cubicBezTo>
                    <a:pt x="1723" y="4594"/>
                    <a:pt x="2211" y="3216"/>
                    <a:pt x="3312" y="3207"/>
                  </a:cubicBezTo>
                  <a:cubicBezTo>
                    <a:pt x="4412" y="3207"/>
                    <a:pt x="4919" y="4575"/>
                    <a:pt x="4068" y="5284"/>
                  </a:cubicBezTo>
                  <a:cubicBezTo>
                    <a:pt x="3934" y="5408"/>
                    <a:pt x="3847" y="5580"/>
                    <a:pt x="3847" y="5762"/>
                  </a:cubicBezTo>
                  <a:lnTo>
                    <a:pt x="3847" y="6202"/>
                  </a:lnTo>
                  <a:cubicBezTo>
                    <a:pt x="3847" y="6432"/>
                    <a:pt x="4039" y="6623"/>
                    <a:pt x="4278" y="6623"/>
                  </a:cubicBezTo>
                  <a:lnTo>
                    <a:pt x="6623" y="6623"/>
                  </a:lnTo>
                  <a:lnTo>
                    <a:pt x="6623" y="4279"/>
                  </a:lnTo>
                  <a:cubicBezTo>
                    <a:pt x="6623" y="4039"/>
                    <a:pt x="6814" y="3848"/>
                    <a:pt x="7054" y="3848"/>
                  </a:cubicBezTo>
                  <a:lnTo>
                    <a:pt x="7484" y="3848"/>
                  </a:lnTo>
                  <a:cubicBezTo>
                    <a:pt x="7676" y="3848"/>
                    <a:pt x="7848" y="3925"/>
                    <a:pt x="7963" y="4068"/>
                  </a:cubicBezTo>
                  <a:cubicBezTo>
                    <a:pt x="8211" y="4359"/>
                    <a:pt x="8536" y="4489"/>
                    <a:pt x="8856" y="4489"/>
                  </a:cubicBezTo>
                  <a:cubicBezTo>
                    <a:pt x="9462" y="4489"/>
                    <a:pt x="10046" y="4023"/>
                    <a:pt x="10039" y="3303"/>
                  </a:cubicBezTo>
                  <a:cubicBezTo>
                    <a:pt x="10039" y="2589"/>
                    <a:pt x="9460" y="2132"/>
                    <a:pt x="8862" y="2132"/>
                  </a:cubicBezTo>
                  <a:cubicBezTo>
                    <a:pt x="8538" y="2132"/>
                    <a:pt x="8208" y="2266"/>
                    <a:pt x="7963" y="2566"/>
                  </a:cubicBezTo>
                  <a:cubicBezTo>
                    <a:pt x="7845" y="2693"/>
                    <a:pt x="7683" y="2777"/>
                    <a:pt x="7512" y="2777"/>
                  </a:cubicBezTo>
                  <a:cubicBezTo>
                    <a:pt x="7503" y="2777"/>
                    <a:pt x="7493" y="2777"/>
                    <a:pt x="7484" y="2776"/>
                  </a:cubicBezTo>
                  <a:lnTo>
                    <a:pt x="7054" y="2776"/>
                  </a:lnTo>
                  <a:cubicBezTo>
                    <a:pt x="6814" y="2776"/>
                    <a:pt x="6632" y="2585"/>
                    <a:pt x="6632" y="2355"/>
                  </a:cubicBezTo>
                  <a:lnTo>
                    <a:pt x="6632" y="211"/>
                  </a:lnTo>
                  <a:cubicBezTo>
                    <a:pt x="6632" y="96"/>
                    <a:pt x="6537" y="1"/>
                    <a:pt x="64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10"/>
            <p:cNvSpPr/>
            <p:nvPr/>
          </p:nvSpPr>
          <p:spPr>
            <a:xfrm>
              <a:off x="1497607" y="2978783"/>
              <a:ext cx="174183" cy="263677"/>
            </a:xfrm>
            <a:custGeom>
              <a:avLst/>
              <a:gdLst/>
              <a:ahLst/>
              <a:cxnLst/>
              <a:rect l="l" t="t" r="r" b="b"/>
              <a:pathLst>
                <a:path w="6633" h="10041" extrusionOk="0">
                  <a:moveTo>
                    <a:pt x="221" y="1"/>
                  </a:moveTo>
                  <a:cubicBezTo>
                    <a:pt x="96" y="1"/>
                    <a:pt x="0" y="96"/>
                    <a:pt x="0" y="211"/>
                  </a:cubicBezTo>
                  <a:lnTo>
                    <a:pt x="0" y="2355"/>
                  </a:lnTo>
                  <a:cubicBezTo>
                    <a:pt x="0" y="2585"/>
                    <a:pt x="192" y="2776"/>
                    <a:pt x="431" y="2776"/>
                  </a:cubicBezTo>
                  <a:lnTo>
                    <a:pt x="852" y="2776"/>
                  </a:lnTo>
                  <a:cubicBezTo>
                    <a:pt x="863" y="2777"/>
                    <a:pt x="874" y="2777"/>
                    <a:pt x="884" y="2777"/>
                  </a:cubicBezTo>
                  <a:cubicBezTo>
                    <a:pt x="1063" y="2777"/>
                    <a:pt x="1222" y="2701"/>
                    <a:pt x="1331" y="2566"/>
                  </a:cubicBezTo>
                  <a:cubicBezTo>
                    <a:pt x="1575" y="2268"/>
                    <a:pt x="1904" y="2135"/>
                    <a:pt x="2228" y="2135"/>
                  </a:cubicBezTo>
                  <a:cubicBezTo>
                    <a:pt x="2831" y="2135"/>
                    <a:pt x="3417" y="2593"/>
                    <a:pt x="3417" y="3303"/>
                  </a:cubicBezTo>
                  <a:cubicBezTo>
                    <a:pt x="3423" y="4023"/>
                    <a:pt x="2835" y="4489"/>
                    <a:pt x="2229" y="4489"/>
                  </a:cubicBezTo>
                  <a:cubicBezTo>
                    <a:pt x="1910" y="4489"/>
                    <a:pt x="1585" y="4359"/>
                    <a:pt x="1340" y="4068"/>
                  </a:cubicBezTo>
                  <a:cubicBezTo>
                    <a:pt x="1225" y="3934"/>
                    <a:pt x="1053" y="3848"/>
                    <a:pt x="862" y="3848"/>
                  </a:cubicBezTo>
                  <a:lnTo>
                    <a:pt x="431" y="3848"/>
                  </a:lnTo>
                  <a:cubicBezTo>
                    <a:pt x="192" y="3848"/>
                    <a:pt x="0" y="4039"/>
                    <a:pt x="0" y="4279"/>
                  </a:cubicBezTo>
                  <a:lnTo>
                    <a:pt x="0" y="6623"/>
                  </a:lnTo>
                  <a:lnTo>
                    <a:pt x="2355" y="6623"/>
                  </a:lnTo>
                  <a:cubicBezTo>
                    <a:pt x="2594" y="6623"/>
                    <a:pt x="2785" y="6815"/>
                    <a:pt x="2785" y="7054"/>
                  </a:cubicBezTo>
                  <a:lnTo>
                    <a:pt x="2785" y="7485"/>
                  </a:lnTo>
                  <a:cubicBezTo>
                    <a:pt x="2776" y="7676"/>
                    <a:pt x="2699" y="7848"/>
                    <a:pt x="2556" y="7963"/>
                  </a:cubicBezTo>
                  <a:cubicBezTo>
                    <a:pt x="1716" y="8669"/>
                    <a:pt x="2217" y="10040"/>
                    <a:pt x="3310" y="10040"/>
                  </a:cubicBezTo>
                  <a:cubicBezTo>
                    <a:pt x="3314" y="10040"/>
                    <a:pt x="3318" y="10040"/>
                    <a:pt x="3321" y="10040"/>
                  </a:cubicBezTo>
                  <a:cubicBezTo>
                    <a:pt x="4422" y="10040"/>
                    <a:pt x="4910" y="8652"/>
                    <a:pt x="4058" y="7954"/>
                  </a:cubicBezTo>
                  <a:cubicBezTo>
                    <a:pt x="3924" y="7839"/>
                    <a:pt x="3848" y="7667"/>
                    <a:pt x="3848" y="7475"/>
                  </a:cubicBezTo>
                  <a:lnTo>
                    <a:pt x="3848" y="7054"/>
                  </a:lnTo>
                  <a:cubicBezTo>
                    <a:pt x="3848" y="6815"/>
                    <a:pt x="4039" y="6623"/>
                    <a:pt x="4278" y="6623"/>
                  </a:cubicBezTo>
                  <a:lnTo>
                    <a:pt x="6413" y="6623"/>
                  </a:lnTo>
                  <a:cubicBezTo>
                    <a:pt x="6527" y="6623"/>
                    <a:pt x="6633" y="6528"/>
                    <a:pt x="6633" y="6413"/>
                  </a:cubicBezTo>
                  <a:lnTo>
                    <a:pt x="6633" y="853"/>
                  </a:lnTo>
                  <a:cubicBezTo>
                    <a:pt x="6633" y="384"/>
                    <a:pt x="6250" y="1"/>
                    <a:pt x="5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10"/>
            <p:cNvSpPr/>
            <p:nvPr/>
          </p:nvSpPr>
          <p:spPr>
            <a:xfrm>
              <a:off x="1407719" y="3152703"/>
              <a:ext cx="263834" cy="174183"/>
            </a:xfrm>
            <a:custGeom>
              <a:avLst/>
              <a:gdLst/>
              <a:ahLst/>
              <a:cxnLst/>
              <a:rect l="l" t="t" r="r" b="b"/>
              <a:pathLst>
                <a:path w="10047" h="6633" extrusionOk="0">
                  <a:moveTo>
                    <a:pt x="3423" y="0"/>
                  </a:moveTo>
                  <a:lnTo>
                    <a:pt x="3423" y="2355"/>
                  </a:lnTo>
                  <a:cubicBezTo>
                    <a:pt x="3423" y="2594"/>
                    <a:pt x="3232" y="2785"/>
                    <a:pt x="2993" y="2785"/>
                  </a:cubicBezTo>
                  <a:lnTo>
                    <a:pt x="2562" y="2785"/>
                  </a:lnTo>
                  <a:cubicBezTo>
                    <a:pt x="2371" y="2785"/>
                    <a:pt x="2198" y="2699"/>
                    <a:pt x="2084" y="2556"/>
                  </a:cubicBezTo>
                  <a:cubicBezTo>
                    <a:pt x="1836" y="2265"/>
                    <a:pt x="1510" y="2135"/>
                    <a:pt x="1190" y="2135"/>
                  </a:cubicBezTo>
                  <a:cubicBezTo>
                    <a:pt x="585" y="2135"/>
                    <a:pt x="1" y="2601"/>
                    <a:pt x="7" y="3321"/>
                  </a:cubicBezTo>
                  <a:cubicBezTo>
                    <a:pt x="7" y="4037"/>
                    <a:pt x="590" y="4494"/>
                    <a:pt x="1190" y="4494"/>
                  </a:cubicBezTo>
                  <a:cubicBezTo>
                    <a:pt x="1512" y="4494"/>
                    <a:pt x="1839" y="4362"/>
                    <a:pt x="2084" y="4068"/>
                  </a:cubicBezTo>
                  <a:cubicBezTo>
                    <a:pt x="2208" y="3924"/>
                    <a:pt x="2380" y="3848"/>
                    <a:pt x="2562" y="3848"/>
                  </a:cubicBezTo>
                  <a:lnTo>
                    <a:pt x="2993" y="3848"/>
                  </a:lnTo>
                  <a:cubicBezTo>
                    <a:pt x="3232" y="3848"/>
                    <a:pt x="3423" y="4039"/>
                    <a:pt x="3423" y="4278"/>
                  </a:cubicBezTo>
                  <a:lnTo>
                    <a:pt x="3423" y="6412"/>
                  </a:lnTo>
                  <a:cubicBezTo>
                    <a:pt x="3414" y="6537"/>
                    <a:pt x="3519" y="6633"/>
                    <a:pt x="3634" y="6633"/>
                  </a:cubicBezTo>
                  <a:lnTo>
                    <a:pt x="9194" y="6633"/>
                  </a:lnTo>
                  <a:cubicBezTo>
                    <a:pt x="9663" y="6633"/>
                    <a:pt x="10046" y="6250"/>
                    <a:pt x="10046" y="5771"/>
                  </a:cubicBezTo>
                  <a:lnTo>
                    <a:pt x="10046" y="221"/>
                  </a:lnTo>
                  <a:cubicBezTo>
                    <a:pt x="10046" y="96"/>
                    <a:pt x="9950" y="0"/>
                    <a:pt x="9836" y="0"/>
                  </a:cubicBezTo>
                  <a:lnTo>
                    <a:pt x="7692" y="0"/>
                  </a:lnTo>
                  <a:cubicBezTo>
                    <a:pt x="7453" y="0"/>
                    <a:pt x="7261" y="192"/>
                    <a:pt x="7261" y="431"/>
                  </a:cubicBezTo>
                  <a:lnTo>
                    <a:pt x="7261" y="852"/>
                  </a:lnTo>
                  <a:cubicBezTo>
                    <a:pt x="7261" y="1044"/>
                    <a:pt x="7338" y="1216"/>
                    <a:pt x="7481" y="1331"/>
                  </a:cubicBezTo>
                  <a:cubicBezTo>
                    <a:pt x="8323" y="2029"/>
                    <a:pt x="7835" y="3417"/>
                    <a:pt x="6735" y="3417"/>
                  </a:cubicBezTo>
                  <a:cubicBezTo>
                    <a:pt x="6731" y="3417"/>
                    <a:pt x="6727" y="3417"/>
                    <a:pt x="6723" y="3417"/>
                  </a:cubicBezTo>
                  <a:cubicBezTo>
                    <a:pt x="5631" y="3417"/>
                    <a:pt x="5130" y="2046"/>
                    <a:pt x="5969" y="1340"/>
                  </a:cubicBezTo>
                  <a:cubicBezTo>
                    <a:pt x="6113" y="1225"/>
                    <a:pt x="6199" y="1053"/>
                    <a:pt x="6199" y="862"/>
                  </a:cubicBezTo>
                  <a:lnTo>
                    <a:pt x="6199" y="431"/>
                  </a:lnTo>
                  <a:cubicBezTo>
                    <a:pt x="6199" y="192"/>
                    <a:pt x="6007" y="0"/>
                    <a:pt x="5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10"/>
            <p:cNvSpPr/>
            <p:nvPr/>
          </p:nvSpPr>
          <p:spPr>
            <a:xfrm>
              <a:off x="1323451" y="3062973"/>
              <a:ext cx="173920" cy="263913"/>
            </a:xfrm>
            <a:custGeom>
              <a:avLst/>
              <a:gdLst/>
              <a:ahLst/>
              <a:cxnLst/>
              <a:rect l="l" t="t" r="r" b="b"/>
              <a:pathLst>
                <a:path w="6623" h="10050" extrusionOk="0">
                  <a:moveTo>
                    <a:pt x="3312" y="1"/>
                  </a:moveTo>
                  <a:cubicBezTo>
                    <a:pt x="2211" y="10"/>
                    <a:pt x="1713" y="1388"/>
                    <a:pt x="2565" y="2087"/>
                  </a:cubicBezTo>
                  <a:cubicBezTo>
                    <a:pt x="2709" y="2212"/>
                    <a:pt x="2785" y="2384"/>
                    <a:pt x="2776" y="2566"/>
                  </a:cubicBezTo>
                  <a:lnTo>
                    <a:pt x="2776" y="2996"/>
                  </a:lnTo>
                  <a:cubicBezTo>
                    <a:pt x="2776" y="3226"/>
                    <a:pt x="2594" y="3417"/>
                    <a:pt x="2354" y="3417"/>
                  </a:cubicBezTo>
                  <a:lnTo>
                    <a:pt x="220" y="3417"/>
                  </a:lnTo>
                  <a:cubicBezTo>
                    <a:pt x="96" y="3417"/>
                    <a:pt x="0" y="3513"/>
                    <a:pt x="0" y="3638"/>
                  </a:cubicBezTo>
                  <a:lnTo>
                    <a:pt x="0" y="9188"/>
                  </a:lnTo>
                  <a:cubicBezTo>
                    <a:pt x="0" y="9657"/>
                    <a:pt x="383" y="10050"/>
                    <a:pt x="852" y="10050"/>
                  </a:cubicBezTo>
                  <a:lnTo>
                    <a:pt x="6412" y="10050"/>
                  </a:lnTo>
                  <a:cubicBezTo>
                    <a:pt x="6527" y="10050"/>
                    <a:pt x="6623" y="9944"/>
                    <a:pt x="6623" y="9829"/>
                  </a:cubicBezTo>
                  <a:lnTo>
                    <a:pt x="6623" y="7695"/>
                  </a:lnTo>
                  <a:cubicBezTo>
                    <a:pt x="6623" y="7456"/>
                    <a:pt x="6431" y="7265"/>
                    <a:pt x="6202" y="7265"/>
                  </a:cubicBezTo>
                  <a:lnTo>
                    <a:pt x="5771" y="7265"/>
                  </a:lnTo>
                  <a:cubicBezTo>
                    <a:pt x="5589" y="7265"/>
                    <a:pt x="5417" y="7341"/>
                    <a:pt x="5293" y="7485"/>
                  </a:cubicBezTo>
                  <a:cubicBezTo>
                    <a:pt x="5048" y="7779"/>
                    <a:pt x="4721" y="7911"/>
                    <a:pt x="4398" y="7911"/>
                  </a:cubicBezTo>
                  <a:cubicBezTo>
                    <a:pt x="3798" y="7911"/>
                    <a:pt x="3212" y="7454"/>
                    <a:pt x="3206" y="6738"/>
                  </a:cubicBezTo>
                  <a:cubicBezTo>
                    <a:pt x="3206" y="6018"/>
                    <a:pt x="3793" y="5552"/>
                    <a:pt x="4396" y="5552"/>
                  </a:cubicBezTo>
                  <a:cubicBezTo>
                    <a:pt x="4715" y="5552"/>
                    <a:pt x="5038" y="5682"/>
                    <a:pt x="5283" y="5973"/>
                  </a:cubicBezTo>
                  <a:cubicBezTo>
                    <a:pt x="5407" y="6116"/>
                    <a:pt x="5580" y="6202"/>
                    <a:pt x="5762" y="6202"/>
                  </a:cubicBezTo>
                  <a:lnTo>
                    <a:pt x="6202" y="6202"/>
                  </a:lnTo>
                  <a:cubicBezTo>
                    <a:pt x="6431" y="6202"/>
                    <a:pt x="6623" y="6011"/>
                    <a:pt x="6623" y="5772"/>
                  </a:cubicBezTo>
                  <a:lnTo>
                    <a:pt x="6623" y="3417"/>
                  </a:lnTo>
                  <a:lnTo>
                    <a:pt x="4278" y="3417"/>
                  </a:lnTo>
                  <a:cubicBezTo>
                    <a:pt x="4039" y="3417"/>
                    <a:pt x="3847" y="3226"/>
                    <a:pt x="3847" y="2996"/>
                  </a:cubicBezTo>
                  <a:lnTo>
                    <a:pt x="3847" y="2556"/>
                  </a:lnTo>
                  <a:cubicBezTo>
                    <a:pt x="3847" y="2374"/>
                    <a:pt x="3934" y="2202"/>
                    <a:pt x="4068" y="2078"/>
                  </a:cubicBezTo>
                  <a:cubicBezTo>
                    <a:pt x="4910" y="1369"/>
                    <a:pt x="4412" y="1"/>
                    <a:pt x="3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p11"/>
          <p:cNvSpPr txBox="1">
            <a:spLocks noGrp="1"/>
          </p:cNvSpPr>
          <p:nvPr>
            <p:ph type="body" idx="1"/>
          </p:nvPr>
        </p:nvSpPr>
        <p:spPr>
          <a:xfrm>
            <a:off x="733300" y="923450"/>
            <a:ext cx="84105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solidFill>
                  <a:srgbClr val="000000"/>
                </a:solidFill>
              </a:rPr>
              <a:t>Как бы мы ни были уверены в своих идеях, очень часто эти идеи опираются на неверные представления об окружающей действительности.</a:t>
            </a: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solidFill>
                  <a:srgbClr val="000000"/>
                </a:solidFill>
              </a:rPr>
              <a:t>Когда мы не знаем точно, как что-то устроено на самом деле — у нас есть два пути: продолжать действовать наугад и сталкиваться с внезапными результатами, не отвечающими нашим ожиданиям, либо работать с неопределенностью методично.</a:t>
            </a: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solidFill>
                  <a:srgbClr val="000000"/>
                </a:solidFill>
              </a:rPr>
              <a:t>Главный инструмент работы с неопределенностью — выдвижение и проверка гипотез. Алгоритм такой:</a:t>
            </a:r>
            <a:endParaRPr sz="1200">
              <a:solidFill>
                <a:srgbClr val="000000"/>
              </a:solidFill>
            </a:endParaRPr>
          </a:p>
          <a:p>
            <a:pPr marL="269999" lvl="0" indent="-166199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Мы чего-то не знаем? Так. Фиксируем — чего мы не знаем? Это наши вопросы/</a:t>
            </a:r>
            <a:r>
              <a:rPr lang="en" sz="1200" b="1">
                <a:solidFill>
                  <a:srgbClr val="000000"/>
                </a:solidFill>
              </a:rPr>
              <a:t>гипотезы (H - hypothesis)</a:t>
            </a:r>
            <a:r>
              <a:rPr lang="en" sz="1200">
                <a:solidFill>
                  <a:srgbClr val="000000"/>
                </a:solidFill>
              </a:rPr>
              <a:t>.</a:t>
            </a:r>
            <a:endParaRPr sz="1200">
              <a:solidFill>
                <a:srgbClr val="000000"/>
              </a:solidFill>
            </a:endParaRPr>
          </a:p>
          <a:p>
            <a:pPr marL="269999" lvl="0" indent="-1661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00000"/>
                </a:solidFill>
              </a:rPr>
              <a:t>А какие есть возможные варианты? 1, 2, 3 и еще пара вариантов, о которых мы сейчас даже не догадываемся. </a:t>
            </a:r>
            <a:endParaRPr sz="1200">
              <a:solidFill>
                <a:srgbClr val="000000"/>
              </a:solidFill>
            </a:endParaRPr>
          </a:p>
          <a:p>
            <a:pPr marL="269999" lvl="0" indent="-1661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Как мы можем проверить, какой из вариантов имеет место на самом деле? Планируем действия по проверке, выполняем их, по сути это — </a:t>
            </a:r>
            <a:r>
              <a:rPr lang="en" sz="1200" b="1">
                <a:solidFill>
                  <a:srgbClr val="000000"/>
                </a:solidFill>
              </a:rPr>
              <a:t>эксперименты (A - actions - действия</a:t>
            </a:r>
            <a:r>
              <a:rPr lang="en" sz="1200">
                <a:solidFill>
                  <a:srgbClr val="000000"/>
                </a:solidFill>
              </a:rPr>
              <a:t>).</a:t>
            </a:r>
            <a:endParaRPr sz="1200">
              <a:solidFill>
                <a:srgbClr val="000000"/>
              </a:solidFill>
            </a:endParaRPr>
          </a:p>
          <a:p>
            <a:pPr marL="269999" lvl="0" indent="-1661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Получили результаты эксперимента? (</a:t>
            </a:r>
            <a:r>
              <a:rPr lang="en" sz="1200" b="1">
                <a:solidFill>
                  <a:srgbClr val="000000"/>
                </a:solidFill>
              </a:rPr>
              <a:t>D - data - данные)</a:t>
            </a:r>
            <a:r>
              <a:rPr lang="en" sz="1200">
                <a:solidFill>
                  <a:srgbClr val="000000"/>
                </a:solidFill>
              </a:rPr>
              <a:t> Беспристрастно их оцениваем и делаем выводы, вне зависимости от того, нравится ли нам тот вариант, на который они указывают.</a:t>
            </a: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solidFill>
                  <a:srgbClr val="000000"/>
                </a:solidFill>
              </a:rPr>
              <a:t>Вот такой процесс, выполняемый каждый раз, когда нам что-то непонятно, называется </a:t>
            </a:r>
            <a:r>
              <a:rPr lang="en" sz="1200" b="1">
                <a:solidFill>
                  <a:srgbClr val="000000"/>
                </a:solidFill>
              </a:rPr>
              <a:t>HADI-цикл.</a:t>
            </a:r>
            <a:endParaRPr sz="12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</a:pPr>
            <a:endParaRPr sz="1300" b="1">
              <a:solidFill>
                <a:srgbClr val="595959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1600"/>
              </a:spcAft>
              <a:buSzPts val="1200"/>
              <a:buNone/>
            </a:pPr>
            <a:endParaRPr/>
          </a:p>
        </p:txBody>
      </p:sp>
      <p:sp>
        <p:nvSpPr>
          <p:cNvPr id="2250" name="Google Shape;2250;p11"/>
          <p:cNvSpPr txBox="1">
            <a:spLocks noGrp="1"/>
          </p:cNvSpPr>
          <p:nvPr>
            <p:ph type="title"/>
          </p:nvPr>
        </p:nvSpPr>
        <p:spPr>
          <a:xfrm>
            <a:off x="1154975" y="279775"/>
            <a:ext cx="72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800" b="0">
                <a:solidFill>
                  <a:srgbClr val="EC646E"/>
                </a:solidFill>
                <a:latin typeface="Montserrat"/>
                <a:ea typeface="Montserrat"/>
                <a:cs typeface="Montserrat"/>
                <a:sym typeface="Montserrat"/>
              </a:rPr>
              <a:t>Кстати, что такое HADI?</a:t>
            </a:r>
            <a:endParaRPr sz="2800" b="0">
              <a:solidFill>
                <a:srgbClr val="EC646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grpSp>
        <p:nvGrpSpPr>
          <p:cNvPr id="2251" name="Google Shape;2251;p11"/>
          <p:cNvGrpSpPr/>
          <p:nvPr/>
        </p:nvGrpSpPr>
        <p:grpSpPr>
          <a:xfrm>
            <a:off x="8541585" y="-88"/>
            <a:ext cx="602626" cy="630066"/>
            <a:chOff x="1323451" y="2978783"/>
            <a:chExt cx="348339" cy="348103"/>
          </a:xfrm>
        </p:grpSpPr>
        <p:sp>
          <p:nvSpPr>
            <p:cNvPr id="2252" name="Google Shape;2252;p11"/>
            <p:cNvSpPr/>
            <p:nvPr/>
          </p:nvSpPr>
          <p:spPr>
            <a:xfrm>
              <a:off x="1323451" y="2978783"/>
              <a:ext cx="263808" cy="173946"/>
            </a:xfrm>
            <a:custGeom>
              <a:avLst/>
              <a:gdLst/>
              <a:ahLst/>
              <a:cxnLst/>
              <a:rect l="l" t="t" r="r" b="b"/>
              <a:pathLst>
                <a:path w="10046" h="6624" extrusionOk="0">
                  <a:moveTo>
                    <a:pt x="862" y="1"/>
                  </a:moveTo>
                  <a:cubicBezTo>
                    <a:pt x="383" y="1"/>
                    <a:pt x="0" y="384"/>
                    <a:pt x="0" y="853"/>
                  </a:cubicBezTo>
                  <a:lnTo>
                    <a:pt x="0" y="6413"/>
                  </a:lnTo>
                  <a:cubicBezTo>
                    <a:pt x="0" y="6528"/>
                    <a:pt x="96" y="6623"/>
                    <a:pt x="220" y="6623"/>
                  </a:cubicBezTo>
                  <a:lnTo>
                    <a:pt x="2354" y="6623"/>
                  </a:lnTo>
                  <a:cubicBezTo>
                    <a:pt x="2594" y="6623"/>
                    <a:pt x="2785" y="6432"/>
                    <a:pt x="2785" y="6202"/>
                  </a:cubicBezTo>
                  <a:lnTo>
                    <a:pt x="2785" y="5772"/>
                  </a:lnTo>
                  <a:cubicBezTo>
                    <a:pt x="2785" y="5590"/>
                    <a:pt x="2709" y="5418"/>
                    <a:pt x="2565" y="5293"/>
                  </a:cubicBezTo>
                  <a:cubicBezTo>
                    <a:pt x="1723" y="4594"/>
                    <a:pt x="2211" y="3216"/>
                    <a:pt x="3312" y="3207"/>
                  </a:cubicBezTo>
                  <a:cubicBezTo>
                    <a:pt x="4412" y="3207"/>
                    <a:pt x="4919" y="4575"/>
                    <a:pt x="4068" y="5284"/>
                  </a:cubicBezTo>
                  <a:cubicBezTo>
                    <a:pt x="3934" y="5408"/>
                    <a:pt x="3847" y="5580"/>
                    <a:pt x="3847" y="5762"/>
                  </a:cubicBezTo>
                  <a:lnTo>
                    <a:pt x="3847" y="6202"/>
                  </a:lnTo>
                  <a:cubicBezTo>
                    <a:pt x="3847" y="6432"/>
                    <a:pt x="4039" y="6623"/>
                    <a:pt x="4278" y="6623"/>
                  </a:cubicBezTo>
                  <a:lnTo>
                    <a:pt x="6623" y="6623"/>
                  </a:lnTo>
                  <a:lnTo>
                    <a:pt x="6623" y="4279"/>
                  </a:lnTo>
                  <a:cubicBezTo>
                    <a:pt x="6623" y="4039"/>
                    <a:pt x="6814" y="3848"/>
                    <a:pt x="7054" y="3848"/>
                  </a:cubicBezTo>
                  <a:lnTo>
                    <a:pt x="7484" y="3848"/>
                  </a:lnTo>
                  <a:cubicBezTo>
                    <a:pt x="7676" y="3848"/>
                    <a:pt x="7848" y="3925"/>
                    <a:pt x="7963" y="4068"/>
                  </a:cubicBezTo>
                  <a:cubicBezTo>
                    <a:pt x="8211" y="4359"/>
                    <a:pt x="8536" y="4489"/>
                    <a:pt x="8856" y="4489"/>
                  </a:cubicBezTo>
                  <a:cubicBezTo>
                    <a:pt x="9462" y="4489"/>
                    <a:pt x="10046" y="4023"/>
                    <a:pt x="10039" y="3303"/>
                  </a:cubicBezTo>
                  <a:cubicBezTo>
                    <a:pt x="10039" y="2589"/>
                    <a:pt x="9460" y="2132"/>
                    <a:pt x="8862" y="2132"/>
                  </a:cubicBezTo>
                  <a:cubicBezTo>
                    <a:pt x="8538" y="2132"/>
                    <a:pt x="8208" y="2266"/>
                    <a:pt x="7963" y="2566"/>
                  </a:cubicBezTo>
                  <a:cubicBezTo>
                    <a:pt x="7845" y="2693"/>
                    <a:pt x="7683" y="2777"/>
                    <a:pt x="7512" y="2777"/>
                  </a:cubicBezTo>
                  <a:cubicBezTo>
                    <a:pt x="7503" y="2777"/>
                    <a:pt x="7493" y="2777"/>
                    <a:pt x="7484" y="2776"/>
                  </a:cubicBezTo>
                  <a:lnTo>
                    <a:pt x="7054" y="2776"/>
                  </a:lnTo>
                  <a:cubicBezTo>
                    <a:pt x="6814" y="2776"/>
                    <a:pt x="6632" y="2585"/>
                    <a:pt x="6632" y="2355"/>
                  </a:cubicBezTo>
                  <a:lnTo>
                    <a:pt x="6632" y="211"/>
                  </a:lnTo>
                  <a:cubicBezTo>
                    <a:pt x="6632" y="96"/>
                    <a:pt x="6537" y="1"/>
                    <a:pt x="64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11"/>
            <p:cNvSpPr/>
            <p:nvPr/>
          </p:nvSpPr>
          <p:spPr>
            <a:xfrm>
              <a:off x="1497607" y="2978783"/>
              <a:ext cx="174183" cy="263677"/>
            </a:xfrm>
            <a:custGeom>
              <a:avLst/>
              <a:gdLst/>
              <a:ahLst/>
              <a:cxnLst/>
              <a:rect l="l" t="t" r="r" b="b"/>
              <a:pathLst>
                <a:path w="6633" h="10041" extrusionOk="0">
                  <a:moveTo>
                    <a:pt x="221" y="1"/>
                  </a:moveTo>
                  <a:cubicBezTo>
                    <a:pt x="96" y="1"/>
                    <a:pt x="0" y="96"/>
                    <a:pt x="0" y="211"/>
                  </a:cubicBezTo>
                  <a:lnTo>
                    <a:pt x="0" y="2355"/>
                  </a:lnTo>
                  <a:cubicBezTo>
                    <a:pt x="0" y="2585"/>
                    <a:pt x="192" y="2776"/>
                    <a:pt x="431" y="2776"/>
                  </a:cubicBezTo>
                  <a:lnTo>
                    <a:pt x="852" y="2776"/>
                  </a:lnTo>
                  <a:cubicBezTo>
                    <a:pt x="863" y="2777"/>
                    <a:pt x="874" y="2777"/>
                    <a:pt x="884" y="2777"/>
                  </a:cubicBezTo>
                  <a:cubicBezTo>
                    <a:pt x="1063" y="2777"/>
                    <a:pt x="1222" y="2701"/>
                    <a:pt x="1331" y="2566"/>
                  </a:cubicBezTo>
                  <a:cubicBezTo>
                    <a:pt x="1575" y="2268"/>
                    <a:pt x="1904" y="2135"/>
                    <a:pt x="2228" y="2135"/>
                  </a:cubicBezTo>
                  <a:cubicBezTo>
                    <a:pt x="2831" y="2135"/>
                    <a:pt x="3417" y="2593"/>
                    <a:pt x="3417" y="3303"/>
                  </a:cubicBezTo>
                  <a:cubicBezTo>
                    <a:pt x="3423" y="4023"/>
                    <a:pt x="2835" y="4489"/>
                    <a:pt x="2229" y="4489"/>
                  </a:cubicBezTo>
                  <a:cubicBezTo>
                    <a:pt x="1910" y="4489"/>
                    <a:pt x="1585" y="4359"/>
                    <a:pt x="1340" y="4068"/>
                  </a:cubicBezTo>
                  <a:cubicBezTo>
                    <a:pt x="1225" y="3934"/>
                    <a:pt x="1053" y="3848"/>
                    <a:pt x="862" y="3848"/>
                  </a:cubicBezTo>
                  <a:lnTo>
                    <a:pt x="431" y="3848"/>
                  </a:lnTo>
                  <a:cubicBezTo>
                    <a:pt x="192" y="3848"/>
                    <a:pt x="0" y="4039"/>
                    <a:pt x="0" y="4279"/>
                  </a:cubicBezTo>
                  <a:lnTo>
                    <a:pt x="0" y="6623"/>
                  </a:lnTo>
                  <a:lnTo>
                    <a:pt x="2355" y="6623"/>
                  </a:lnTo>
                  <a:cubicBezTo>
                    <a:pt x="2594" y="6623"/>
                    <a:pt x="2785" y="6815"/>
                    <a:pt x="2785" y="7054"/>
                  </a:cubicBezTo>
                  <a:lnTo>
                    <a:pt x="2785" y="7485"/>
                  </a:lnTo>
                  <a:cubicBezTo>
                    <a:pt x="2776" y="7676"/>
                    <a:pt x="2699" y="7848"/>
                    <a:pt x="2556" y="7963"/>
                  </a:cubicBezTo>
                  <a:cubicBezTo>
                    <a:pt x="1716" y="8669"/>
                    <a:pt x="2217" y="10040"/>
                    <a:pt x="3310" y="10040"/>
                  </a:cubicBezTo>
                  <a:cubicBezTo>
                    <a:pt x="3314" y="10040"/>
                    <a:pt x="3318" y="10040"/>
                    <a:pt x="3321" y="10040"/>
                  </a:cubicBezTo>
                  <a:cubicBezTo>
                    <a:pt x="4422" y="10040"/>
                    <a:pt x="4910" y="8652"/>
                    <a:pt x="4058" y="7954"/>
                  </a:cubicBezTo>
                  <a:cubicBezTo>
                    <a:pt x="3924" y="7839"/>
                    <a:pt x="3848" y="7667"/>
                    <a:pt x="3848" y="7475"/>
                  </a:cubicBezTo>
                  <a:lnTo>
                    <a:pt x="3848" y="7054"/>
                  </a:lnTo>
                  <a:cubicBezTo>
                    <a:pt x="3848" y="6815"/>
                    <a:pt x="4039" y="6623"/>
                    <a:pt x="4278" y="6623"/>
                  </a:cubicBezTo>
                  <a:lnTo>
                    <a:pt x="6413" y="6623"/>
                  </a:lnTo>
                  <a:cubicBezTo>
                    <a:pt x="6527" y="6623"/>
                    <a:pt x="6633" y="6528"/>
                    <a:pt x="6633" y="6413"/>
                  </a:cubicBezTo>
                  <a:lnTo>
                    <a:pt x="6633" y="853"/>
                  </a:lnTo>
                  <a:cubicBezTo>
                    <a:pt x="6633" y="384"/>
                    <a:pt x="6250" y="1"/>
                    <a:pt x="5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11"/>
            <p:cNvSpPr/>
            <p:nvPr/>
          </p:nvSpPr>
          <p:spPr>
            <a:xfrm>
              <a:off x="1407719" y="3152703"/>
              <a:ext cx="263834" cy="174183"/>
            </a:xfrm>
            <a:custGeom>
              <a:avLst/>
              <a:gdLst/>
              <a:ahLst/>
              <a:cxnLst/>
              <a:rect l="l" t="t" r="r" b="b"/>
              <a:pathLst>
                <a:path w="10047" h="6633" extrusionOk="0">
                  <a:moveTo>
                    <a:pt x="3423" y="0"/>
                  </a:moveTo>
                  <a:lnTo>
                    <a:pt x="3423" y="2355"/>
                  </a:lnTo>
                  <a:cubicBezTo>
                    <a:pt x="3423" y="2594"/>
                    <a:pt x="3232" y="2785"/>
                    <a:pt x="2993" y="2785"/>
                  </a:cubicBezTo>
                  <a:lnTo>
                    <a:pt x="2562" y="2785"/>
                  </a:lnTo>
                  <a:cubicBezTo>
                    <a:pt x="2371" y="2785"/>
                    <a:pt x="2198" y="2699"/>
                    <a:pt x="2084" y="2556"/>
                  </a:cubicBezTo>
                  <a:cubicBezTo>
                    <a:pt x="1836" y="2265"/>
                    <a:pt x="1510" y="2135"/>
                    <a:pt x="1190" y="2135"/>
                  </a:cubicBezTo>
                  <a:cubicBezTo>
                    <a:pt x="585" y="2135"/>
                    <a:pt x="1" y="2601"/>
                    <a:pt x="7" y="3321"/>
                  </a:cubicBezTo>
                  <a:cubicBezTo>
                    <a:pt x="7" y="4037"/>
                    <a:pt x="590" y="4494"/>
                    <a:pt x="1190" y="4494"/>
                  </a:cubicBezTo>
                  <a:cubicBezTo>
                    <a:pt x="1512" y="4494"/>
                    <a:pt x="1839" y="4362"/>
                    <a:pt x="2084" y="4068"/>
                  </a:cubicBezTo>
                  <a:cubicBezTo>
                    <a:pt x="2208" y="3924"/>
                    <a:pt x="2380" y="3848"/>
                    <a:pt x="2562" y="3848"/>
                  </a:cubicBezTo>
                  <a:lnTo>
                    <a:pt x="2993" y="3848"/>
                  </a:lnTo>
                  <a:cubicBezTo>
                    <a:pt x="3232" y="3848"/>
                    <a:pt x="3423" y="4039"/>
                    <a:pt x="3423" y="4278"/>
                  </a:cubicBezTo>
                  <a:lnTo>
                    <a:pt x="3423" y="6412"/>
                  </a:lnTo>
                  <a:cubicBezTo>
                    <a:pt x="3414" y="6537"/>
                    <a:pt x="3519" y="6633"/>
                    <a:pt x="3634" y="6633"/>
                  </a:cubicBezTo>
                  <a:lnTo>
                    <a:pt x="9194" y="6633"/>
                  </a:lnTo>
                  <a:cubicBezTo>
                    <a:pt x="9663" y="6633"/>
                    <a:pt x="10046" y="6250"/>
                    <a:pt x="10046" y="5771"/>
                  </a:cubicBezTo>
                  <a:lnTo>
                    <a:pt x="10046" y="221"/>
                  </a:lnTo>
                  <a:cubicBezTo>
                    <a:pt x="10046" y="96"/>
                    <a:pt x="9950" y="0"/>
                    <a:pt x="9836" y="0"/>
                  </a:cubicBezTo>
                  <a:lnTo>
                    <a:pt x="7692" y="0"/>
                  </a:lnTo>
                  <a:cubicBezTo>
                    <a:pt x="7453" y="0"/>
                    <a:pt x="7261" y="192"/>
                    <a:pt x="7261" y="431"/>
                  </a:cubicBezTo>
                  <a:lnTo>
                    <a:pt x="7261" y="852"/>
                  </a:lnTo>
                  <a:cubicBezTo>
                    <a:pt x="7261" y="1044"/>
                    <a:pt x="7338" y="1216"/>
                    <a:pt x="7481" y="1331"/>
                  </a:cubicBezTo>
                  <a:cubicBezTo>
                    <a:pt x="8323" y="2029"/>
                    <a:pt x="7835" y="3417"/>
                    <a:pt x="6735" y="3417"/>
                  </a:cubicBezTo>
                  <a:cubicBezTo>
                    <a:pt x="6731" y="3417"/>
                    <a:pt x="6727" y="3417"/>
                    <a:pt x="6723" y="3417"/>
                  </a:cubicBezTo>
                  <a:cubicBezTo>
                    <a:pt x="5631" y="3417"/>
                    <a:pt x="5130" y="2046"/>
                    <a:pt x="5969" y="1340"/>
                  </a:cubicBezTo>
                  <a:cubicBezTo>
                    <a:pt x="6113" y="1225"/>
                    <a:pt x="6199" y="1053"/>
                    <a:pt x="6199" y="862"/>
                  </a:cubicBezTo>
                  <a:lnTo>
                    <a:pt x="6199" y="431"/>
                  </a:lnTo>
                  <a:cubicBezTo>
                    <a:pt x="6199" y="192"/>
                    <a:pt x="6007" y="0"/>
                    <a:pt x="5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11"/>
            <p:cNvSpPr/>
            <p:nvPr/>
          </p:nvSpPr>
          <p:spPr>
            <a:xfrm>
              <a:off x="1323451" y="3062973"/>
              <a:ext cx="173920" cy="263913"/>
            </a:xfrm>
            <a:custGeom>
              <a:avLst/>
              <a:gdLst/>
              <a:ahLst/>
              <a:cxnLst/>
              <a:rect l="l" t="t" r="r" b="b"/>
              <a:pathLst>
                <a:path w="6623" h="10050" extrusionOk="0">
                  <a:moveTo>
                    <a:pt x="3312" y="1"/>
                  </a:moveTo>
                  <a:cubicBezTo>
                    <a:pt x="2211" y="10"/>
                    <a:pt x="1713" y="1388"/>
                    <a:pt x="2565" y="2087"/>
                  </a:cubicBezTo>
                  <a:cubicBezTo>
                    <a:pt x="2709" y="2212"/>
                    <a:pt x="2785" y="2384"/>
                    <a:pt x="2776" y="2566"/>
                  </a:cubicBezTo>
                  <a:lnTo>
                    <a:pt x="2776" y="2996"/>
                  </a:lnTo>
                  <a:cubicBezTo>
                    <a:pt x="2776" y="3226"/>
                    <a:pt x="2594" y="3417"/>
                    <a:pt x="2354" y="3417"/>
                  </a:cubicBezTo>
                  <a:lnTo>
                    <a:pt x="220" y="3417"/>
                  </a:lnTo>
                  <a:cubicBezTo>
                    <a:pt x="96" y="3417"/>
                    <a:pt x="0" y="3513"/>
                    <a:pt x="0" y="3638"/>
                  </a:cubicBezTo>
                  <a:lnTo>
                    <a:pt x="0" y="9188"/>
                  </a:lnTo>
                  <a:cubicBezTo>
                    <a:pt x="0" y="9657"/>
                    <a:pt x="383" y="10050"/>
                    <a:pt x="852" y="10050"/>
                  </a:cubicBezTo>
                  <a:lnTo>
                    <a:pt x="6412" y="10050"/>
                  </a:lnTo>
                  <a:cubicBezTo>
                    <a:pt x="6527" y="10050"/>
                    <a:pt x="6623" y="9944"/>
                    <a:pt x="6623" y="9829"/>
                  </a:cubicBezTo>
                  <a:lnTo>
                    <a:pt x="6623" y="7695"/>
                  </a:lnTo>
                  <a:cubicBezTo>
                    <a:pt x="6623" y="7456"/>
                    <a:pt x="6431" y="7265"/>
                    <a:pt x="6202" y="7265"/>
                  </a:cubicBezTo>
                  <a:lnTo>
                    <a:pt x="5771" y="7265"/>
                  </a:lnTo>
                  <a:cubicBezTo>
                    <a:pt x="5589" y="7265"/>
                    <a:pt x="5417" y="7341"/>
                    <a:pt x="5293" y="7485"/>
                  </a:cubicBezTo>
                  <a:cubicBezTo>
                    <a:pt x="5048" y="7779"/>
                    <a:pt x="4721" y="7911"/>
                    <a:pt x="4398" y="7911"/>
                  </a:cubicBezTo>
                  <a:cubicBezTo>
                    <a:pt x="3798" y="7911"/>
                    <a:pt x="3212" y="7454"/>
                    <a:pt x="3206" y="6738"/>
                  </a:cubicBezTo>
                  <a:cubicBezTo>
                    <a:pt x="3206" y="6018"/>
                    <a:pt x="3793" y="5552"/>
                    <a:pt x="4396" y="5552"/>
                  </a:cubicBezTo>
                  <a:cubicBezTo>
                    <a:pt x="4715" y="5552"/>
                    <a:pt x="5038" y="5682"/>
                    <a:pt x="5283" y="5973"/>
                  </a:cubicBezTo>
                  <a:cubicBezTo>
                    <a:pt x="5407" y="6116"/>
                    <a:pt x="5580" y="6202"/>
                    <a:pt x="5762" y="6202"/>
                  </a:cubicBezTo>
                  <a:lnTo>
                    <a:pt x="6202" y="6202"/>
                  </a:lnTo>
                  <a:cubicBezTo>
                    <a:pt x="6431" y="6202"/>
                    <a:pt x="6623" y="6011"/>
                    <a:pt x="6623" y="5772"/>
                  </a:cubicBezTo>
                  <a:lnTo>
                    <a:pt x="6623" y="3417"/>
                  </a:lnTo>
                  <a:lnTo>
                    <a:pt x="4278" y="3417"/>
                  </a:lnTo>
                  <a:cubicBezTo>
                    <a:pt x="4039" y="3417"/>
                    <a:pt x="3847" y="3226"/>
                    <a:pt x="3847" y="2996"/>
                  </a:cubicBezTo>
                  <a:lnTo>
                    <a:pt x="3847" y="2556"/>
                  </a:lnTo>
                  <a:cubicBezTo>
                    <a:pt x="3847" y="2374"/>
                    <a:pt x="3934" y="2202"/>
                    <a:pt x="4068" y="2078"/>
                  </a:cubicBezTo>
                  <a:cubicBezTo>
                    <a:pt x="4910" y="1369"/>
                    <a:pt x="4412" y="1"/>
                    <a:pt x="3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0" name="Google Shape;2260;p12"/>
          <p:cNvPicPr preferRelativeResize="0"/>
          <p:nvPr/>
        </p:nvPicPr>
        <p:blipFill rotWithShape="1">
          <a:blip r:embed="rId3">
            <a:alphaModFix/>
          </a:blip>
          <a:srcRect l="6618" t="12993" r="7076" b="835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13"/>
          <p:cNvSpPr txBox="1">
            <a:spLocks noGrp="1"/>
          </p:cNvSpPr>
          <p:nvPr>
            <p:ph type="body" idx="1"/>
          </p:nvPr>
        </p:nvSpPr>
        <p:spPr>
          <a:xfrm>
            <a:off x="731525" y="982050"/>
            <a:ext cx="82335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У вас уже должна была пройти первая встреча с вашим проектным наставником.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Попросите его посмотреть </a:t>
            </a:r>
            <a:r>
              <a:rPr lang="en" sz="1400" b="1">
                <a:solidFill>
                  <a:srgbClr val="000000"/>
                </a:solidFill>
              </a:rPr>
              <a:t>взглядом со стороны</a:t>
            </a:r>
            <a:r>
              <a:rPr lang="en" sz="1400">
                <a:solidFill>
                  <a:srgbClr val="000000"/>
                </a:solidFill>
              </a:rPr>
              <a:t> на то, что вы написали в паспорте проекта — что в нем вам стоило бы уточнить, дополнить или исправить?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Надеюсь, </a:t>
            </a:r>
            <a:r>
              <a:rPr lang="en" sz="1400" b="1">
                <a:solidFill>
                  <a:srgbClr val="000000"/>
                </a:solidFill>
              </a:rPr>
              <a:t>вы избежали главной ошибки</a:t>
            </a:r>
            <a:r>
              <a:rPr lang="en" sz="1400">
                <a:solidFill>
                  <a:srgbClr val="000000"/>
                </a:solidFill>
              </a:rPr>
              <a:t> — просто проигнорировать заполнение паспорта проекта. Без него двигаться дальше будет просто невозможно.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На следующих двух слайдах мы показали несколько типичных ошибок и даем советы, как с ними справляться. Проверьте себя и если увидите ошибку, но не будете знать, как её исправить — зафиксируйте в свою HADI-таблицу вопрос о ней.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</a:pPr>
            <a:endParaRPr/>
          </a:p>
        </p:txBody>
      </p:sp>
      <p:sp>
        <p:nvSpPr>
          <p:cNvPr id="2266" name="Google Shape;2266;p13"/>
          <p:cNvSpPr txBox="1">
            <a:spLocks noGrp="1"/>
          </p:cNvSpPr>
          <p:nvPr>
            <p:ph type="title"/>
          </p:nvPr>
        </p:nvSpPr>
        <p:spPr>
          <a:xfrm>
            <a:off x="1134325" y="269450"/>
            <a:ext cx="675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800" b="0">
                <a:solidFill>
                  <a:srgbClr val="EC646E"/>
                </a:solidFill>
                <a:latin typeface="Montserrat"/>
                <a:ea typeface="Montserrat"/>
                <a:cs typeface="Montserrat"/>
                <a:sym typeface="Montserrat"/>
              </a:rPr>
              <a:t>2. Проверьте свой паспорт проекта</a:t>
            </a:r>
            <a:endParaRPr sz="2800" b="0">
              <a:solidFill>
                <a:srgbClr val="EC646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grpSp>
        <p:nvGrpSpPr>
          <p:cNvPr id="2267" name="Google Shape;2267;p13"/>
          <p:cNvGrpSpPr/>
          <p:nvPr/>
        </p:nvGrpSpPr>
        <p:grpSpPr>
          <a:xfrm>
            <a:off x="8479528" y="-89"/>
            <a:ext cx="664447" cy="722960"/>
            <a:chOff x="5561384" y="1266162"/>
            <a:chExt cx="356138" cy="356138"/>
          </a:xfrm>
        </p:grpSpPr>
        <p:sp>
          <p:nvSpPr>
            <p:cNvPr id="2268" name="Google Shape;2268;p13"/>
            <p:cNvSpPr/>
            <p:nvPr/>
          </p:nvSpPr>
          <p:spPr>
            <a:xfrm>
              <a:off x="5681760" y="1455655"/>
              <a:ext cx="114888" cy="97792"/>
            </a:xfrm>
            <a:custGeom>
              <a:avLst/>
              <a:gdLst/>
              <a:ahLst/>
              <a:cxnLst/>
              <a:rect l="l" t="t" r="r" b="b"/>
              <a:pathLst>
                <a:path w="4375" h="3724" extrusionOk="0">
                  <a:moveTo>
                    <a:pt x="1532" y="0"/>
                  </a:moveTo>
                  <a:lnTo>
                    <a:pt x="1532" y="297"/>
                  </a:lnTo>
                  <a:cubicBezTo>
                    <a:pt x="1532" y="383"/>
                    <a:pt x="1484" y="460"/>
                    <a:pt x="1398" y="498"/>
                  </a:cubicBezTo>
                  <a:lnTo>
                    <a:pt x="402" y="929"/>
                  </a:lnTo>
                  <a:cubicBezTo>
                    <a:pt x="163" y="1024"/>
                    <a:pt x="0" y="1264"/>
                    <a:pt x="0" y="1522"/>
                  </a:cubicBezTo>
                  <a:lnTo>
                    <a:pt x="0" y="3723"/>
                  </a:lnTo>
                  <a:lnTo>
                    <a:pt x="4374" y="3723"/>
                  </a:lnTo>
                  <a:lnTo>
                    <a:pt x="4374" y="1532"/>
                  </a:lnTo>
                  <a:cubicBezTo>
                    <a:pt x="4374" y="1264"/>
                    <a:pt x="4221" y="1024"/>
                    <a:pt x="3982" y="929"/>
                  </a:cubicBezTo>
                  <a:lnTo>
                    <a:pt x="2986" y="498"/>
                  </a:lnTo>
                  <a:cubicBezTo>
                    <a:pt x="2900" y="460"/>
                    <a:pt x="2852" y="383"/>
                    <a:pt x="2852" y="297"/>
                  </a:cubicBezTo>
                  <a:lnTo>
                    <a:pt x="2852" y="0"/>
                  </a:lnTo>
                  <a:close/>
                </a:path>
              </a:pathLst>
            </a:custGeom>
            <a:solidFill>
              <a:srgbClr val="ACBD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13"/>
            <p:cNvSpPr/>
            <p:nvPr/>
          </p:nvSpPr>
          <p:spPr>
            <a:xfrm>
              <a:off x="5719207" y="1455655"/>
              <a:ext cx="40230" cy="17358"/>
            </a:xfrm>
            <a:custGeom>
              <a:avLst/>
              <a:gdLst/>
              <a:ahLst/>
              <a:cxnLst/>
              <a:rect l="l" t="t" r="r" b="b"/>
              <a:pathLst>
                <a:path w="1532" h="661" extrusionOk="0">
                  <a:moveTo>
                    <a:pt x="106" y="0"/>
                  </a:moveTo>
                  <a:lnTo>
                    <a:pt x="106" y="297"/>
                  </a:lnTo>
                  <a:cubicBezTo>
                    <a:pt x="106" y="374"/>
                    <a:pt x="67" y="441"/>
                    <a:pt x="0" y="479"/>
                  </a:cubicBezTo>
                  <a:cubicBezTo>
                    <a:pt x="240" y="594"/>
                    <a:pt x="498" y="661"/>
                    <a:pt x="766" y="661"/>
                  </a:cubicBezTo>
                  <a:cubicBezTo>
                    <a:pt x="1034" y="651"/>
                    <a:pt x="1292" y="594"/>
                    <a:pt x="1532" y="479"/>
                  </a:cubicBezTo>
                  <a:cubicBezTo>
                    <a:pt x="1465" y="441"/>
                    <a:pt x="1426" y="374"/>
                    <a:pt x="1426" y="297"/>
                  </a:cubicBezTo>
                  <a:lnTo>
                    <a:pt x="14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13"/>
            <p:cNvSpPr/>
            <p:nvPr/>
          </p:nvSpPr>
          <p:spPr>
            <a:xfrm>
              <a:off x="5681760" y="1470229"/>
              <a:ext cx="115124" cy="83218"/>
            </a:xfrm>
            <a:custGeom>
              <a:avLst/>
              <a:gdLst/>
              <a:ahLst/>
              <a:cxnLst/>
              <a:rect l="l" t="t" r="r" b="b"/>
              <a:pathLst>
                <a:path w="4384" h="3169" extrusionOk="0">
                  <a:moveTo>
                    <a:pt x="1254" y="0"/>
                  </a:moveTo>
                  <a:lnTo>
                    <a:pt x="402" y="374"/>
                  </a:lnTo>
                  <a:cubicBezTo>
                    <a:pt x="163" y="469"/>
                    <a:pt x="10" y="709"/>
                    <a:pt x="0" y="967"/>
                  </a:cubicBezTo>
                  <a:lnTo>
                    <a:pt x="0" y="3168"/>
                  </a:lnTo>
                  <a:lnTo>
                    <a:pt x="4374" y="3168"/>
                  </a:lnTo>
                  <a:lnTo>
                    <a:pt x="4374" y="977"/>
                  </a:lnTo>
                  <a:cubicBezTo>
                    <a:pt x="4384" y="709"/>
                    <a:pt x="4221" y="469"/>
                    <a:pt x="3982" y="374"/>
                  </a:cubicBezTo>
                  <a:lnTo>
                    <a:pt x="3130" y="0"/>
                  </a:lnTo>
                  <a:cubicBezTo>
                    <a:pt x="2919" y="359"/>
                    <a:pt x="2556" y="539"/>
                    <a:pt x="2192" y="539"/>
                  </a:cubicBezTo>
                  <a:cubicBezTo>
                    <a:pt x="1828" y="539"/>
                    <a:pt x="1465" y="359"/>
                    <a:pt x="12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13"/>
            <p:cNvSpPr/>
            <p:nvPr/>
          </p:nvSpPr>
          <p:spPr>
            <a:xfrm>
              <a:off x="5699092" y="1375220"/>
              <a:ext cx="28676" cy="63103"/>
            </a:xfrm>
            <a:custGeom>
              <a:avLst/>
              <a:gdLst/>
              <a:ahLst/>
              <a:cxnLst/>
              <a:rect l="l" t="t" r="r" b="b"/>
              <a:pathLst>
                <a:path w="1092" h="2403" extrusionOk="0">
                  <a:moveTo>
                    <a:pt x="661" y="1"/>
                  </a:moveTo>
                  <a:cubicBezTo>
                    <a:pt x="297" y="1"/>
                    <a:pt x="1" y="288"/>
                    <a:pt x="1" y="652"/>
                  </a:cubicBezTo>
                  <a:lnTo>
                    <a:pt x="1" y="805"/>
                  </a:lnTo>
                  <a:cubicBezTo>
                    <a:pt x="1" y="996"/>
                    <a:pt x="30" y="1178"/>
                    <a:pt x="87" y="1360"/>
                  </a:cubicBezTo>
                  <a:lnTo>
                    <a:pt x="441" y="2403"/>
                  </a:lnTo>
                  <a:lnTo>
                    <a:pt x="1092" y="2403"/>
                  </a:lnTo>
                  <a:lnTo>
                    <a:pt x="10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13"/>
            <p:cNvSpPr/>
            <p:nvPr/>
          </p:nvSpPr>
          <p:spPr>
            <a:xfrm>
              <a:off x="5710672" y="1369443"/>
              <a:ext cx="69116" cy="68880"/>
            </a:xfrm>
            <a:custGeom>
              <a:avLst/>
              <a:gdLst/>
              <a:ahLst/>
              <a:cxnLst/>
              <a:rect l="l" t="t" r="r" b="b"/>
              <a:pathLst>
                <a:path w="2632" h="2623" extrusionOk="0">
                  <a:moveTo>
                    <a:pt x="660" y="1"/>
                  </a:moveTo>
                  <a:cubicBezTo>
                    <a:pt x="297" y="1"/>
                    <a:pt x="0" y="297"/>
                    <a:pt x="0" y="661"/>
                  </a:cubicBezTo>
                  <a:cubicBezTo>
                    <a:pt x="0" y="900"/>
                    <a:pt x="201" y="1092"/>
                    <a:pt x="440" y="1092"/>
                  </a:cubicBezTo>
                  <a:lnTo>
                    <a:pt x="2192" y="2623"/>
                  </a:lnTo>
                  <a:lnTo>
                    <a:pt x="2555" y="1331"/>
                  </a:lnTo>
                  <a:cubicBezTo>
                    <a:pt x="2603" y="1178"/>
                    <a:pt x="2622" y="1015"/>
                    <a:pt x="2632" y="853"/>
                  </a:cubicBezTo>
                  <a:lnTo>
                    <a:pt x="2632" y="441"/>
                  </a:lnTo>
                  <a:cubicBezTo>
                    <a:pt x="2632" y="192"/>
                    <a:pt x="2431" y="1"/>
                    <a:pt x="2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13"/>
            <p:cNvSpPr/>
            <p:nvPr/>
          </p:nvSpPr>
          <p:spPr>
            <a:xfrm>
              <a:off x="5704869" y="1398329"/>
              <a:ext cx="68906" cy="63129"/>
            </a:xfrm>
            <a:custGeom>
              <a:avLst/>
              <a:gdLst/>
              <a:ahLst/>
              <a:cxnLst/>
              <a:rect l="l" t="t" r="r" b="b"/>
              <a:pathLst>
                <a:path w="2624" h="2404" extrusionOk="0">
                  <a:moveTo>
                    <a:pt x="812" y="0"/>
                  </a:moveTo>
                  <a:cubicBezTo>
                    <a:pt x="699" y="0"/>
                    <a:pt x="597" y="47"/>
                    <a:pt x="518" y="126"/>
                  </a:cubicBezTo>
                  <a:lnTo>
                    <a:pt x="125" y="528"/>
                  </a:lnTo>
                  <a:cubicBezTo>
                    <a:pt x="39" y="604"/>
                    <a:pt x="1" y="719"/>
                    <a:pt x="1" y="834"/>
                  </a:cubicBezTo>
                  <a:lnTo>
                    <a:pt x="1" y="1092"/>
                  </a:lnTo>
                  <a:cubicBezTo>
                    <a:pt x="1" y="1810"/>
                    <a:pt x="585" y="2403"/>
                    <a:pt x="1312" y="2403"/>
                  </a:cubicBezTo>
                  <a:cubicBezTo>
                    <a:pt x="2039" y="2403"/>
                    <a:pt x="2623" y="1810"/>
                    <a:pt x="2623" y="1092"/>
                  </a:cubicBezTo>
                  <a:lnTo>
                    <a:pt x="2623" y="815"/>
                  </a:lnTo>
                  <a:cubicBezTo>
                    <a:pt x="2623" y="690"/>
                    <a:pt x="2575" y="585"/>
                    <a:pt x="2499" y="499"/>
                  </a:cubicBezTo>
                  <a:cubicBezTo>
                    <a:pt x="2154" y="174"/>
                    <a:pt x="1542" y="20"/>
                    <a:pt x="843" y="1"/>
                  </a:cubicBezTo>
                  <a:cubicBezTo>
                    <a:pt x="833" y="1"/>
                    <a:pt x="822" y="0"/>
                    <a:pt x="8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13"/>
            <p:cNvSpPr/>
            <p:nvPr/>
          </p:nvSpPr>
          <p:spPr>
            <a:xfrm>
              <a:off x="5704869" y="1398355"/>
              <a:ext cx="68906" cy="61606"/>
            </a:xfrm>
            <a:custGeom>
              <a:avLst/>
              <a:gdLst/>
              <a:ahLst/>
              <a:cxnLst/>
              <a:rect l="l" t="t" r="r" b="b"/>
              <a:pathLst>
                <a:path w="2624" h="2346" extrusionOk="0">
                  <a:moveTo>
                    <a:pt x="843" y="0"/>
                  </a:moveTo>
                  <a:cubicBezTo>
                    <a:pt x="728" y="0"/>
                    <a:pt x="613" y="48"/>
                    <a:pt x="527" y="134"/>
                  </a:cubicBezTo>
                  <a:lnTo>
                    <a:pt x="125" y="527"/>
                  </a:lnTo>
                  <a:cubicBezTo>
                    <a:pt x="49" y="613"/>
                    <a:pt x="1" y="718"/>
                    <a:pt x="1" y="843"/>
                  </a:cubicBezTo>
                  <a:lnTo>
                    <a:pt x="1" y="1091"/>
                  </a:lnTo>
                  <a:cubicBezTo>
                    <a:pt x="1" y="1675"/>
                    <a:pt x="384" y="2182"/>
                    <a:pt x="948" y="2345"/>
                  </a:cubicBezTo>
                  <a:cubicBezTo>
                    <a:pt x="757" y="2115"/>
                    <a:pt x="652" y="1828"/>
                    <a:pt x="661" y="1522"/>
                  </a:cubicBezTo>
                  <a:lnTo>
                    <a:pt x="661" y="890"/>
                  </a:lnTo>
                  <a:cubicBezTo>
                    <a:pt x="652" y="643"/>
                    <a:pt x="853" y="449"/>
                    <a:pt x="1088" y="449"/>
                  </a:cubicBezTo>
                  <a:cubicBezTo>
                    <a:pt x="1099" y="449"/>
                    <a:pt x="1110" y="449"/>
                    <a:pt x="1121" y="450"/>
                  </a:cubicBezTo>
                  <a:cubicBezTo>
                    <a:pt x="1561" y="479"/>
                    <a:pt x="2221" y="555"/>
                    <a:pt x="2623" y="747"/>
                  </a:cubicBezTo>
                  <a:cubicBezTo>
                    <a:pt x="2604" y="651"/>
                    <a:pt x="2566" y="575"/>
                    <a:pt x="2499" y="508"/>
                  </a:cubicBezTo>
                  <a:cubicBezTo>
                    <a:pt x="2164" y="173"/>
                    <a:pt x="1542" y="29"/>
                    <a:pt x="8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13"/>
            <p:cNvSpPr/>
            <p:nvPr/>
          </p:nvSpPr>
          <p:spPr>
            <a:xfrm>
              <a:off x="5682023" y="1485066"/>
              <a:ext cx="22872" cy="68381"/>
            </a:xfrm>
            <a:custGeom>
              <a:avLst/>
              <a:gdLst/>
              <a:ahLst/>
              <a:cxnLst/>
              <a:rect l="l" t="t" r="r" b="b"/>
              <a:pathLst>
                <a:path w="871" h="2604" extrusionOk="0">
                  <a:moveTo>
                    <a:pt x="144" y="0"/>
                  </a:moveTo>
                  <a:cubicBezTo>
                    <a:pt x="48" y="115"/>
                    <a:pt x="0" y="258"/>
                    <a:pt x="0" y="412"/>
                  </a:cubicBezTo>
                  <a:lnTo>
                    <a:pt x="0" y="2603"/>
                  </a:lnTo>
                  <a:lnTo>
                    <a:pt x="871" y="2603"/>
                  </a:lnTo>
                  <a:lnTo>
                    <a:pt x="871" y="995"/>
                  </a:lnTo>
                  <a:cubicBezTo>
                    <a:pt x="871" y="823"/>
                    <a:pt x="804" y="660"/>
                    <a:pt x="680" y="536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13"/>
            <p:cNvSpPr/>
            <p:nvPr/>
          </p:nvSpPr>
          <p:spPr>
            <a:xfrm>
              <a:off x="5773749" y="1485066"/>
              <a:ext cx="23135" cy="68381"/>
            </a:xfrm>
            <a:custGeom>
              <a:avLst/>
              <a:gdLst/>
              <a:ahLst/>
              <a:cxnLst/>
              <a:rect l="l" t="t" r="r" b="b"/>
              <a:pathLst>
                <a:path w="881" h="2604" extrusionOk="0">
                  <a:moveTo>
                    <a:pt x="728" y="0"/>
                  </a:moveTo>
                  <a:lnTo>
                    <a:pt x="192" y="536"/>
                  </a:lnTo>
                  <a:cubicBezTo>
                    <a:pt x="77" y="660"/>
                    <a:pt x="0" y="823"/>
                    <a:pt x="0" y="995"/>
                  </a:cubicBezTo>
                  <a:lnTo>
                    <a:pt x="0" y="2603"/>
                  </a:lnTo>
                  <a:lnTo>
                    <a:pt x="881" y="2603"/>
                  </a:lnTo>
                  <a:lnTo>
                    <a:pt x="881" y="412"/>
                  </a:lnTo>
                  <a:cubicBezTo>
                    <a:pt x="881" y="258"/>
                    <a:pt x="823" y="115"/>
                    <a:pt x="7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13"/>
            <p:cNvSpPr/>
            <p:nvPr/>
          </p:nvSpPr>
          <p:spPr>
            <a:xfrm>
              <a:off x="5561384" y="1266162"/>
              <a:ext cx="356138" cy="356138"/>
            </a:xfrm>
            <a:custGeom>
              <a:avLst/>
              <a:gdLst/>
              <a:ahLst/>
              <a:cxnLst/>
              <a:rect l="l" t="t" r="r" b="b"/>
              <a:pathLst>
                <a:path w="13562" h="13562" extrusionOk="0">
                  <a:moveTo>
                    <a:pt x="6777" y="2623"/>
                  </a:moveTo>
                  <a:cubicBezTo>
                    <a:pt x="7312" y="2623"/>
                    <a:pt x="7851" y="2726"/>
                    <a:pt x="8365" y="2938"/>
                  </a:cubicBezTo>
                  <a:cubicBezTo>
                    <a:pt x="9925" y="3580"/>
                    <a:pt x="10939" y="5101"/>
                    <a:pt x="10939" y="6776"/>
                  </a:cubicBezTo>
                  <a:cubicBezTo>
                    <a:pt x="10939" y="9073"/>
                    <a:pt x="9073" y="10939"/>
                    <a:pt x="6776" y="10939"/>
                  </a:cubicBezTo>
                  <a:cubicBezTo>
                    <a:pt x="5092" y="10939"/>
                    <a:pt x="3580" y="9925"/>
                    <a:pt x="2938" y="8365"/>
                  </a:cubicBezTo>
                  <a:cubicBezTo>
                    <a:pt x="2297" y="6814"/>
                    <a:pt x="2651" y="5025"/>
                    <a:pt x="3838" y="3838"/>
                  </a:cubicBezTo>
                  <a:cubicBezTo>
                    <a:pt x="4632" y="3044"/>
                    <a:pt x="5695" y="2623"/>
                    <a:pt x="6777" y="2623"/>
                  </a:cubicBezTo>
                  <a:close/>
                  <a:moveTo>
                    <a:pt x="5905" y="0"/>
                  </a:moveTo>
                  <a:cubicBezTo>
                    <a:pt x="5790" y="0"/>
                    <a:pt x="5685" y="96"/>
                    <a:pt x="5685" y="220"/>
                  </a:cubicBezTo>
                  <a:lnTo>
                    <a:pt x="5685" y="795"/>
                  </a:lnTo>
                  <a:cubicBezTo>
                    <a:pt x="5685" y="900"/>
                    <a:pt x="5618" y="986"/>
                    <a:pt x="5513" y="1015"/>
                  </a:cubicBezTo>
                  <a:cubicBezTo>
                    <a:pt x="4833" y="1158"/>
                    <a:pt x="4182" y="1426"/>
                    <a:pt x="3599" y="1800"/>
                  </a:cubicBezTo>
                  <a:cubicBezTo>
                    <a:pt x="3561" y="1825"/>
                    <a:pt x="3517" y="1837"/>
                    <a:pt x="3474" y="1837"/>
                  </a:cubicBezTo>
                  <a:cubicBezTo>
                    <a:pt x="3420" y="1837"/>
                    <a:pt x="3368" y="1818"/>
                    <a:pt x="3331" y="1780"/>
                  </a:cubicBezTo>
                  <a:lnTo>
                    <a:pt x="2919" y="1369"/>
                  </a:lnTo>
                  <a:cubicBezTo>
                    <a:pt x="2876" y="1326"/>
                    <a:pt x="2819" y="1304"/>
                    <a:pt x="2761" y="1304"/>
                  </a:cubicBezTo>
                  <a:cubicBezTo>
                    <a:pt x="2704" y="1304"/>
                    <a:pt x="2646" y="1326"/>
                    <a:pt x="2603" y="1369"/>
                  </a:cubicBezTo>
                  <a:lnTo>
                    <a:pt x="1369" y="2603"/>
                  </a:lnTo>
                  <a:cubicBezTo>
                    <a:pt x="1283" y="2690"/>
                    <a:pt x="1283" y="2824"/>
                    <a:pt x="1369" y="2910"/>
                  </a:cubicBezTo>
                  <a:lnTo>
                    <a:pt x="1780" y="3321"/>
                  </a:lnTo>
                  <a:cubicBezTo>
                    <a:pt x="1857" y="3398"/>
                    <a:pt x="1866" y="3513"/>
                    <a:pt x="1809" y="3599"/>
                  </a:cubicBezTo>
                  <a:cubicBezTo>
                    <a:pt x="1436" y="4183"/>
                    <a:pt x="1168" y="4833"/>
                    <a:pt x="1015" y="5513"/>
                  </a:cubicBezTo>
                  <a:cubicBezTo>
                    <a:pt x="996" y="5609"/>
                    <a:pt x="909" y="5685"/>
                    <a:pt x="804" y="5685"/>
                  </a:cubicBezTo>
                  <a:lnTo>
                    <a:pt x="220" y="5685"/>
                  </a:lnTo>
                  <a:cubicBezTo>
                    <a:pt x="96" y="5685"/>
                    <a:pt x="0" y="5781"/>
                    <a:pt x="0" y="5905"/>
                  </a:cubicBezTo>
                  <a:lnTo>
                    <a:pt x="0" y="7657"/>
                  </a:lnTo>
                  <a:cubicBezTo>
                    <a:pt x="0" y="7771"/>
                    <a:pt x="96" y="7877"/>
                    <a:pt x="220" y="7877"/>
                  </a:cubicBezTo>
                  <a:lnTo>
                    <a:pt x="804" y="7877"/>
                  </a:lnTo>
                  <a:cubicBezTo>
                    <a:pt x="909" y="7877"/>
                    <a:pt x="996" y="7944"/>
                    <a:pt x="1015" y="8049"/>
                  </a:cubicBezTo>
                  <a:cubicBezTo>
                    <a:pt x="1168" y="8728"/>
                    <a:pt x="1436" y="9379"/>
                    <a:pt x="1809" y="9963"/>
                  </a:cubicBezTo>
                  <a:cubicBezTo>
                    <a:pt x="1866" y="10049"/>
                    <a:pt x="1857" y="10164"/>
                    <a:pt x="1780" y="10231"/>
                  </a:cubicBezTo>
                  <a:lnTo>
                    <a:pt x="1369" y="10642"/>
                  </a:lnTo>
                  <a:cubicBezTo>
                    <a:pt x="1283" y="10729"/>
                    <a:pt x="1283" y="10872"/>
                    <a:pt x="1369" y="10958"/>
                  </a:cubicBezTo>
                  <a:lnTo>
                    <a:pt x="2603" y="12193"/>
                  </a:lnTo>
                  <a:cubicBezTo>
                    <a:pt x="2646" y="12236"/>
                    <a:pt x="2704" y="12257"/>
                    <a:pt x="2761" y="12257"/>
                  </a:cubicBezTo>
                  <a:cubicBezTo>
                    <a:pt x="2819" y="12257"/>
                    <a:pt x="2876" y="12236"/>
                    <a:pt x="2919" y="12193"/>
                  </a:cubicBezTo>
                  <a:lnTo>
                    <a:pt x="3331" y="11781"/>
                  </a:lnTo>
                  <a:cubicBezTo>
                    <a:pt x="3369" y="11738"/>
                    <a:pt x="3423" y="11716"/>
                    <a:pt x="3478" y="11716"/>
                  </a:cubicBezTo>
                  <a:cubicBezTo>
                    <a:pt x="3520" y="11716"/>
                    <a:pt x="3562" y="11728"/>
                    <a:pt x="3599" y="11753"/>
                  </a:cubicBezTo>
                  <a:cubicBezTo>
                    <a:pt x="4182" y="12126"/>
                    <a:pt x="4833" y="12394"/>
                    <a:pt x="5513" y="12547"/>
                  </a:cubicBezTo>
                  <a:cubicBezTo>
                    <a:pt x="5618" y="12566"/>
                    <a:pt x="5685" y="12652"/>
                    <a:pt x="5685" y="12758"/>
                  </a:cubicBezTo>
                  <a:lnTo>
                    <a:pt x="5685" y="13341"/>
                  </a:lnTo>
                  <a:cubicBezTo>
                    <a:pt x="5685" y="13466"/>
                    <a:pt x="5790" y="13561"/>
                    <a:pt x="5905" y="13561"/>
                  </a:cubicBezTo>
                  <a:lnTo>
                    <a:pt x="7657" y="13561"/>
                  </a:lnTo>
                  <a:cubicBezTo>
                    <a:pt x="7781" y="13561"/>
                    <a:pt x="7877" y="13466"/>
                    <a:pt x="7877" y="13341"/>
                  </a:cubicBezTo>
                  <a:lnTo>
                    <a:pt x="7877" y="12758"/>
                  </a:lnTo>
                  <a:cubicBezTo>
                    <a:pt x="7877" y="12652"/>
                    <a:pt x="7953" y="12566"/>
                    <a:pt x="8049" y="12547"/>
                  </a:cubicBezTo>
                  <a:cubicBezTo>
                    <a:pt x="8728" y="12394"/>
                    <a:pt x="9379" y="12126"/>
                    <a:pt x="9963" y="11753"/>
                  </a:cubicBezTo>
                  <a:cubicBezTo>
                    <a:pt x="10000" y="11728"/>
                    <a:pt x="10042" y="11716"/>
                    <a:pt x="10084" y="11716"/>
                  </a:cubicBezTo>
                  <a:cubicBezTo>
                    <a:pt x="10140" y="11716"/>
                    <a:pt x="10197" y="11738"/>
                    <a:pt x="10240" y="11781"/>
                  </a:cubicBezTo>
                  <a:lnTo>
                    <a:pt x="10652" y="12193"/>
                  </a:lnTo>
                  <a:cubicBezTo>
                    <a:pt x="10695" y="12236"/>
                    <a:pt x="10750" y="12257"/>
                    <a:pt x="10805" y="12257"/>
                  </a:cubicBezTo>
                  <a:cubicBezTo>
                    <a:pt x="10860" y="12257"/>
                    <a:pt x="10915" y="12236"/>
                    <a:pt x="10958" y="12193"/>
                  </a:cubicBezTo>
                  <a:lnTo>
                    <a:pt x="12193" y="10958"/>
                  </a:lnTo>
                  <a:cubicBezTo>
                    <a:pt x="12279" y="10872"/>
                    <a:pt x="12279" y="10729"/>
                    <a:pt x="12193" y="10642"/>
                  </a:cubicBezTo>
                  <a:lnTo>
                    <a:pt x="11781" y="10231"/>
                  </a:lnTo>
                  <a:cubicBezTo>
                    <a:pt x="11714" y="10164"/>
                    <a:pt x="11695" y="10049"/>
                    <a:pt x="11753" y="9963"/>
                  </a:cubicBezTo>
                  <a:cubicBezTo>
                    <a:pt x="12135" y="9379"/>
                    <a:pt x="12403" y="8728"/>
                    <a:pt x="12547" y="8049"/>
                  </a:cubicBezTo>
                  <a:cubicBezTo>
                    <a:pt x="12566" y="7944"/>
                    <a:pt x="12662" y="7877"/>
                    <a:pt x="12767" y="7877"/>
                  </a:cubicBezTo>
                  <a:lnTo>
                    <a:pt x="13341" y="7877"/>
                  </a:lnTo>
                  <a:cubicBezTo>
                    <a:pt x="13466" y="7877"/>
                    <a:pt x="13561" y="7781"/>
                    <a:pt x="13561" y="7657"/>
                  </a:cubicBezTo>
                  <a:lnTo>
                    <a:pt x="13561" y="5905"/>
                  </a:lnTo>
                  <a:cubicBezTo>
                    <a:pt x="13561" y="5781"/>
                    <a:pt x="13466" y="5685"/>
                    <a:pt x="13341" y="5685"/>
                  </a:cubicBezTo>
                  <a:lnTo>
                    <a:pt x="12757" y="5685"/>
                  </a:lnTo>
                  <a:cubicBezTo>
                    <a:pt x="12652" y="5685"/>
                    <a:pt x="12566" y="5609"/>
                    <a:pt x="12547" y="5513"/>
                  </a:cubicBezTo>
                  <a:cubicBezTo>
                    <a:pt x="12394" y="4833"/>
                    <a:pt x="12126" y="4183"/>
                    <a:pt x="11753" y="3599"/>
                  </a:cubicBezTo>
                  <a:cubicBezTo>
                    <a:pt x="11695" y="3513"/>
                    <a:pt x="11705" y="3398"/>
                    <a:pt x="11781" y="3321"/>
                  </a:cubicBezTo>
                  <a:lnTo>
                    <a:pt x="12193" y="2910"/>
                  </a:lnTo>
                  <a:cubicBezTo>
                    <a:pt x="12269" y="2824"/>
                    <a:pt x="12269" y="2690"/>
                    <a:pt x="12193" y="2603"/>
                  </a:cubicBezTo>
                  <a:lnTo>
                    <a:pt x="10949" y="1369"/>
                  </a:lnTo>
                  <a:cubicBezTo>
                    <a:pt x="10906" y="1326"/>
                    <a:pt x="10851" y="1304"/>
                    <a:pt x="10796" y="1304"/>
                  </a:cubicBezTo>
                  <a:cubicBezTo>
                    <a:pt x="10741" y="1304"/>
                    <a:pt x="10686" y="1326"/>
                    <a:pt x="10642" y="1369"/>
                  </a:cubicBezTo>
                  <a:lnTo>
                    <a:pt x="10231" y="1780"/>
                  </a:lnTo>
                  <a:cubicBezTo>
                    <a:pt x="10188" y="1818"/>
                    <a:pt x="10134" y="1837"/>
                    <a:pt x="10079" y="1837"/>
                  </a:cubicBezTo>
                  <a:cubicBezTo>
                    <a:pt x="10035" y="1837"/>
                    <a:pt x="9992" y="1825"/>
                    <a:pt x="9953" y="1800"/>
                  </a:cubicBezTo>
                  <a:cubicBezTo>
                    <a:pt x="9370" y="1426"/>
                    <a:pt x="8719" y="1158"/>
                    <a:pt x="8039" y="1015"/>
                  </a:cubicBezTo>
                  <a:cubicBezTo>
                    <a:pt x="7944" y="986"/>
                    <a:pt x="7877" y="900"/>
                    <a:pt x="7877" y="795"/>
                  </a:cubicBezTo>
                  <a:lnTo>
                    <a:pt x="7877" y="220"/>
                  </a:lnTo>
                  <a:cubicBezTo>
                    <a:pt x="7877" y="96"/>
                    <a:pt x="7781" y="0"/>
                    <a:pt x="76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13"/>
            <p:cNvSpPr/>
            <p:nvPr/>
          </p:nvSpPr>
          <p:spPr>
            <a:xfrm>
              <a:off x="5602849" y="1317685"/>
              <a:ext cx="262889" cy="252936"/>
            </a:xfrm>
            <a:custGeom>
              <a:avLst/>
              <a:gdLst/>
              <a:ahLst/>
              <a:cxnLst/>
              <a:rect l="l" t="t" r="r" b="b"/>
              <a:pathLst>
                <a:path w="10011" h="9632" extrusionOk="0">
                  <a:moveTo>
                    <a:pt x="5205" y="877"/>
                  </a:moveTo>
                  <a:cubicBezTo>
                    <a:pt x="5711" y="877"/>
                    <a:pt x="6222" y="975"/>
                    <a:pt x="6709" y="1177"/>
                  </a:cubicBezTo>
                  <a:cubicBezTo>
                    <a:pt x="8173" y="1790"/>
                    <a:pt x="9140" y="3225"/>
                    <a:pt x="9140" y="4814"/>
                  </a:cubicBezTo>
                  <a:cubicBezTo>
                    <a:pt x="9140" y="6996"/>
                    <a:pt x="7370" y="8757"/>
                    <a:pt x="5197" y="8757"/>
                  </a:cubicBezTo>
                  <a:cubicBezTo>
                    <a:pt x="3608" y="8757"/>
                    <a:pt x="2173" y="7790"/>
                    <a:pt x="1560" y="6326"/>
                  </a:cubicBezTo>
                  <a:cubicBezTo>
                    <a:pt x="948" y="4852"/>
                    <a:pt x="1283" y="3158"/>
                    <a:pt x="2412" y="2029"/>
                  </a:cubicBezTo>
                  <a:cubicBezTo>
                    <a:pt x="3168" y="1279"/>
                    <a:pt x="4178" y="877"/>
                    <a:pt x="5205" y="877"/>
                  </a:cubicBezTo>
                  <a:close/>
                  <a:moveTo>
                    <a:pt x="5197" y="0"/>
                  </a:moveTo>
                  <a:cubicBezTo>
                    <a:pt x="3254" y="0"/>
                    <a:pt x="1493" y="1177"/>
                    <a:pt x="747" y="2967"/>
                  </a:cubicBezTo>
                  <a:cubicBezTo>
                    <a:pt x="0" y="4766"/>
                    <a:pt x="412" y="6843"/>
                    <a:pt x="1790" y="8221"/>
                  </a:cubicBezTo>
                  <a:cubicBezTo>
                    <a:pt x="2711" y="9143"/>
                    <a:pt x="3941" y="9632"/>
                    <a:pt x="5192" y="9632"/>
                  </a:cubicBezTo>
                  <a:cubicBezTo>
                    <a:pt x="5813" y="9632"/>
                    <a:pt x="6438" y="9512"/>
                    <a:pt x="7035" y="9264"/>
                  </a:cubicBezTo>
                  <a:cubicBezTo>
                    <a:pt x="8834" y="8518"/>
                    <a:pt x="10001" y="6766"/>
                    <a:pt x="10011" y="4814"/>
                  </a:cubicBezTo>
                  <a:cubicBezTo>
                    <a:pt x="10011" y="2163"/>
                    <a:pt x="7858" y="10"/>
                    <a:pt x="5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Паспорт проекта — типичные ошибки</a:t>
            </a:r>
            <a:endParaRPr/>
          </a:p>
        </p:txBody>
      </p:sp>
      <p:graphicFrame>
        <p:nvGraphicFramePr>
          <p:cNvPr id="2284" name="Google Shape;2284;p14"/>
          <p:cNvGraphicFramePr/>
          <p:nvPr/>
        </p:nvGraphicFramePr>
        <p:xfrm>
          <a:off x="31167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{20504D29-373D-4A2F-97A8-D9C9CCB7FAD4}</a:tableStyleId>
              </a:tblPr>
              <a:tblGrid>
                <a:gridCol w="167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Типовая ошибка</a:t>
                      </a:r>
                      <a:endParaRPr sz="1400" b="1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Пример</a:t>
                      </a:r>
                      <a:endParaRPr sz="1400" b="1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Лечение</a:t>
                      </a:r>
                      <a:endParaRPr sz="1400" b="1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Круговая логика</a:t>
                      </a: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: проблема в том, что у них до сих пор нет нашего решения! 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Современный человек хочет получить новые вкусовые ощущения, но не может потому что ему мешает нехватка мясных изделий</a:t>
                      </a:r>
                      <a:endParaRPr sz="9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Задать себе два проверочных вопроса: 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marL="269999" marR="0" lvl="0" indent="-158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Proxima Nova"/>
                        <a:buAutoNum type="arabicPeriod"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А правду ли мы написали? Или это мы из головы выдумали и надо это зафиксировать как гипотезу, а потом проверить?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marL="269999" marR="0" lvl="0" indent="-158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Proxima Nova"/>
                        <a:buAutoNum type="arabicPeriod"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Что изменится в жизни у человека после появления нашего решения? Как оно было устроено до появления нашего решения?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Хотим сделать нашего пользователя лучше</a:t>
                      </a:r>
                      <a:b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</a:b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(хотя он и не просил)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Наш потребитель хочет эффективно распределять свое время, но не может, потому что ему не хватает на это временных ресурсов, организаторских способностей или денежных средств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Лучше вообще не брать тематику связанную с психологией, личностным ростом и развитием, если в команде нет профессиональных психологов или если они не являются вашими заказчиками. В таких задачах исследование может занимать 90% времени и не дать точных ответов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У нашего решения нет аналогов в мире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существующие проекты не позволяют раскрыть потенциал у людей в сфере Сельского Хозяйства,обладающих малой заинтересованностью.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Подобные аналоги отсутствуют.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Не следует искать стопроцентный прямой аналог. Даже у первого самолета братьев Райт были аналоги — воздушные шары, дирижабли и воздушные змеи. Какие есть косвенные аналоги, как сейчас люди решают проблему?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285" name="Google Shape;2285;p14"/>
          <p:cNvGrpSpPr/>
          <p:nvPr/>
        </p:nvGrpSpPr>
        <p:grpSpPr>
          <a:xfrm>
            <a:off x="8479528" y="-89"/>
            <a:ext cx="664447" cy="722960"/>
            <a:chOff x="5561384" y="1266162"/>
            <a:chExt cx="356138" cy="356138"/>
          </a:xfrm>
        </p:grpSpPr>
        <p:sp>
          <p:nvSpPr>
            <p:cNvPr id="2286" name="Google Shape;2286;p14"/>
            <p:cNvSpPr/>
            <p:nvPr/>
          </p:nvSpPr>
          <p:spPr>
            <a:xfrm>
              <a:off x="5681760" y="1455655"/>
              <a:ext cx="114888" cy="97792"/>
            </a:xfrm>
            <a:custGeom>
              <a:avLst/>
              <a:gdLst/>
              <a:ahLst/>
              <a:cxnLst/>
              <a:rect l="l" t="t" r="r" b="b"/>
              <a:pathLst>
                <a:path w="4375" h="3724" extrusionOk="0">
                  <a:moveTo>
                    <a:pt x="1532" y="0"/>
                  </a:moveTo>
                  <a:lnTo>
                    <a:pt x="1532" y="297"/>
                  </a:lnTo>
                  <a:cubicBezTo>
                    <a:pt x="1532" y="383"/>
                    <a:pt x="1484" y="460"/>
                    <a:pt x="1398" y="498"/>
                  </a:cubicBezTo>
                  <a:lnTo>
                    <a:pt x="402" y="929"/>
                  </a:lnTo>
                  <a:cubicBezTo>
                    <a:pt x="163" y="1024"/>
                    <a:pt x="0" y="1264"/>
                    <a:pt x="0" y="1522"/>
                  </a:cubicBezTo>
                  <a:lnTo>
                    <a:pt x="0" y="3723"/>
                  </a:lnTo>
                  <a:lnTo>
                    <a:pt x="4374" y="3723"/>
                  </a:lnTo>
                  <a:lnTo>
                    <a:pt x="4374" y="1532"/>
                  </a:lnTo>
                  <a:cubicBezTo>
                    <a:pt x="4374" y="1264"/>
                    <a:pt x="4221" y="1024"/>
                    <a:pt x="3982" y="929"/>
                  </a:cubicBezTo>
                  <a:lnTo>
                    <a:pt x="2986" y="498"/>
                  </a:lnTo>
                  <a:cubicBezTo>
                    <a:pt x="2900" y="460"/>
                    <a:pt x="2852" y="383"/>
                    <a:pt x="2852" y="297"/>
                  </a:cubicBezTo>
                  <a:lnTo>
                    <a:pt x="2852" y="0"/>
                  </a:lnTo>
                  <a:close/>
                </a:path>
              </a:pathLst>
            </a:custGeom>
            <a:solidFill>
              <a:srgbClr val="ACBD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14"/>
            <p:cNvSpPr/>
            <p:nvPr/>
          </p:nvSpPr>
          <p:spPr>
            <a:xfrm>
              <a:off x="5719207" y="1455655"/>
              <a:ext cx="40230" cy="17358"/>
            </a:xfrm>
            <a:custGeom>
              <a:avLst/>
              <a:gdLst/>
              <a:ahLst/>
              <a:cxnLst/>
              <a:rect l="l" t="t" r="r" b="b"/>
              <a:pathLst>
                <a:path w="1532" h="661" extrusionOk="0">
                  <a:moveTo>
                    <a:pt x="106" y="0"/>
                  </a:moveTo>
                  <a:lnTo>
                    <a:pt x="106" y="297"/>
                  </a:lnTo>
                  <a:cubicBezTo>
                    <a:pt x="106" y="374"/>
                    <a:pt x="67" y="441"/>
                    <a:pt x="0" y="479"/>
                  </a:cubicBezTo>
                  <a:cubicBezTo>
                    <a:pt x="240" y="594"/>
                    <a:pt x="498" y="661"/>
                    <a:pt x="766" y="661"/>
                  </a:cubicBezTo>
                  <a:cubicBezTo>
                    <a:pt x="1034" y="651"/>
                    <a:pt x="1292" y="594"/>
                    <a:pt x="1532" y="479"/>
                  </a:cubicBezTo>
                  <a:cubicBezTo>
                    <a:pt x="1465" y="441"/>
                    <a:pt x="1426" y="374"/>
                    <a:pt x="1426" y="297"/>
                  </a:cubicBezTo>
                  <a:lnTo>
                    <a:pt x="14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14"/>
            <p:cNvSpPr/>
            <p:nvPr/>
          </p:nvSpPr>
          <p:spPr>
            <a:xfrm>
              <a:off x="5681760" y="1470229"/>
              <a:ext cx="115124" cy="83218"/>
            </a:xfrm>
            <a:custGeom>
              <a:avLst/>
              <a:gdLst/>
              <a:ahLst/>
              <a:cxnLst/>
              <a:rect l="l" t="t" r="r" b="b"/>
              <a:pathLst>
                <a:path w="4384" h="3169" extrusionOk="0">
                  <a:moveTo>
                    <a:pt x="1254" y="0"/>
                  </a:moveTo>
                  <a:lnTo>
                    <a:pt x="402" y="374"/>
                  </a:lnTo>
                  <a:cubicBezTo>
                    <a:pt x="163" y="469"/>
                    <a:pt x="10" y="709"/>
                    <a:pt x="0" y="967"/>
                  </a:cubicBezTo>
                  <a:lnTo>
                    <a:pt x="0" y="3168"/>
                  </a:lnTo>
                  <a:lnTo>
                    <a:pt x="4374" y="3168"/>
                  </a:lnTo>
                  <a:lnTo>
                    <a:pt x="4374" y="977"/>
                  </a:lnTo>
                  <a:cubicBezTo>
                    <a:pt x="4384" y="709"/>
                    <a:pt x="4221" y="469"/>
                    <a:pt x="3982" y="374"/>
                  </a:cubicBezTo>
                  <a:lnTo>
                    <a:pt x="3130" y="0"/>
                  </a:lnTo>
                  <a:cubicBezTo>
                    <a:pt x="2919" y="359"/>
                    <a:pt x="2556" y="539"/>
                    <a:pt x="2192" y="539"/>
                  </a:cubicBezTo>
                  <a:cubicBezTo>
                    <a:pt x="1828" y="539"/>
                    <a:pt x="1465" y="359"/>
                    <a:pt x="12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14"/>
            <p:cNvSpPr/>
            <p:nvPr/>
          </p:nvSpPr>
          <p:spPr>
            <a:xfrm>
              <a:off x="5699092" y="1375220"/>
              <a:ext cx="28676" cy="63103"/>
            </a:xfrm>
            <a:custGeom>
              <a:avLst/>
              <a:gdLst/>
              <a:ahLst/>
              <a:cxnLst/>
              <a:rect l="l" t="t" r="r" b="b"/>
              <a:pathLst>
                <a:path w="1092" h="2403" extrusionOk="0">
                  <a:moveTo>
                    <a:pt x="661" y="1"/>
                  </a:moveTo>
                  <a:cubicBezTo>
                    <a:pt x="297" y="1"/>
                    <a:pt x="1" y="288"/>
                    <a:pt x="1" y="652"/>
                  </a:cubicBezTo>
                  <a:lnTo>
                    <a:pt x="1" y="805"/>
                  </a:lnTo>
                  <a:cubicBezTo>
                    <a:pt x="1" y="996"/>
                    <a:pt x="30" y="1178"/>
                    <a:pt x="87" y="1360"/>
                  </a:cubicBezTo>
                  <a:lnTo>
                    <a:pt x="441" y="2403"/>
                  </a:lnTo>
                  <a:lnTo>
                    <a:pt x="1092" y="2403"/>
                  </a:lnTo>
                  <a:lnTo>
                    <a:pt x="10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14"/>
            <p:cNvSpPr/>
            <p:nvPr/>
          </p:nvSpPr>
          <p:spPr>
            <a:xfrm>
              <a:off x="5710672" y="1369443"/>
              <a:ext cx="69116" cy="68880"/>
            </a:xfrm>
            <a:custGeom>
              <a:avLst/>
              <a:gdLst/>
              <a:ahLst/>
              <a:cxnLst/>
              <a:rect l="l" t="t" r="r" b="b"/>
              <a:pathLst>
                <a:path w="2632" h="2623" extrusionOk="0">
                  <a:moveTo>
                    <a:pt x="660" y="1"/>
                  </a:moveTo>
                  <a:cubicBezTo>
                    <a:pt x="297" y="1"/>
                    <a:pt x="0" y="297"/>
                    <a:pt x="0" y="661"/>
                  </a:cubicBezTo>
                  <a:cubicBezTo>
                    <a:pt x="0" y="900"/>
                    <a:pt x="201" y="1092"/>
                    <a:pt x="440" y="1092"/>
                  </a:cubicBezTo>
                  <a:lnTo>
                    <a:pt x="2192" y="2623"/>
                  </a:lnTo>
                  <a:lnTo>
                    <a:pt x="2555" y="1331"/>
                  </a:lnTo>
                  <a:cubicBezTo>
                    <a:pt x="2603" y="1178"/>
                    <a:pt x="2622" y="1015"/>
                    <a:pt x="2632" y="853"/>
                  </a:cubicBezTo>
                  <a:lnTo>
                    <a:pt x="2632" y="441"/>
                  </a:lnTo>
                  <a:cubicBezTo>
                    <a:pt x="2632" y="192"/>
                    <a:pt x="2431" y="1"/>
                    <a:pt x="2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14"/>
            <p:cNvSpPr/>
            <p:nvPr/>
          </p:nvSpPr>
          <p:spPr>
            <a:xfrm>
              <a:off x="5704869" y="1398329"/>
              <a:ext cx="68906" cy="63129"/>
            </a:xfrm>
            <a:custGeom>
              <a:avLst/>
              <a:gdLst/>
              <a:ahLst/>
              <a:cxnLst/>
              <a:rect l="l" t="t" r="r" b="b"/>
              <a:pathLst>
                <a:path w="2624" h="2404" extrusionOk="0">
                  <a:moveTo>
                    <a:pt x="812" y="0"/>
                  </a:moveTo>
                  <a:cubicBezTo>
                    <a:pt x="699" y="0"/>
                    <a:pt x="597" y="47"/>
                    <a:pt x="518" y="126"/>
                  </a:cubicBezTo>
                  <a:lnTo>
                    <a:pt x="125" y="528"/>
                  </a:lnTo>
                  <a:cubicBezTo>
                    <a:pt x="39" y="604"/>
                    <a:pt x="1" y="719"/>
                    <a:pt x="1" y="834"/>
                  </a:cubicBezTo>
                  <a:lnTo>
                    <a:pt x="1" y="1092"/>
                  </a:lnTo>
                  <a:cubicBezTo>
                    <a:pt x="1" y="1810"/>
                    <a:pt x="585" y="2403"/>
                    <a:pt x="1312" y="2403"/>
                  </a:cubicBezTo>
                  <a:cubicBezTo>
                    <a:pt x="2039" y="2403"/>
                    <a:pt x="2623" y="1810"/>
                    <a:pt x="2623" y="1092"/>
                  </a:cubicBezTo>
                  <a:lnTo>
                    <a:pt x="2623" y="815"/>
                  </a:lnTo>
                  <a:cubicBezTo>
                    <a:pt x="2623" y="690"/>
                    <a:pt x="2575" y="585"/>
                    <a:pt x="2499" y="499"/>
                  </a:cubicBezTo>
                  <a:cubicBezTo>
                    <a:pt x="2154" y="174"/>
                    <a:pt x="1542" y="20"/>
                    <a:pt x="843" y="1"/>
                  </a:cubicBezTo>
                  <a:cubicBezTo>
                    <a:pt x="833" y="1"/>
                    <a:pt x="822" y="0"/>
                    <a:pt x="8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14"/>
            <p:cNvSpPr/>
            <p:nvPr/>
          </p:nvSpPr>
          <p:spPr>
            <a:xfrm>
              <a:off x="5704869" y="1398355"/>
              <a:ext cx="68906" cy="61606"/>
            </a:xfrm>
            <a:custGeom>
              <a:avLst/>
              <a:gdLst/>
              <a:ahLst/>
              <a:cxnLst/>
              <a:rect l="l" t="t" r="r" b="b"/>
              <a:pathLst>
                <a:path w="2624" h="2346" extrusionOk="0">
                  <a:moveTo>
                    <a:pt x="843" y="0"/>
                  </a:moveTo>
                  <a:cubicBezTo>
                    <a:pt x="728" y="0"/>
                    <a:pt x="613" y="48"/>
                    <a:pt x="527" y="134"/>
                  </a:cubicBezTo>
                  <a:lnTo>
                    <a:pt x="125" y="527"/>
                  </a:lnTo>
                  <a:cubicBezTo>
                    <a:pt x="49" y="613"/>
                    <a:pt x="1" y="718"/>
                    <a:pt x="1" y="843"/>
                  </a:cubicBezTo>
                  <a:lnTo>
                    <a:pt x="1" y="1091"/>
                  </a:lnTo>
                  <a:cubicBezTo>
                    <a:pt x="1" y="1675"/>
                    <a:pt x="384" y="2182"/>
                    <a:pt x="948" y="2345"/>
                  </a:cubicBezTo>
                  <a:cubicBezTo>
                    <a:pt x="757" y="2115"/>
                    <a:pt x="652" y="1828"/>
                    <a:pt x="661" y="1522"/>
                  </a:cubicBezTo>
                  <a:lnTo>
                    <a:pt x="661" y="890"/>
                  </a:lnTo>
                  <a:cubicBezTo>
                    <a:pt x="652" y="643"/>
                    <a:pt x="853" y="449"/>
                    <a:pt x="1088" y="449"/>
                  </a:cubicBezTo>
                  <a:cubicBezTo>
                    <a:pt x="1099" y="449"/>
                    <a:pt x="1110" y="449"/>
                    <a:pt x="1121" y="450"/>
                  </a:cubicBezTo>
                  <a:cubicBezTo>
                    <a:pt x="1561" y="479"/>
                    <a:pt x="2221" y="555"/>
                    <a:pt x="2623" y="747"/>
                  </a:cubicBezTo>
                  <a:cubicBezTo>
                    <a:pt x="2604" y="651"/>
                    <a:pt x="2566" y="575"/>
                    <a:pt x="2499" y="508"/>
                  </a:cubicBezTo>
                  <a:cubicBezTo>
                    <a:pt x="2164" y="173"/>
                    <a:pt x="1542" y="29"/>
                    <a:pt x="8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14"/>
            <p:cNvSpPr/>
            <p:nvPr/>
          </p:nvSpPr>
          <p:spPr>
            <a:xfrm>
              <a:off x="5682023" y="1485066"/>
              <a:ext cx="22872" cy="68381"/>
            </a:xfrm>
            <a:custGeom>
              <a:avLst/>
              <a:gdLst/>
              <a:ahLst/>
              <a:cxnLst/>
              <a:rect l="l" t="t" r="r" b="b"/>
              <a:pathLst>
                <a:path w="871" h="2604" extrusionOk="0">
                  <a:moveTo>
                    <a:pt x="144" y="0"/>
                  </a:moveTo>
                  <a:cubicBezTo>
                    <a:pt x="48" y="115"/>
                    <a:pt x="0" y="258"/>
                    <a:pt x="0" y="412"/>
                  </a:cubicBezTo>
                  <a:lnTo>
                    <a:pt x="0" y="2603"/>
                  </a:lnTo>
                  <a:lnTo>
                    <a:pt x="871" y="2603"/>
                  </a:lnTo>
                  <a:lnTo>
                    <a:pt x="871" y="995"/>
                  </a:lnTo>
                  <a:cubicBezTo>
                    <a:pt x="871" y="823"/>
                    <a:pt x="804" y="660"/>
                    <a:pt x="680" y="536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14"/>
            <p:cNvSpPr/>
            <p:nvPr/>
          </p:nvSpPr>
          <p:spPr>
            <a:xfrm>
              <a:off x="5773749" y="1485066"/>
              <a:ext cx="23135" cy="68381"/>
            </a:xfrm>
            <a:custGeom>
              <a:avLst/>
              <a:gdLst/>
              <a:ahLst/>
              <a:cxnLst/>
              <a:rect l="l" t="t" r="r" b="b"/>
              <a:pathLst>
                <a:path w="881" h="2604" extrusionOk="0">
                  <a:moveTo>
                    <a:pt x="728" y="0"/>
                  </a:moveTo>
                  <a:lnTo>
                    <a:pt x="192" y="536"/>
                  </a:lnTo>
                  <a:cubicBezTo>
                    <a:pt x="77" y="660"/>
                    <a:pt x="0" y="823"/>
                    <a:pt x="0" y="995"/>
                  </a:cubicBezTo>
                  <a:lnTo>
                    <a:pt x="0" y="2603"/>
                  </a:lnTo>
                  <a:lnTo>
                    <a:pt x="881" y="2603"/>
                  </a:lnTo>
                  <a:lnTo>
                    <a:pt x="881" y="412"/>
                  </a:lnTo>
                  <a:cubicBezTo>
                    <a:pt x="881" y="258"/>
                    <a:pt x="823" y="115"/>
                    <a:pt x="7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14"/>
            <p:cNvSpPr/>
            <p:nvPr/>
          </p:nvSpPr>
          <p:spPr>
            <a:xfrm>
              <a:off x="5561384" y="1266162"/>
              <a:ext cx="356138" cy="356138"/>
            </a:xfrm>
            <a:custGeom>
              <a:avLst/>
              <a:gdLst/>
              <a:ahLst/>
              <a:cxnLst/>
              <a:rect l="l" t="t" r="r" b="b"/>
              <a:pathLst>
                <a:path w="13562" h="13562" extrusionOk="0">
                  <a:moveTo>
                    <a:pt x="6777" y="2623"/>
                  </a:moveTo>
                  <a:cubicBezTo>
                    <a:pt x="7312" y="2623"/>
                    <a:pt x="7851" y="2726"/>
                    <a:pt x="8365" y="2938"/>
                  </a:cubicBezTo>
                  <a:cubicBezTo>
                    <a:pt x="9925" y="3580"/>
                    <a:pt x="10939" y="5101"/>
                    <a:pt x="10939" y="6776"/>
                  </a:cubicBezTo>
                  <a:cubicBezTo>
                    <a:pt x="10939" y="9073"/>
                    <a:pt x="9073" y="10939"/>
                    <a:pt x="6776" y="10939"/>
                  </a:cubicBezTo>
                  <a:cubicBezTo>
                    <a:pt x="5092" y="10939"/>
                    <a:pt x="3580" y="9925"/>
                    <a:pt x="2938" y="8365"/>
                  </a:cubicBezTo>
                  <a:cubicBezTo>
                    <a:pt x="2297" y="6814"/>
                    <a:pt x="2651" y="5025"/>
                    <a:pt x="3838" y="3838"/>
                  </a:cubicBezTo>
                  <a:cubicBezTo>
                    <a:pt x="4632" y="3044"/>
                    <a:pt x="5695" y="2623"/>
                    <a:pt x="6777" y="2623"/>
                  </a:cubicBezTo>
                  <a:close/>
                  <a:moveTo>
                    <a:pt x="5905" y="0"/>
                  </a:moveTo>
                  <a:cubicBezTo>
                    <a:pt x="5790" y="0"/>
                    <a:pt x="5685" y="96"/>
                    <a:pt x="5685" y="220"/>
                  </a:cubicBezTo>
                  <a:lnTo>
                    <a:pt x="5685" y="795"/>
                  </a:lnTo>
                  <a:cubicBezTo>
                    <a:pt x="5685" y="900"/>
                    <a:pt x="5618" y="986"/>
                    <a:pt x="5513" y="1015"/>
                  </a:cubicBezTo>
                  <a:cubicBezTo>
                    <a:pt x="4833" y="1158"/>
                    <a:pt x="4182" y="1426"/>
                    <a:pt x="3599" y="1800"/>
                  </a:cubicBezTo>
                  <a:cubicBezTo>
                    <a:pt x="3561" y="1825"/>
                    <a:pt x="3517" y="1837"/>
                    <a:pt x="3474" y="1837"/>
                  </a:cubicBezTo>
                  <a:cubicBezTo>
                    <a:pt x="3420" y="1837"/>
                    <a:pt x="3368" y="1818"/>
                    <a:pt x="3331" y="1780"/>
                  </a:cubicBezTo>
                  <a:lnTo>
                    <a:pt x="2919" y="1369"/>
                  </a:lnTo>
                  <a:cubicBezTo>
                    <a:pt x="2876" y="1326"/>
                    <a:pt x="2819" y="1304"/>
                    <a:pt x="2761" y="1304"/>
                  </a:cubicBezTo>
                  <a:cubicBezTo>
                    <a:pt x="2704" y="1304"/>
                    <a:pt x="2646" y="1326"/>
                    <a:pt x="2603" y="1369"/>
                  </a:cubicBezTo>
                  <a:lnTo>
                    <a:pt x="1369" y="2603"/>
                  </a:lnTo>
                  <a:cubicBezTo>
                    <a:pt x="1283" y="2690"/>
                    <a:pt x="1283" y="2824"/>
                    <a:pt x="1369" y="2910"/>
                  </a:cubicBezTo>
                  <a:lnTo>
                    <a:pt x="1780" y="3321"/>
                  </a:lnTo>
                  <a:cubicBezTo>
                    <a:pt x="1857" y="3398"/>
                    <a:pt x="1866" y="3513"/>
                    <a:pt x="1809" y="3599"/>
                  </a:cubicBezTo>
                  <a:cubicBezTo>
                    <a:pt x="1436" y="4183"/>
                    <a:pt x="1168" y="4833"/>
                    <a:pt x="1015" y="5513"/>
                  </a:cubicBezTo>
                  <a:cubicBezTo>
                    <a:pt x="996" y="5609"/>
                    <a:pt x="909" y="5685"/>
                    <a:pt x="804" y="5685"/>
                  </a:cubicBezTo>
                  <a:lnTo>
                    <a:pt x="220" y="5685"/>
                  </a:lnTo>
                  <a:cubicBezTo>
                    <a:pt x="96" y="5685"/>
                    <a:pt x="0" y="5781"/>
                    <a:pt x="0" y="5905"/>
                  </a:cubicBezTo>
                  <a:lnTo>
                    <a:pt x="0" y="7657"/>
                  </a:lnTo>
                  <a:cubicBezTo>
                    <a:pt x="0" y="7771"/>
                    <a:pt x="96" y="7877"/>
                    <a:pt x="220" y="7877"/>
                  </a:cubicBezTo>
                  <a:lnTo>
                    <a:pt x="804" y="7877"/>
                  </a:lnTo>
                  <a:cubicBezTo>
                    <a:pt x="909" y="7877"/>
                    <a:pt x="996" y="7944"/>
                    <a:pt x="1015" y="8049"/>
                  </a:cubicBezTo>
                  <a:cubicBezTo>
                    <a:pt x="1168" y="8728"/>
                    <a:pt x="1436" y="9379"/>
                    <a:pt x="1809" y="9963"/>
                  </a:cubicBezTo>
                  <a:cubicBezTo>
                    <a:pt x="1866" y="10049"/>
                    <a:pt x="1857" y="10164"/>
                    <a:pt x="1780" y="10231"/>
                  </a:cubicBezTo>
                  <a:lnTo>
                    <a:pt x="1369" y="10642"/>
                  </a:lnTo>
                  <a:cubicBezTo>
                    <a:pt x="1283" y="10729"/>
                    <a:pt x="1283" y="10872"/>
                    <a:pt x="1369" y="10958"/>
                  </a:cubicBezTo>
                  <a:lnTo>
                    <a:pt x="2603" y="12193"/>
                  </a:lnTo>
                  <a:cubicBezTo>
                    <a:pt x="2646" y="12236"/>
                    <a:pt x="2704" y="12257"/>
                    <a:pt x="2761" y="12257"/>
                  </a:cubicBezTo>
                  <a:cubicBezTo>
                    <a:pt x="2819" y="12257"/>
                    <a:pt x="2876" y="12236"/>
                    <a:pt x="2919" y="12193"/>
                  </a:cubicBezTo>
                  <a:lnTo>
                    <a:pt x="3331" y="11781"/>
                  </a:lnTo>
                  <a:cubicBezTo>
                    <a:pt x="3369" y="11738"/>
                    <a:pt x="3423" y="11716"/>
                    <a:pt x="3478" y="11716"/>
                  </a:cubicBezTo>
                  <a:cubicBezTo>
                    <a:pt x="3520" y="11716"/>
                    <a:pt x="3562" y="11728"/>
                    <a:pt x="3599" y="11753"/>
                  </a:cubicBezTo>
                  <a:cubicBezTo>
                    <a:pt x="4182" y="12126"/>
                    <a:pt x="4833" y="12394"/>
                    <a:pt x="5513" y="12547"/>
                  </a:cubicBezTo>
                  <a:cubicBezTo>
                    <a:pt x="5618" y="12566"/>
                    <a:pt x="5685" y="12652"/>
                    <a:pt x="5685" y="12758"/>
                  </a:cubicBezTo>
                  <a:lnTo>
                    <a:pt x="5685" y="13341"/>
                  </a:lnTo>
                  <a:cubicBezTo>
                    <a:pt x="5685" y="13466"/>
                    <a:pt x="5790" y="13561"/>
                    <a:pt x="5905" y="13561"/>
                  </a:cubicBezTo>
                  <a:lnTo>
                    <a:pt x="7657" y="13561"/>
                  </a:lnTo>
                  <a:cubicBezTo>
                    <a:pt x="7781" y="13561"/>
                    <a:pt x="7877" y="13466"/>
                    <a:pt x="7877" y="13341"/>
                  </a:cubicBezTo>
                  <a:lnTo>
                    <a:pt x="7877" y="12758"/>
                  </a:lnTo>
                  <a:cubicBezTo>
                    <a:pt x="7877" y="12652"/>
                    <a:pt x="7953" y="12566"/>
                    <a:pt x="8049" y="12547"/>
                  </a:cubicBezTo>
                  <a:cubicBezTo>
                    <a:pt x="8728" y="12394"/>
                    <a:pt x="9379" y="12126"/>
                    <a:pt x="9963" y="11753"/>
                  </a:cubicBezTo>
                  <a:cubicBezTo>
                    <a:pt x="10000" y="11728"/>
                    <a:pt x="10042" y="11716"/>
                    <a:pt x="10084" y="11716"/>
                  </a:cubicBezTo>
                  <a:cubicBezTo>
                    <a:pt x="10140" y="11716"/>
                    <a:pt x="10197" y="11738"/>
                    <a:pt x="10240" y="11781"/>
                  </a:cubicBezTo>
                  <a:lnTo>
                    <a:pt x="10652" y="12193"/>
                  </a:lnTo>
                  <a:cubicBezTo>
                    <a:pt x="10695" y="12236"/>
                    <a:pt x="10750" y="12257"/>
                    <a:pt x="10805" y="12257"/>
                  </a:cubicBezTo>
                  <a:cubicBezTo>
                    <a:pt x="10860" y="12257"/>
                    <a:pt x="10915" y="12236"/>
                    <a:pt x="10958" y="12193"/>
                  </a:cubicBezTo>
                  <a:lnTo>
                    <a:pt x="12193" y="10958"/>
                  </a:lnTo>
                  <a:cubicBezTo>
                    <a:pt x="12279" y="10872"/>
                    <a:pt x="12279" y="10729"/>
                    <a:pt x="12193" y="10642"/>
                  </a:cubicBezTo>
                  <a:lnTo>
                    <a:pt x="11781" y="10231"/>
                  </a:lnTo>
                  <a:cubicBezTo>
                    <a:pt x="11714" y="10164"/>
                    <a:pt x="11695" y="10049"/>
                    <a:pt x="11753" y="9963"/>
                  </a:cubicBezTo>
                  <a:cubicBezTo>
                    <a:pt x="12135" y="9379"/>
                    <a:pt x="12403" y="8728"/>
                    <a:pt x="12547" y="8049"/>
                  </a:cubicBezTo>
                  <a:cubicBezTo>
                    <a:pt x="12566" y="7944"/>
                    <a:pt x="12662" y="7877"/>
                    <a:pt x="12767" y="7877"/>
                  </a:cubicBezTo>
                  <a:lnTo>
                    <a:pt x="13341" y="7877"/>
                  </a:lnTo>
                  <a:cubicBezTo>
                    <a:pt x="13466" y="7877"/>
                    <a:pt x="13561" y="7781"/>
                    <a:pt x="13561" y="7657"/>
                  </a:cubicBezTo>
                  <a:lnTo>
                    <a:pt x="13561" y="5905"/>
                  </a:lnTo>
                  <a:cubicBezTo>
                    <a:pt x="13561" y="5781"/>
                    <a:pt x="13466" y="5685"/>
                    <a:pt x="13341" y="5685"/>
                  </a:cubicBezTo>
                  <a:lnTo>
                    <a:pt x="12757" y="5685"/>
                  </a:lnTo>
                  <a:cubicBezTo>
                    <a:pt x="12652" y="5685"/>
                    <a:pt x="12566" y="5609"/>
                    <a:pt x="12547" y="5513"/>
                  </a:cubicBezTo>
                  <a:cubicBezTo>
                    <a:pt x="12394" y="4833"/>
                    <a:pt x="12126" y="4183"/>
                    <a:pt x="11753" y="3599"/>
                  </a:cubicBezTo>
                  <a:cubicBezTo>
                    <a:pt x="11695" y="3513"/>
                    <a:pt x="11705" y="3398"/>
                    <a:pt x="11781" y="3321"/>
                  </a:cubicBezTo>
                  <a:lnTo>
                    <a:pt x="12193" y="2910"/>
                  </a:lnTo>
                  <a:cubicBezTo>
                    <a:pt x="12269" y="2824"/>
                    <a:pt x="12269" y="2690"/>
                    <a:pt x="12193" y="2603"/>
                  </a:cubicBezTo>
                  <a:lnTo>
                    <a:pt x="10949" y="1369"/>
                  </a:lnTo>
                  <a:cubicBezTo>
                    <a:pt x="10906" y="1326"/>
                    <a:pt x="10851" y="1304"/>
                    <a:pt x="10796" y="1304"/>
                  </a:cubicBezTo>
                  <a:cubicBezTo>
                    <a:pt x="10741" y="1304"/>
                    <a:pt x="10686" y="1326"/>
                    <a:pt x="10642" y="1369"/>
                  </a:cubicBezTo>
                  <a:lnTo>
                    <a:pt x="10231" y="1780"/>
                  </a:lnTo>
                  <a:cubicBezTo>
                    <a:pt x="10188" y="1818"/>
                    <a:pt x="10134" y="1837"/>
                    <a:pt x="10079" y="1837"/>
                  </a:cubicBezTo>
                  <a:cubicBezTo>
                    <a:pt x="10035" y="1837"/>
                    <a:pt x="9992" y="1825"/>
                    <a:pt x="9953" y="1800"/>
                  </a:cubicBezTo>
                  <a:cubicBezTo>
                    <a:pt x="9370" y="1426"/>
                    <a:pt x="8719" y="1158"/>
                    <a:pt x="8039" y="1015"/>
                  </a:cubicBezTo>
                  <a:cubicBezTo>
                    <a:pt x="7944" y="986"/>
                    <a:pt x="7877" y="900"/>
                    <a:pt x="7877" y="795"/>
                  </a:cubicBezTo>
                  <a:lnTo>
                    <a:pt x="7877" y="220"/>
                  </a:lnTo>
                  <a:cubicBezTo>
                    <a:pt x="7877" y="96"/>
                    <a:pt x="7781" y="0"/>
                    <a:pt x="76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14"/>
            <p:cNvSpPr/>
            <p:nvPr/>
          </p:nvSpPr>
          <p:spPr>
            <a:xfrm>
              <a:off x="5602849" y="1317685"/>
              <a:ext cx="262889" cy="252936"/>
            </a:xfrm>
            <a:custGeom>
              <a:avLst/>
              <a:gdLst/>
              <a:ahLst/>
              <a:cxnLst/>
              <a:rect l="l" t="t" r="r" b="b"/>
              <a:pathLst>
                <a:path w="10011" h="9632" extrusionOk="0">
                  <a:moveTo>
                    <a:pt x="5205" y="877"/>
                  </a:moveTo>
                  <a:cubicBezTo>
                    <a:pt x="5711" y="877"/>
                    <a:pt x="6222" y="975"/>
                    <a:pt x="6709" y="1177"/>
                  </a:cubicBezTo>
                  <a:cubicBezTo>
                    <a:pt x="8173" y="1790"/>
                    <a:pt x="9140" y="3225"/>
                    <a:pt x="9140" y="4814"/>
                  </a:cubicBezTo>
                  <a:cubicBezTo>
                    <a:pt x="9140" y="6996"/>
                    <a:pt x="7370" y="8757"/>
                    <a:pt x="5197" y="8757"/>
                  </a:cubicBezTo>
                  <a:cubicBezTo>
                    <a:pt x="3608" y="8757"/>
                    <a:pt x="2173" y="7790"/>
                    <a:pt x="1560" y="6326"/>
                  </a:cubicBezTo>
                  <a:cubicBezTo>
                    <a:pt x="948" y="4852"/>
                    <a:pt x="1283" y="3158"/>
                    <a:pt x="2412" y="2029"/>
                  </a:cubicBezTo>
                  <a:cubicBezTo>
                    <a:pt x="3168" y="1279"/>
                    <a:pt x="4178" y="877"/>
                    <a:pt x="5205" y="877"/>
                  </a:cubicBezTo>
                  <a:close/>
                  <a:moveTo>
                    <a:pt x="5197" y="0"/>
                  </a:moveTo>
                  <a:cubicBezTo>
                    <a:pt x="3254" y="0"/>
                    <a:pt x="1493" y="1177"/>
                    <a:pt x="747" y="2967"/>
                  </a:cubicBezTo>
                  <a:cubicBezTo>
                    <a:pt x="0" y="4766"/>
                    <a:pt x="412" y="6843"/>
                    <a:pt x="1790" y="8221"/>
                  </a:cubicBezTo>
                  <a:cubicBezTo>
                    <a:pt x="2711" y="9143"/>
                    <a:pt x="3941" y="9632"/>
                    <a:pt x="5192" y="9632"/>
                  </a:cubicBezTo>
                  <a:cubicBezTo>
                    <a:pt x="5813" y="9632"/>
                    <a:pt x="6438" y="9512"/>
                    <a:pt x="7035" y="9264"/>
                  </a:cubicBezTo>
                  <a:cubicBezTo>
                    <a:pt x="8834" y="8518"/>
                    <a:pt x="10001" y="6766"/>
                    <a:pt x="10011" y="4814"/>
                  </a:cubicBezTo>
                  <a:cubicBezTo>
                    <a:pt x="10011" y="2163"/>
                    <a:pt x="7858" y="10"/>
                    <a:pt x="5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Паспорт проекта — типичные ошибки</a:t>
            </a:r>
            <a:endParaRPr/>
          </a:p>
        </p:txBody>
      </p:sp>
      <p:graphicFrame>
        <p:nvGraphicFramePr>
          <p:cNvPr id="2302" name="Google Shape;2302;p15"/>
          <p:cNvGraphicFramePr/>
          <p:nvPr/>
        </p:nvGraphicFramePr>
        <p:xfrm>
          <a:off x="311675" y="1017725"/>
          <a:ext cx="8520600" cy="2743110"/>
        </p:xfrm>
        <a:graphic>
          <a:graphicData uri="http://schemas.openxmlformats.org/drawingml/2006/table">
            <a:tbl>
              <a:tblPr>
                <a:noFill/>
                <a:tableStyleId>{20504D29-373D-4A2F-97A8-D9C9CCB7FAD4}</a:tableStyleId>
              </a:tblPr>
              <a:tblGrid>
                <a:gridCol w="167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Типовая ошибка</a:t>
                      </a:r>
                      <a:endParaRPr sz="1400" b="1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Пример</a:t>
                      </a:r>
                      <a:endParaRPr sz="1400" b="1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Лечение</a:t>
                      </a:r>
                      <a:endParaRPr sz="1400" b="1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Пользователь — все люди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Наш	[человечество] 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хочет	[хочет жить на чистой планете</a:t>
                      </a: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]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Надо фокусироваться. </a:t>
                      </a: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Выберите какую-то отдельную группу людей, с представителями которой вы сможете поговорить, и в деятельности которых выбранная проблема особенно актуальна.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Некорректное заполнение шаблона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Какую проблему решаем:</a:t>
                      </a:r>
                      <a:endParaRPr sz="1000" b="1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Разработать технологию производства качественно новых и безопасных пищевых продуктов для сохранение и укрепление здоровья населения региона, профилактика заболеваний, связанных с неправильным питанием взрослых и детей 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Надо следовать шаблону. </a:t>
                      </a:r>
                      <a:endParaRPr sz="1000" b="1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Шаблон специально сделан так, чтобы помочь вам задуматься — а кому нужно решение? Кто будет теми людьми, которые получат от него пользу? С кем они взаимодействуют, кто еще вовлечен в ситуацию? </a:t>
                      </a:r>
                      <a:b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</a:br>
                      <a:r>
                        <a:rPr lang="en" sz="10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Мы с вами попробуем дальше поработать с этим при проработке концепции, но от вас нужна готовность к тому, чтобы в явной форме начать проговаривать и фиксировать такие вещи, которые кажутся слишком простыми и очевидными. Они не простые и не очевидные и при проговаривании всегда вскрываются дополнительные важные обстоятельства.</a:t>
                      </a:r>
                      <a:endParaRPr sz="1000" u="none" strike="noStrike" cap="non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03" name="Google Shape;2303;p15"/>
          <p:cNvSpPr txBox="1"/>
          <p:nvPr/>
        </p:nvSpPr>
        <p:spPr>
          <a:xfrm>
            <a:off x="311700" y="3867225"/>
            <a:ext cx="8520600" cy="11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 следующем слайде мы поставили </a:t>
            </a:r>
            <a:r>
              <a:rPr lang="en" sz="14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пустой шаблон паспорта проекта</a:t>
            </a:r>
            <a:r>
              <a:rPr lang="en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— просто замените его на ваш (по возможности обновленный и улучшенный) паспорт проекта.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Также, если у вас уже возникли открытые вопросы про ваш проект — поздравляем с первым уловом ежуп! Зафиксируйте их в вашей HADI-табличке.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04" name="Google Shape;2304;p15"/>
          <p:cNvPicPr preferRelativeResize="0"/>
          <p:nvPr/>
        </p:nvPicPr>
        <p:blipFill rotWithShape="1">
          <a:blip r:embed="rId3">
            <a:alphaModFix/>
          </a:blip>
          <a:srcRect l="2476" t="445" b="514"/>
          <a:stretch/>
        </p:blipFill>
        <p:spPr>
          <a:xfrm flipH="1">
            <a:off x="0" y="4455626"/>
            <a:ext cx="373875" cy="5727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5" name="Google Shape;2305;p15"/>
          <p:cNvGrpSpPr/>
          <p:nvPr/>
        </p:nvGrpSpPr>
        <p:grpSpPr>
          <a:xfrm>
            <a:off x="8479528" y="-89"/>
            <a:ext cx="664447" cy="722960"/>
            <a:chOff x="5561384" y="1266162"/>
            <a:chExt cx="356138" cy="356138"/>
          </a:xfrm>
        </p:grpSpPr>
        <p:sp>
          <p:nvSpPr>
            <p:cNvPr id="2306" name="Google Shape;2306;p15"/>
            <p:cNvSpPr/>
            <p:nvPr/>
          </p:nvSpPr>
          <p:spPr>
            <a:xfrm>
              <a:off x="5681760" y="1455655"/>
              <a:ext cx="114888" cy="97792"/>
            </a:xfrm>
            <a:custGeom>
              <a:avLst/>
              <a:gdLst/>
              <a:ahLst/>
              <a:cxnLst/>
              <a:rect l="l" t="t" r="r" b="b"/>
              <a:pathLst>
                <a:path w="4375" h="3724" extrusionOk="0">
                  <a:moveTo>
                    <a:pt x="1532" y="0"/>
                  </a:moveTo>
                  <a:lnTo>
                    <a:pt x="1532" y="297"/>
                  </a:lnTo>
                  <a:cubicBezTo>
                    <a:pt x="1532" y="383"/>
                    <a:pt x="1484" y="460"/>
                    <a:pt x="1398" y="498"/>
                  </a:cubicBezTo>
                  <a:lnTo>
                    <a:pt x="402" y="929"/>
                  </a:lnTo>
                  <a:cubicBezTo>
                    <a:pt x="163" y="1024"/>
                    <a:pt x="0" y="1264"/>
                    <a:pt x="0" y="1522"/>
                  </a:cubicBezTo>
                  <a:lnTo>
                    <a:pt x="0" y="3723"/>
                  </a:lnTo>
                  <a:lnTo>
                    <a:pt x="4374" y="3723"/>
                  </a:lnTo>
                  <a:lnTo>
                    <a:pt x="4374" y="1532"/>
                  </a:lnTo>
                  <a:cubicBezTo>
                    <a:pt x="4374" y="1264"/>
                    <a:pt x="4221" y="1024"/>
                    <a:pt x="3982" y="929"/>
                  </a:cubicBezTo>
                  <a:lnTo>
                    <a:pt x="2986" y="498"/>
                  </a:lnTo>
                  <a:cubicBezTo>
                    <a:pt x="2900" y="460"/>
                    <a:pt x="2852" y="383"/>
                    <a:pt x="2852" y="297"/>
                  </a:cubicBezTo>
                  <a:lnTo>
                    <a:pt x="2852" y="0"/>
                  </a:lnTo>
                  <a:close/>
                </a:path>
              </a:pathLst>
            </a:custGeom>
            <a:solidFill>
              <a:srgbClr val="ACBD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15"/>
            <p:cNvSpPr/>
            <p:nvPr/>
          </p:nvSpPr>
          <p:spPr>
            <a:xfrm>
              <a:off x="5719207" y="1455655"/>
              <a:ext cx="40230" cy="17358"/>
            </a:xfrm>
            <a:custGeom>
              <a:avLst/>
              <a:gdLst/>
              <a:ahLst/>
              <a:cxnLst/>
              <a:rect l="l" t="t" r="r" b="b"/>
              <a:pathLst>
                <a:path w="1532" h="661" extrusionOk="0">
                  <a:moveTo>
                    <a:pt x="106" y="0"/>
                  </a:moveTo>
                  <a:lnTo>
                    <a:pt x="106" y="297"/>
                  </a:lnTo>
                  <a:cubicBezTo>
                    <a:pt x="106" y="374"/>
                    <a:pt x="67" y="441"/>
                    <a:pt x="0" y="479"/>
                  </a:cubicBezTo>
                  <a:cubicBezTo>
                    <a:pt x="240" y="594"/>
                    <a:pt x="498" y="661"/>
                    <a:pt x="766" y="661"/>
                  </a:cubicBezTo>
                  <a:cubicBezTo>
                    <a:pt x="1034" y="651"/>
                    <a:pt x="1292" y="594"/>
                    <a:pt x="1532" y="479"/>
                  </a:cubicBezTo>
                  <a:cubicBezTo>
                    <a:pt x="1465" y="441"/>
                    <a:pt x="1426" y="374"/>
                    <a:pt x="1426" y="297"/>
                  </a:cubicBezTo>
                  <a:lnTo>
                    <a:pt x="14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15"/>
            <p:cNvSpPr/>
            <p:nvPr/>
          </p:nvSpPr>
          <p:spPr>
            <a:xfrm>
              <a:off x="5681760" y="1470229"/>
              <a:ext cx="115124" cy="83218"/>
            </a:xfrm>
            <a:custGeom>
              <a:avLst/>
              <a:gdLst/>
              <a:ahLst/>
              <a:cxnLst/>
              <a:rect l="l" t="t" r="r" b="b"/>
              <a:pathLst>
                <a:path w="4384" h="3169" extrusionOk="0">
                  <a:moveTo>
                    <a:pt x="1254" y="0"/>
                  </a:moveTo>
                  <a:lnTo>
                    <a:pt x="402" y="374"/>
                  </a:lnTo>
                  <a:cubicBezTo>
                    <a:pt x="163" y="469"/>
                    <a:pt x="10" y="709"/>
                    <a:pt x="0" y="967"/>
                  </a:cubicBezTo>
                  <a:lnTo>
                    <a:pt x="0" y="3168"/>
                  </a:lnTo>
                  <a:lnTo>
                    <a:pt x="4374" y="3168"/>
                  </a:lnTo>
                  <a:lnTo>
                    <a:pt x="4374" y="977"/>
                  </a:lnTo>
                  <a:cubicBezTo>
                    <a:pt x="4384" y="709"/>
                    <a:pt x="4221" y="469"/>
                    <a:pt x="3982" y="374"/>
                  </a:cubicBezTo>
                  <a:lnTo>
                    <a:pt x="3130" y="0"/>
                  </a:lnTo>
                  <a:cubicBezTo>
                    <a:pt x="2919" y="359"/>
                    <a:pt x="2556" y="539"/>
                    <a:pt x="2192" y="539"/>
                  </a:cubicBezTo>
                  <a:cubicBezTo>
                    <a:pt x="1828" y="539"/>
                    <a:pt x="1465" y="359"/>
                    <a:pt x="12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15"/>
            <p:cNvSpPr/>
            <p:nvPr/>
          </p:nvSpPr>
          <p:spPr>
            <a:xfrm>
              <a:off x="5699092" y="1375220"/>
              <a:ext cx="28676" cy="63103"/>
            </a:xfrm>
            <a:custGeom>
              <a:avLst/>
              <a:gdLst/>
              <a:ahLst/>
              <a:cxnLst/>
              <a:rect l="l" t="t" r="r" b="b"/>
              <a:pathLst>
                <a:path w="1092" h="2403" extrusionOk="0">
                  <a:moveTo>
                    <a:pt x="661" y="1"/>
                  </a:moveTo>
                  <a:cubicBezTo>
                    <a:pt x="297" y="1"/>
                    <a:pt x="1" y="288"/>
                    <a:pt x="1" y="652"/>
                  </a:cubicBezTo>
                  <a:lnTo>
                    <a:pt x="1" y="805"/>
                  </a:lnTo>
                  <a:cubicBezTo>
                    <a:pt x="1" y="996"/>
                    <a:pt x="30" y="1178"/>
                    <a:pt x="87" y="1360"/>
                  </a:cubicBezTo>
                  <a:lnTo>
                    <a:pt x="441" y="2403"/>
                  </a:lnTo>
                  <a:lnTo>
                    <a:pt x="1092" y="2403"/>
                  </a:lnTo>
                  <a:lnTo>
                    <a:pt x="10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15"/>
            <p:cNvSpPr/>
            <p:nvPr/>
          </p:nvSpPr>
          <p:spPr>
            <a:xfrm>
              <a:off x="5710672" y="1369443"/>
              <a:ext cx="69116" cy="68880"/>
            </a:xfrm>
            <a:custGeom>
              <a:avLst/>
              <a:gdLst/>
              <a:ahLst/>
              <a:cxnLst/>
              <a:rect l="l" t="t" r="r" b="b"/>
              <a:pathLst>
                <a:path w="2632" h="2623" extrusionOk="0">
                  <a:moveTo>
                    <a:pt x="660" y="1"/>
                  </a:moveTo>
                  <a:cubicBezTo>
                    <a:pt x="297" y="1"/>
                    <a:pt x="0" y="297"/>
                    <a:pt x="0" y="661"/>
                  </a:cubicBezTo>
                  <a:cubicBezTo>
                    <a:pt x="0" y="900"/>
                    <a:pt x="201" y="1092"/>
                    <a:pt x="440" y="1092"/>
                  </a:cubicBezTo>
                  <a:lnTo>
                    <a:pt x="2192" y="2623"/>
                  </a:lnTo>
                  <a:lnTo>
                    <a:pt x="2555" y="1331"/>
                  </a:lnTo>
                  <a:cubicBezTo>
                    <a:pt x="2603" y="1178"/>
                    <a:pt x="2622" y="1015"/>
                    <a:pt x="2632" y="853"/>
                  </a:cubicBezTo>
                  <a:lnTo>
                    <a:pt x="2632" y="441"/>
                  </a:lnTo>
                  <a:cubicBezTo>
                    <a:pt x="2632" y="192"/>
                    <a:pt x="2431" y="1"/>
                    <a:pt x="2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15"/>
            <p:cNvSpPr/>
            <p:nvPr/>
          </p:nvSpPr>
          <p:spPr>
            <a:xfrm>
              <a:off x="5704869" y="1398329"/>
              <a:ext cx="68906" cy="63129"/>
            </a:xfrm>
            <a:custGeom>
              <a:avLst/>
              <a:gdLst/>
              <a:ahLst/>
              <a:cxnLst/>
              <a:rect l="l" t="t" r="r" b="b"/>
              <a:pathLst>
                <a:path w="2624" h="2404" extrusionOk="0">
                  <a:moveTo>
                    <a:pt x="812" y="0"/>
                  </a:moveTo>
                  <a:cubicBezTo>
                    <a:pt x="699" y="0"/>
                    <a:pt x="597" y="47"/>
                    <a:pt x="518" y="126"/>
                  </a:cubicBezTo>
                  <a:lnTo>
                    <a:pt x="125" y="528"/>
                  </a:lnTo>
                  <a:cubicBezTo>
                    <a:pt x="39" y="604"/>
                    <a:pt x="1" y="719"/>
                    <a:pt x="1" y="834"/>
                  </a:cubicBezTo>
                  <a:lnTo>
                    <a:pt x="1" y="1092"/>
                  </a:lnTo>
                  <a:cubicBezTo>
                    <a:pt x="1" y="1810"/>
                    <a:pt x="585" y="2403"/>
                    <a:pt x="1312" y="2403"/>
                  </a:cubicBezTo>
                  <a:cubicBezTo>
                    <a:pt x="2039" y="2403"/>
                    <a:pt x="2623" y="1810"/>
                    <a:pt x="2623" y="1092"/>
                  </a:cubicBezTo>
                  <a:lnTo>
                    <a:pt x="2623" y="815"/>
                  </a:lnTo>
                  <a:cubicBezTo>
                    <a:pt x="2623" y="690"/>
                    <a:pt x="2575" y="585"/>
                    <a:pt x="2499" y="499"/>
                  </a:cubicBezTo>
                  <a:cubicBezTo>
                    <a:pt x="2154" y="174"/>
                    <a:pt x="1542" y="20"/>
                    <a:pt x="843" y="1"/>
                  </a:cubicBezTo>
                  <a:cubicBezTo>
                    <a:pt x="833" y="1"/>
                    <a:pt x="822" y="0"/>
                    <a:pt x="8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15"/>
            <p:cNvSpPr/>
            <p:nvPr/>
          </p:nvSpPr>
          <p:spPr>
            <a:xfrm>
              <a:off x="5704869" y="1398355"/>
              <a:ext cx="68906" cy="61606"/>
            </a:xfrm>
            <a:custGeom>
              <a:avLst/>
              <a:gdLst/>
              <a:ahLst/>
              <a:cxnLst/>
              <a:rect l="l" t="t" r="r" b="b"/>
              <a:pathLst>
                <a:path w="2624" h="2346" extrusionOk="0">
                  <a:moveTo>
                    <a:pt x="843" y="0"/>
                  </a:moveTo>
                  <a:cubicBezTo>
                    <a:pt x="728" y="0"/>
                    <a:pt x="613" y="48"/>
                    <a:pt x="527" y="134"/>
                  </a:cubicBezTo>
                  <a:lnTo>
                    <a:pt x="125" y="527"/>
                  </a:lnTo>
                  <a:cubicBezTo>
                    <a:pt x="49" y="613"/>
                    <a:pt x="1" y="718"/>
                    <a:pt x="1" y="843"/>
                  </a:cubicBezTo>
                  <a:lnTo>
                    <a:pt x="1" y="1091"/>
                  </a:lnTo>
                  <a:cubicBezTo>
                    <a:pt x="1" y="1675"/>
                    <a:pt x="384" y="2182"/>
                    <a:pt x="948" y="2345"/>
                  </a:cubicBezTo>
                  <a:cubicBezTo>
                    <a:pt x="757" y="2115"/>
                    <a:pt x="652" y="1828"/>
                    <a:pt x="661" y="1522"/>
                  </a:cubicBezTo>
                  <a:lnTo>
                    <a:pt x="661" y="890"/>
                  </a:lnTo>
                  <a:cubicBezTo>
                    <a:pt x="652" y="643"/>
                    <a:pt x="853" y="449"/>
                    <a:pt x="1088" y="449"/>
                  </a:cubicBezTo>
                  <a:cubicBezTo>
                    <a:pt x="1099" y="449"/>
                    <a:pt x="1110" y="449"/>
                    <a:pt x="1121" y="450"/>
                  </a:cubicBezTo>
                  <a:cubicBezTo>
                    <a:pt x="1561" y="479"/>
                    <a:pt x="2221" y="555"/>
                    <a:pt x="2623" y="747"/>
                  </a:cubicBezTo>
                  <a:cubicBezTo>
                    <a:pt x="2604" y="651"/>
                    <a:pt x="2566" y="575"/>
                    <a:pt x="2499" y="508"/>
                  </a:cubicBezTo>
                  <a:cubicBezTo>
                    <a:pt x="2164" y="173"/>
                    <a:pt x="1542" y="29"/>
                    <a:pt x="8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15"/>
            <p:cNvSpPr/>
            <p:nvPr/>
          </p:nvSpPr>
          <p:spPr>
            <a:xfrm>
              <a:off x="5682023" y="1485066"/>
              <a:ext cx="22872" cy="68381"/>
            </a:xfrm>
            <a:custGeom>
              <a:avLst/>
              <a:gdLst/>
              <a:ahLst/>
              <a:cxnLst/>
              <a:rect l="l" t="t" r="r" b="b"/>
              <a:pathLst>
                <a:path w="871" h="2604" extrusionOk="0">
                  <a:moveTo>
                    <a:pt x="144" y="0"/>
                  </a:moveTo>
                  <a:cubicBezTo>
                    <a:pt x="48" y="115"/>
                    <a:pt x="0" y="258"/>
                    <a:pt x="0" y="412"/>
                  </a:cubicBezTo>
                  <a:lnTo>
                    <a:pt x="0" y="2603"/>
                  </a:lnTo>
                  <a:lnTo>
                    <a:pt x="871" y="2603"/>
                  </a:lnTo>
                  <a:lnTo>
                    <a:pt x="871" y="995"/>
                  </a:lnTo>
                  <a:cubicBezTo>
                    <a:pt x="871" y="823"/>
                    <a:pt x="804" y="660"/>
                    <a:pt x="680" y="536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15"/>
            <p:cNvSpPr/>
            <p:nvPr/>
          </p:nvSpPr>
          <p:spPr>
            <a:xfrm>
              <a:off x="5773749" y="1485066"/>
              <a:ext cx="23135" cy="68381"/>
            </a:xfrm>
            <a:custGeom>
              <a:avLst/>
              <a:gdLst/>
              <a:ahLst/>
              <a:cxnLst/>
              <a:rect l="l" t="t" r="r" b="b"/>
              <a:pathLst>
                <a:path w="881" h="2604" extrusionOk="0">
                  <a:moveTo>
                    <a:pt x="728" y="0"/>
                  </a:moveTo>
                  <a:lnTo>
                    <a:pt x="192" y="536"/>
                  </a:lnTo>
                  <a:cubicBezTo>
                    <a:pt x="77" y="660"/>
                    <a:pt x="0" y="823"/>
                    <a:pt x="0" y="995"/>
                  </a:cubicBezTo>
                  <a:lnTo>
                    <a:pt x="0" y="2603"/>
                  </a:lnTo>
                  <a:lnTo>
                    <a:pt x="881" y="2603"/>
                  </a:lnTo>
                  <a:lnTo>
                    <a:pt x="881" y="412"/>
                  </a:lnTo>
                  <a:cubicBezTo>
                    <a:pt x="881" y="258"/>
                    <a:pt x="823" y="115"/>
                    <a:pt x="7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15"/>
            <p:cNvSpPr/>
            <p:nvPr/>
          </p:nvSpPr>
          <p:spPr>
            <a:xfrm>
              <a:off x="5561384" y="1266162"/>
              <a:ext cx="356138" cy="356138"/>
            </a:xfrm>
            <a:custGeom>
              <a:avLst/>
              <a:gdLst/>
              <a:ahLst/>
              <a:cxnLst/>
              <a:rect l="l" t="t" r="r" b="b"/>
              <a:pathLst>
                <a:path w="13562" h="13562" extrusionOk="0">
                  <a:moveTo>
                    <a:pt x="6777" y="2623"/>
                  </a:moveTo>
                  <a:cubicBezTo>
                    <a:pt x="7312" y="2623"/>
                    <a:pt x="7851" y="2726"/>
                    <a:pt x="8365" y="2938"/>
                  </a:cubicBezTo>
                  <a:cubicBezTo>
                    <a:pt x="9925" y="3580"/>
                    <a:pt x="10939" y="5101"/>
                    <a:pt x="10939" y="6776"/>
                  </a:cubicBezTo>
                  <a:cubicBezTo>
                    <a:pt x="10939" y="9073"/>
                    <a:pt x="9073" y="10939"/>
                    <a:pt x="6776" y="10939"/>
                  </a:cubicBezTo>
                  <a:cubicBezTo>
                    <a:pt x="5092" y="10939"/>
                    <a:pt x="3580" y="9925"/>
                    <a:pt x="2938" y="8365"/>
                  </a:cubicBezTo>
                  <a:cubicBezTo>
                    <a:pt x="2297" y="6814"/>
                    <a:pt x="2651" y="5025"/>
                    <a:pt x="3838" y="3838"/>
                  </a:cubicBezTo>
                  <a:cubicBezTo>
                    <a:pt x="4632" y="3044"/>
                    <a:pt x="5695" y="2623"/>
                    <a:pt x="6777" y="2623"/>
                  </a:cubicBezTo>
                  <a:close/>
                  <a:moveTo>
                    <a:pt x="5905" y="0"/>
                  </a:moveTo>
                  <a:cubicBezTo>
                    <a:pt x="5790" y="0"/>
                    <a:pt x="5685" y="96"/>
                    <a:pt x="5685" y="220"/>
                  </a:cubicBezTo>
                  <a:lnTo>
                    <a:pt x="5685" y="795"/>
                  </a:lnTo>
                  <a:cubicBezTo>
                    <a:pt x="5685" y="900"/>
                    <a:pt x="5618" y="986"/>
                    <a:pt x="5513" y="1015"/>
                  </a:cubicBezTo>
                  <a:cubicBezTo>
                    <a:pt x="4833" y="1158"/>
                    <a:pt x="4182" y="1426"/>
                    <a:pt x="3599" y="1800"/>
                  </a:cubicBezTo>
                  <a:cubicBezTo>
                    <a:pt x="3561" y="1825"/>
                    <a:pt x="3517" y="1837"/>
                    <a:pt x="3474" y="1837"/>
                  </a:cubicBezTo>
                  <a:cubicBezTo>
                    <a:pt x="3420" y="1837"/>
                    <a:pt x="3368" y="1818"/>
                    <a:pt x="3331" y="1780"/>
                  </a:cubicBezTo>
                  <a:lnTo>
                    <a:pt x="2919" y="1369"/>
                  </a:lnTo>
                  <a:cubicBezTo>
                    <a:pt x="2876" y="1326"/>
                    <a:pt x="2819" y="1304"/>
                    <a:pt x="2761" y="1304"/>
                  </a:cubicBezTo>
                  <a:cubicBezTo>
                    <a:pt x="2704" y="1304"/>
                    <a:pt x="2646" y="1326"/>
                    <a:pt x="2603" y="1369"/>
                  </a:cubicBezTo>
                  <a:lnTo>
                    <a:pt x="1369" y="2603"/>
                  </a:lnTo>
                  <a:cubicBezTo>
                    <a:pt x="1283" y="2690"/>
                    <a:pt x="1283" y="2824"/>
                    <a:pt x="1369" y="2910"/>
                  </a:cubicBezTo>
                  <a:lnTo>
                    <a:pt x="1780" y="3321"/>
                  </a:lnTo>
                  <a:cubicBezTo>
                    <a:pt x="1857" y="3398"/>
                    <a:pt x="1866" y="3513"/>
                    <a:pt x="1809" y="3599"/>
                  </a:cubicBezTo>
                  <a:cubicBezTo>
                    <a:pt x="1436" y="4183"/>
                    <a:pt x="1168" y="4833"/>
                    <a:pt x="1015" y="5513"/>
                  </a:cubicBezTo>
                  <a:cubicBezTo>
                    <a:pt x="996" y="5609"/>
                    <a:pt x="909" y="5685"/>
                    <a:pt x="804" y="5685"/>
                  </a:cubicBezTo>
                  <a:lnTo>
                    <a:pt x="220" y="5685"/>
                  </a:lnTo>
                  <a:cubicBezTo>
                    <a:pt x="96" y="5685"/>
                    <a:pt x="0" y="5781"/>
                    <a:pt x="0" y="5905"/>
                  </a:cubicBezTo>
                  <a:lnTo>
                    <a:pt x="0" y="7657"/>
                  </a:lnTo>
                  <a:cubicBezTo>
                    <a:pt x="0" y="7771"/>
                    <a:pt x="96" y="7877"/>
                    <a:pt x="220" y="7877"/>
                  </a:cubicBezTo>
                  <a:lnTo>
                    <a:pt x="804" y="7877"/>
                  </a:lnTo>
                  <a:cubicBezTo>
                    <a:pt x="909" y="7877"/>
                    <a:pt x="996" y="7944"/>
                    <a:pt x="1015" y="8049"/>
                  </a:cubicBezTo>
                  <a:cubicBezTo>
                    <a:pt x="1168" y="8728"/>
                    <a:pt x="1436" y="9379"/>
                    <a:pt x="1809" y="9963"/>
                  </a:cubicBezTo>
                  <a:cubicBezTo>
                    <a:pt x="1866" y="10049"/>
                    <a:pt x="1857" y="10164"/>
                    <a:pt x="1780" y="10231"/>
                  </a:cubicBezTo>
                  <a:lnTo>
                    <a:pt x="1369" y="10642"/>
                  </a:lnTo>
                  <a:cubicBezTo>
                    <a:pt x="1283" y="10729"/>
                    <a:pt x="1283" y="10872"/>
                    <a:pt x="1369" y="10958"/>
                  </a:cubicBezTo>
                  <a:lnTo>
                    <a:pt x="2603" y="12193"/>
                  </a:lnTo>
                  <a:cubicBezTo>
                    <a:pt x="2646" y="12236"/>
                    <a:pt x="2704" y="12257"/>
                    <a:pt x="2761" y="12257"/>
                  </a:cubicBezTo>
                  <a:cubicBezTo>
                    <a:pt x="2819" y="12257"/>
                    <a:pt x="2876" y="12236"/>
                    <a:pt x="2919" y="12193"/>
                  </a:cubicBezTo>
                  <a:lnTo>
                    <a:pt x="3331" y="11781"/>
                  </a:lnTo>
                  <a:cubicBezTo>
                    <a:pt x="3369" y="11738"/>
                    <a:pt x="3423" y="11716"/>
                    <a:pt x="3478" y="11716"/>
                  </a:cubicBezTo>
                  <a:cubicBezTo>
                    <a:pt x="3520" y="11716"/>
                    <a:pt x="3562" y="11728"/>
                    <a:pt x="3599" y="11753"/>
                  </a:cubicBezTo>
                  <a:cubicBezTo>
                    <a:pt x="4182" y="12126"/>
                    <a:pt x="4833" y="12394"/>
                    <a:pt x="5513" y="12547"/>
                  </a:cubicBezTo>
                  <a:cubicBezTo>
                    <a:pt x="5618" y="12566"/>
                    <a:pt x="5685" y="12652"/>
                    <a:pt x="5685" y="12758"/>
                  </a:cubicBezTo>
                  <a:lnTo>
                    <a:pt x="5685" y="13341"/>
                  </a:lnTo>
                  <a:cubicBezTo>
                    <a:pt x="5685" y="13466"/>
                    <a:pt x="5790" y="13561"/>
                    <a:pt x="5905" y="13561"/>
                  </a:cubicBezTo>
                  <a:lnTo>
                    <a:pt x="7657" y="13561"/>
                  </a:lnTo>
                  <a:cubicBezTo>
                    <a:pt x="7781" y="13561"/>
                    <a:pt x="7877" y="13466"/>
                    <a:pt x="7877" y="13341"/>
                  </a:cubicBezTo>
                  <a:lnTo>
                    <a:pt x="7877" y="12758"/>
                  </a:lnTo>
                  <a:cubicBezTo>
                    <a:pt x="7877" y="12652"/>
                    <a:pt x="7953" y="12566"/>
                    <a:pt x="8049" y="12547"/>
                  </a:cubicBezTo>
                  <a:cubicBezTo>
                    <a:pt x="8728" y="12394"/>
                    <a:pt x="9379" y="12126"/>
                    <a:pt x="9963" y="11753"/>
                  </a:cubicBezTo>
                  <a:cubicBezTo>
                    <a:pt x="10000" y="11728"/>
                    <a:pt x="10042" y="11716"/>
                    <a:pt x="10084" y="11716"/>
                  </a:cubicBezTo>
                  <a:cubicBezTo>
                    <a:pt x="10140" y="11716"/>
                    <a:pt x="10197" y="11738"/>
                    <a:pt x="10240" y="11781"/>
                  </a:cubicBezTo>
                  <a:lnTo>
                    <a:pt x="10652" y="12193"/>
                  </a:lnTo>
                  <a:cubicBezTo>
                    <a:pt x="10695" y="12236"/>
                    <a:pt x="10750" y="12257"/>
                    <a:pt x="10805" y="12257"/>
                  </a:cubicBezTo>
                  <a:cubicBezTo>
                    <a:pt x="10860" y="12257"/>
                    <a:pt x="10915" y="12236"/>
                    <a:pt x="10958" y="12193"/>
                  </a:cubicBezTo>
                  <a:lnTo>
                    <a:pt x="12193" y="10958"/>
                  </a:lnTo>
                  <a:cubicBezTo>
                    <a:pt x="12279" y="10872"/>
                    <a:pt x="12279" y="10729"/>
                    <a:pt x="12193" y="10642"/>
                  </a:cubicBezTo>
                  <a:lnTo>
                    <a:pt x="11781" y="10231"/>
                  </a:lnTo>
                  <a:cubicBezTo>
                    <a:pt x="11714" y="10164"/>
                    <a:pt x="11695" y="10049"/>
                    <a:pt x="11753" y="9963"/>
                  </a:cubicBezTo>
                  <a:cubicBezTo>
                    <a:pt x="12135" y="9379"/>
                    <a:pt x="12403" y="8728"/>
                    <a:pt x="12547" y="8049"/>
                  </a:cubicBezTo>
                  <a:cubicBezTo>
                    <a:pt x="12566" y="7944"/>
                    <a:pt x="12662" y="7877"/>
                    <a:pt x="12767" y="7877"/>
                  </a:cubicBezTo>
                  <a:lnTo>
                    <a:pt x="13341" y="7877"/>
                  </a:lnTo>
                  <a:cubicBezTo>
                    <a:pt x="13466" y="7877"/>
                    <a:pt x="13561" y="7781"/>
                    <a:pt x="13561" y="7657"/>
                  </a:cubicBezTo>
                  <a:lnTo>
                    <a:pt x="13561" y="5905"/>
                  </a:lnTo>
                  <a:cubicBezTo>
                    <a:pt x="13561" y="5781"/>
                    <a:pt x="13466" y="5685"/>
                    <a:pt x="13341" y="5685"/>
                  </a:cubicBezTo>
                  <a:lnTo>
                    <a:pt x="12757" y="5685"/>
                  </a:lnTo>
                  <a:cubicBezTo>
                    <a:pt x="12652" y="5685"/>
                    <a:pt x="12566" y="5609"/>
                    <a:pt x="12547" y="5513"/>
                  </a:cubicBezTo>
                  <a:cubicBezTo>
                    <a:pt x="12394" y="4833"/>
                    <a:pt x="12126" y="4183"/>
                    <a:pt x="11753" y="3599"/>
                  </a:cubicBezTo>
                  <a:cubicBezTo>
                    <a:pt x="11695" y="3513"/>
                    <a:pt x="11705" y="3398"/>
                    <a:pt x="11781" y="3321"/>
                  </a:cubicBezTo>
                  <a:lnTo>
                    <a:pt x="12193" y="2910"/>
                  </a:lnTo>
                  <a:cubicBezTo>
                    <a:pt x="12269" y="2824"/>
                    <a:pt x="12269" y="2690"/>
                    <a:pt x="12193" y="2603"/>
                  </a:cubicBezTo>
                  <a:lnTo>
                    <a:pt x="10949" y="1369"/>
                  </a:lnTo>
                  <a:cubicBezTo>
                    <a:pt x="10906" y="1326"/>
                    <a:pt x="10851" y="1304"/>
                    <a:pt x="10796" y="1304"/>
                  </a:cubicBezTo>
                  <a:cubicBezTo>
                    <a:pt x="10741" y="1304"/>
                    <a:pt x="10686" y="1326"/>
                    <a:pt x="10642" y="1369"/>
                  </a:cubicBezTo>
                  <a:lnTo>
                    <a:pt x="10231" y="1780"/>
                  </a:lnTo>
                  <a:cubicBezTo>
                    <a:pt x="10188" y="1818"/>
                    <a:pt x="10134" y="1837"/>
                    <a:pt x="10079" y="1837"/>
                  </a:cubicBezTo>
                  <a:cubicBezTo>
                    <a:pt x="10035" y="1837"/>
                    <a:pt x="9992" y="1825"/>
                    <a:pt x="9953" y="1800"/>
                  </a:cubicBezTo>
                  <a:cubicBezTo>
                    <a:pt x="9370" y="1426"/>
                    <a:pt x="8719" y="1158"/>
                    <a:pt x="8039" y="1015"/>
                  </a:cubicBezTo>
                  <a:cubicBezTo>
                    <a:pt x="7944" y="986"/>
                    <a:pt x="7877" y="900"/>
                    <a:pt x="7877" y="795"/>
                  </a:cubicBezTo>
                  <a:lnTo>
                    <a:pt x="7877" y="220"/>
                  </a:lnTo>
                  <a:cubicBezTo>
                    <a:pt x="7877" y="96"/>
                    <a:pt x="7781" y="0"/>
                    <a:pt x="76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15"/>
            <p:cNvSpPr/>
            <p:nvPr/>
          </p:nvSpPr>
          <p:spPr>
            <a:xfrm>
              <a:off x="5602849" y="1317685"/>
              <a:ext cx="262889" cy="252936"/>
            </a:xfrm>
            <a:custGeom>
              <a:avLst/>
              <a:gdLst/>
              <a:ahLst/>
              <a:cxnLst/>
              <a:rect l="l" t="t" r="r" b="b"/>
              <a:pathLst>
                <a:path w="10011" h="9632" extrusionOk="0">
                  <a:moveTo>
                    <a:pt x="5205" y="877"/>
                  </a:moveTo>
                  <a:cubicBezTo>
                    <a:pt x="5711" y="877"/>
                    <a:pt x="6222" y="975"/>
                    <a:pt x="6709" y="1177"/>
                  </a:cubicBezTo>
                  <a:cubicBezTo>
                    <a:pt x="8173" y="1790"/>
                    <a:pt x="9140" y="3225"/>
                    <a:pt x="9140" y="4814"/>
                  </a:cubicBezTo>
                  <a:cubicBezTo>
                    <a:pt x="9140" y="6996"/>
                    <a:pt x="7370" y="8757"/>
                    <a:pt x="5197" y="8757"/>
                  </a:cubicBezTo>
                  <a:cubicBezTo>
                    <a:pt x="3608" y="8757"/>
                    <a:pt x="2173" y="7790"/>
                    <a:pt x="1560" y="6326"/>
                  </a:cubicBezTo>
                  <a:cubicBezTo>
                    <a:pt x="948" y="4852"/>
                    <a:pt x="1283" y="3158"/>
                    <a:pt x="2412" y="2029"/>
                  </a:cubicBezTo>
                  <a:cubicBezTo>
                    <a:pt x="3168" y="1279"/>
                    <a:pt x="4178" y="877"/>
                    <a:pt x="5205" y="877"/>
                  </a:cubicBezTo>
                  <a:close/>
                  <a:moveTo>
                    <a:pt x="5197" y="0"/>
                  </a:moveTo>
                  <a:cubicBezTo>
                    <a:pt x="3254" y="0"/>
                    <a:pt x="1493" y="1177"/>
                    <a:pt x="747" y="2967"/>
                  </a:cubicBezTo>
                  <a:cubicBezTo>
                    <a:pt x="0" y="4766"/>
                    <a:pt x="412" y="6843"/>
                    <a:pt x="1790" y="8221"/>
                  </a:cubicBezTo>
                  <a:cubicBezTo>
                    <a:pt x="2711" y="9143"/>
                    <a:pt x="3941" y="9632"/>
                    <a:pt x="5192" y="9632"/>
                  </a:cubicBezTo>
                  <a:cubicBezTo>
                    <a:pt x="5813" y="9632"/>
                    <a:pt x="6438" y="9512"/>
                    <a:pt x="7035" y="9264"/>
                  </a:cubicBezTo>
                  <a:cubicBezTo>
                    <a:pt x="8834" y="8518"/>
                    <a:pt x="10001" y="6766"/>
                    <a:pt x="10011" y="4814"/>
                  </a:cubicBezTo>
                  <a:cubicBezTo>
                    <a:pt x="10011" y="2163"/>
                    <a:pt x="7858" y="10"/>
                    <a:pt x="5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CF8"/>
        </a:solidFill>
        <a:effectLst/>
      </p:bgPr>
    </p:bg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16"/>
          <p:cNvSpPr txBox="1"/>
          <p:nvPr/>
        </p:nvSpPr>
        <p:spPr>
          <a:xfrm>
            <a:off x="169774" y="110350"/>
            <a:ext cx="5069237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400"/>
            </a:pPr>
            <a:r>
              <a:rPr lang="ru-RU" sz="1100" b="1" dirty="0">
                <a:latin typeface="PT Sans"/>
                <a:ea typeface="PT Sans"/>
                <a:cs typeface="PT Sans"/>
                <a:sym typeface="PT Sans"/>
              </a:rPr>
              <a:t>Разработка программного решения с технологией дополненной реальности для обеспечения качества</a:t>
            </a:r>
          </a:p>
          <a:p>
            <a:pPr lvl="0">
              <a:buSzPts val="2400"/>
            </a:pPr>
            <a:r>
              <a:rPr lang="ru-RU" sz="1100" b="1" dirty="0">
                <a:latin typeface="PT Sans"/>
                <a:ea typeface="PT Sans"/>
                <a:cs typeface="PT Sans"/>
                <a:sym typeface="PT Sans"/>
              </a:rPr>
              <a:t>специальных технологических процессов (AR-</a:t>
            </a:r>
            <a:r>
              <a:rPr lang="ru-RU" sz="1100" b="1" dirty="0" err="1">
                <a:latin typeface="PT Sans"/>
                <a:ea typeface="PT Sans"/>
                <a:cs typeface="PT Sans"/>
                <a:sym typeface="PT Sans"/>
              </a:rPr>
              <a:t>технопро</a:t>
            </a:r>
            <a:r>
              <a:rPr lang="ru-RU" sz="1100" b="1" dirty="0">
                <a:latin typeface="PT Sans"/>
                <a:ea typeface="PT Sans"/>
                <a:cs typeface="PT Sans"/>
                <a:sym typeface="PT Sans"/>
              </a:rPr>
              <a:t>)</a:t>
            </a:r>
          </a:p>
        </p:txBody>
      </p:sp>
      <p:sp>
        <p:nvSpPr>
          <p:cNvPr id="2322" name="Google Shape;2322;p16"/>
          <p:cNvSpPr txBox="1"/>
          <p:nvPr/>
        </p:nvSpPr>
        <p:spPr>
          <a:xfrm>
            <a:off x="180792" y="1782987"/>
            <a:ext cx="25236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Какую проблему решаем:</a:t>
            </a:r>
            <a:endParaRPr sz="9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Наш	</a:t>
            </a:r>
            <a:r>
              <a:rPr lang="ru-RU" sz="700" dirty="0">
                <a:latin typeface="Courier New"/>
                <a:ea typeface="Courier New"/>
                <a:cs typeface="Courier New"/>
                <a:sym typeface="Courier New"/>
              </a:rPr>
              <a:t>заказчик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хочет	</a:t>
            </a:r>
            <a:r>
              <a:rPr lang="ru-RU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повысить качество производства на специальных технологических процессах</a:t>
            </a: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b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но не может, потому что 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ему мешают		</a:t>
            </a:r>
            <a:r>
              <a:rPr lang="ru-RU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неудобство использования бумажной документации</a:t>
            </a: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а существующие	</a:t>
            </a:r>
            <a:r>
              <a:rPr lang="ru-RU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решения </a:t>
            </a:r>
            <a:r>
              <a:rPr lang="en-US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Audi </a:t>
            </a:r>
            <a:r>
              <a:rPr lang="ru-RU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и </a:t>
            </a:r>
            <a:r>
              <a:rPr lang="en-US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Volvo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обладают 	</a:t>
            </a:r>
            <a:r>
              <a:rPr lang="ru-RU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высокой стоимостью и излишним функционалом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и потому не позволяют эти барьеры преодолеть.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23" name="Google Shape;2323;p16"/>
          <p:cNvSpPr txBox="1"/>
          <p:nvPr/>
        </p:nvSpPr>
        <p:spPr>
          <a:xfrm>
            <a:off x="2641250" y="1799975"/>
            <a:ext cx="25236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Какое решение предлагаем:</a:t>
            </a:r>
            <a:endParaRPr sz="9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Для	</a:t>
            </a:r>
            <a:r>
              <a:rPr lang="ru-RU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инженеров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наше	</a:t>
            </a:r>
            <a:r>
              <a:rPr lang="ru-RU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приложение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будет	</a:t>
            </a:r>
            <a:r>
              <a:rPr lang="ru-RU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отображать инструкции в дополненной реальности непосредственно в процессе работы</a:t>
            </a: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и в отличие от	</a:t>
            </a:r>
            <a:r>
              <a:rPr lang="ru-RU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зарубежных аналогов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будет иметь	</a:t>
            </a:r>
            <a:r>
              <a:rPr lang="ru-RU" sz="700" dirty="0">
                <a:latin typeface="Courier New"/>
                <a:ea typeface="Courier New"/>
                <a:cs typeface="Courier New"/>
                <a:sym typeface="Courier New"/>
              </a:rPr>
              <a:t>простоту внедрения и использования</a:t>
            </a:r>
            <a:endParaRPr sz="7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4" name="Google Shape;2324;p16"/>
          <p:cNvCxnSpPr/>
          <p:nvPr/>
        </p:nvCxnSpPr>
        <p:spPr>
          <a:xfrm>
            <a:off x="5239025" y="-6425"/>
            <a:ext cx="0" cy="5150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26" name="Google Shape;2326;p16"/>
          <p:cNvSpPr txBox="1"/>
          <p:nvPr/>
        </p:nvSpPr>
        <p:spPr>
          <a:xfrm>
            <a:off x="5301250" y="41925"/>
            <a:ext cx="38076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Пользователи и другие вовлеченные стороны: </a:t>
            </a:r>
            <a:endParaRPr sz="900" b="0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2327" name="Google Shape;2327;p16"/>
          <p:cNvGraphicFramePr/>
          <p:nvPr>
            <p:extLst>
              <p:ext uri="{D42A27DB-BD31-4B8C-83A1-F6EECF244321}">
                <p14:modId xmlns:p14="http://schemas.microsoft.com/office/powerpoint/2010/main" val="513039652"/>
              </p:ext>
            </p:extLst>
          </p:nvPr>
        </p:nvGraphicFramePr>
        <p:xfrm>
          <a:off x="5377450" y="353885"/>
          <a:ext cx="3622225" cy="1353450"/>
        </p:xfrm>
        <a:graphic>
          <a:graphicData uri="http://schemas.openxmlformats.org/drawingml/2006/table">
            <a:tbl>
              <a:tblPr>
                <a:noFill/>
                <a:tableStyleId>{20504D29-373D-4A2F-97A8-D9C9CCB7FAD4}</a:tableStyleId>
              </a:tblPr>
              <a:tblGrid>
                <a:gridCol w="153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Кто?</a:t>
                      </a:r>
                      <a:endParaRPr sz="900" b="1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Чего хочет?</a:t>
                      </a:r>
                      <a:endParaRPr sz="900" b="1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Севастопольский государственный университет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разработка выпущена в стенах </a:t>
                      </a:r>
                      <a:r>
                        <a:rPr lang="ru-RU" sz="800" u="none" strike="noStrike" cap="none" dirty="0" err="1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СевГУ</a:t>
                      </a: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 - имидж университета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Промышленные предприятия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Повышение качества </a:t>
                      </a:r>
                      <a:r>
                        <a:rPr lang="ru-RU" sz="800" u="none" strike="noStrike" cap="none" dirty="0" err="1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производтства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Производственные компании</a:t>
                      </a: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Повышение качества </a:t>
                      </a:r>
                      <a:r>
                        <a:rPr lang="ru-RU" sz="800" u="none" strike="noStrike" cap="none" dirty="0" err="1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производтства</a:t>
                      </a:r>
                      <a:endParaRPr lang="ru-RU"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Ростехнадзор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Повышение конкурентоспособности России на Мировом рынке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28" name="Google Shape;2328;p16"/>
          <p:cNvSpPr txBox="1"/>
          <p:nvPr/>
        </p:nvSpPr>
        <p:spPr>
          <a:xfrm>
            <a:off x="169775" y="3782800"/>
            <a:ext cx="45177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Прототип (MVP):</a:t>
            </a:r>
            <a:endParaRPr sz="9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-RU" sz="800" b="0" i="1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Приложение в дополненной реальности будет отображать документацию в виде последовательных инструкций с подтверждением и фиксацией времени выполнения и сопутствующей информацией (графическими и аудио инструкциями).</a:t>
            </a:r>
            <a:endParaRPr sz="800" b="0" i="1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29" name="Google Shape;2329;p16"/>
          <p:cNvSpPr txBox="1"/>
          <p:nvPr/>
        </p:nvSpPr>
        <p:spPr>
          <a:xfrm>
            <a:off x="5356600" y="2935150"/>
            <a:ext cx="37179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0" name="Google Shape;2330;p16"/>
          <p:cNvSpPr txBox="1"/>
          <p:nvPr/>
        </p:nvSpPr>
        <p:spPr>
          <a:xfrm>
            <a:off x="169775" y="1035263"/>
            <a:ext cx="41001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Вуз:</a:t>
            </a:r>
            <a:r>
              <a:rPr lang="ru-RU" sz="8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Севастопольский государственный университет</a:t>
            </a:r>
            <a:endParaRPr sz="8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>
              <a:buSzPts val="800"/>
            </a:pPr>
            <a:r>
              <a:rPr lang="en" sz="8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Рынки НТИ:</a:t>
            </a:r>
            <a:r>
              <a:rPr lang="ru-RU" sz="800" b="1" dirty="0"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ru-RU" sz="800" b="1" dirty="0" err="1">
                <a:latin typeface="PT Sans"/>
                <a:ea typeface="PT Sans"/>
                <a:cs typeface="PT Sans"/>
                <a:sym typeface="PT Sans"/>
              </a:rPr>
              <a:t>Технет</a:t>
            </a:r>
            <a:br>
              <a:rPr lang="en" sz="8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en" sz="8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Сквозные технологии НТИ:</a:t>
            </a:r>
            <a:r>
              <a:rPr lang="ru-RU" sz="800" b="1" dirty="0"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ru-RU" sz="800" b="1" dirty="0" err="1">
                <a:latin typeface="PT Sans"/>
                <a:ea typeface="PT Sans"/>
                <a:cs typeface="PT Sans"/>
                <a:sym typeface="PT Sans"/>
              </a:rPr>
              <a:t>Нейротехнологии</a:t>
            </a:r>
            <a:r>
              <a:rPr lang="ru-RU" sz="800" b="1" dirty="0">
                <a:latin typeface="PT Sans"/>
                <a:ea typeface="PT Sans"/>
                <a:cs typeface="PT Sans"/>
                <a:sym typeface="PT Sans"/>
              </a:rPr>
              <a:t>, технологии виртуальной и дополненной реальностей</a:t>
            </a:r>
            <a:endParaRPr sz="8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31" name="Google Shape;2331;p16"/>
          <p:cNvSpPr txBox="1"/>
          <p:nvPr/>
        </p:nvSpPr>
        <p:spPr>
          <a:xfrm>
            <a:off x="169760" y="627413"/>
            <a:ext cx="26958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Silisium</a:t>
            </a:r>
            <a:endParaRPr sz="11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32" name="Google Shape;2332;p16"/>
          <p:cNvSpPr txBox="1"/>
          <p:nvPr/>
        </p:nvSpPr>
        <p:spPr>
          <a:xfrm>
            <a:off x="5298750" y="1905000"/>
            <a:ext cx="3845100" cy="30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Команда:</a:t>
            </a:r>
            <a:endParaRPr sz="900" b="1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 dirty="0">
                <a:solidFill>
                  <a:srgbClr val="595959"/>
                </a:solidFill>
                <a:latin typeface="PT Sans"/>
                <a:ea typeface="PT Sans"/>
                <a:cs typeface="PT Sans"/>
                <a:sym typeface="PT Sans"/>
              </a:rPr>
              <a:t>Запишись в команду здесь (ФИО / роль / leader-id):</a:t>
            </a:r>
            <a:endParaRPr sz="700" b="0" i="0" u="none" strike="noStrike" cap="none" dirty="0">
              <a:solidFill>
                <a:srgbClr val="595959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T Sans"/>
              <a:buAutoNum type="arabicPeriod"/>
            </a:pPr>
            <a:r>
              <a:rPr lang="ru-RU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Котовщиков Иван Андреевич</a:t>
            </a:r>
            <a:r>
              <a:rPr lang="en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/ </a:t>
            </a:r>
            <a:r>
              <a:rPr lang="ru-RU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Лидер /</a:t>
            </a:r>
            <a:r>
              <a:rPr lang="en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leader-id</a:t>
            </a:r>
            <a:endParaRPr sz="9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>
              <a:buSzPts val="900"/>
              <a:buFont typeface="PT Sans"/>
              <a:buAutoNum type="arabicPeriod"/>
            </a:pPr>
            <a:r>
              <a:rPr lang="ru-RU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Кисин Игорь Евгеньевич</a:t>
            </a:r>
            <a:r>
              <a:rPr lang="en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ru-RU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ru-RU" sz="900" b="0" i="0" u="none" strike="noStrike" cap="none" dirty="0" err="1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Моделлер</a:t>
            </a:r>
            <a:r>
              <a:rPr lang="en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en-US" sz="900" dirty="0">
                <a:latin typeface="PT Sans"/>
                <a:ea typeface="PT Sans"/>
                <a:cs typeface="PT Sans"/>
                <a:sym typeface="PT Sans"/>
              </a:rPr>
              <a:t>ID753375</a:t>
            </a:r>
            <a:endParaRPr sz="9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T Sans"/>
              <a:buAutoNum type="arabicPeriod"/>
            </a:pPr>
            <a:r>
              <a:rPr lang="ru-RU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Куценко Дмитрий Александрович / Программист</a:t>
            </a:r>
            <a:r>
              <a:rPr lang="en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/ </a:t>
            </a:r>
            <a:r>
              <a:rPr lang="en-US" sz="900" dirty="0">
                <a:latin typeface="PT Sans"/>
                <a:ea typeface="PT Sans"/>
                <a:cs typeface="PT Sans"/>
                <a:sym typeface="PT Sans"/>
              </a:rPr>
              <a:t>ID742528</a:t>
            </a:r>
            <a:endParaRPr sz="9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>
              <a:buSzPts val="900"/>
              <a:buFont typeface="PT Sans"/>
              <a:buAutoNum type="arabicPeriod"/>
            </a:pPr>
            <a:r>
              <a:rPr lang="ru-RU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Радыгина Екатерина Александровна</a:t>
            </a:r>
            <a:r>
              <a:rPr lang="en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ru-RU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 Дизайнер</a:t>
            </a:r>
            <a:r>
              <a:rPr lang="en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en-US" sz="900" dirty="0">
                <a:latin typeface="PT Sans"/>
                <a:ea typeface="PT Sans"/>
                <a:cs typeface="PT Sans"/>
                <a:sym typeface="PT Sans"/>
              </a:rPr>
              <a:t>ID1123263</a:t>
            </a:r>
            <a:endParaRPr sz="9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>
              <a:buSzPts val="900"/>
              <a:buFont typeface="PT Sans"/>
              <a:buAutoNum type="arabicPeriod"/>
            </a:pPr>
            <a:r>
              <a:rPr lang="ru-RU" sz="900" dirty="0">
                <a:latin typeface="PT Sans"/>
                <a:ea typeface="PT Sans"/>
                <a:cs typeface="PT Sans"/>
                <a:sym typeface="PT Sans"/>
              </a:rPr>
              <a:t>Галич Дарья Константиновна</a:t>
            </a:r>
            <a:r>
              <a:rPr lang="en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ru-RU" sz="900" b="0" i="0" u="none" strike="noStrike" cap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 Дизайнер / </a:t>
            </a:r>
            <a:r>
              <a:rPr lang="en-US" sz="900">
                <a:latin typeface="PT Sans"/>
                <a:ea typeface="PT Sans"/>
                <a:cs typeface="PT Sans"/>
                <a:sym typeface="PT Sans"/>
              </a:rPr>
              <a:t>ID716684</a:t>
            </a:r>
            <a:endParaRPr lang="ru-RU" sz="9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285750">
              <a:buSzPts val="900"/>
              <a:buFont typeface="PT Sans"/>
              <a:buAutoNum type="arabicPeriod"/>
            </a:pPr>
            <a:r>
              <a:rPr lang="ru-RU" sz="900" dirty="0">
                <a:latin typeface="PT Sans"/>
                <a:ea typeface="PT Sans"/>
                <a:cs typeface="PT Sans"/>
                <a:sym typeface="PT Sans"/>
              </a:rPr>
              <a:t>Остроушко Анна Николаевна / Аналитик / </a:t>
            </a:r>
            <a:r>
              <a:rPr lang="en-US" sz="900" dirty="0">
                <a:latin typeface="PT Sans"/>
                <a:ea typeface="PT Sans"/>
                <a:cs typeface="PT Sans"/>
                <a:sym typeface="PT Sans"/>
              </a:rPr>
              <a:t>ID705464</a:t>
            </a:r>
            <a:endParaRPr sz="400" b="0" i="0" u="none" strike="noStrike" cap="none" dirty="0">
              <a:solidFill>
                <a:schemeClr val="dk2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chemeClr val="dk2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Кто нужен? </a:t>
            </a:r>
            <a:br>
              <a:rPr lang="en" sz="9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en" sz="700" b="1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(расскажи, каких людей тебе не хватает в команду)</a:t>
            </a:r>
            <a:endParaRPr sz="7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T Sans"/>
              <a:buAutoNum type="arabicPeriod"/>
            </a:pPr>
            <a:r>
              <a:rPr lang="en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ru-RU" sz="900" b="0" i="0" u="none" strike="noStrike" cap="none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У нас всех хватает</a:t>
            </a:r>
          </a:p>
          <a:p>
            <a:pPr marL="17145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</a:pPr>
            <a:endParaRPr sz="9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Готовы ли вы принимать в команду участников из других вузов: </a:t>
            </a:r>
            <a:endParaRPr sz="800" b="1" i="0" u="none" strike="noStrike" cap="none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нет</a:t>
            </a:r>
            <a:endParaRPr sz="900" b="0" i="0" u="none" strike="noStrike" cap="none" dirty="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3. Уточнённые формулировки</a:t>
            </a:r>
            <a:endParaRPr/>
          </a:p>
        </p:txBody>
      </p:sp>
      <p:sp>
        <p:nvSpPr>
          <p:cNvPr id="2338" name="Google Shape;2338;p17"/>
          <p:cNvSpPr txBox="1">
            <a:spLocks noGrp="1"/>
          </p:cNvSpPr>
          <p:nvPr>
            <p:ph type="body" idx="1"/>
          </p:nvPr>
        </p:nvSpPr>
        <p:spPr>
          <a:xfrm>
            <a:off x="311700" y="1131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На этой неделе у вас есть время, чтобы более детально проработать своё понимание проекта.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Мы предлагаем вам рассмотреть проблему и решение чуть подробнее, чем на стадии генерации идей. Обсудите в команде ответы на вопросы в заданиях, идущих далее, посоветуйтесь с наставником и фиксируйте все возникающие у вас вопросы в HADI-таблицу.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grpSp>
        <p:nvGrpSpPr>
          <p:cNvPr id="2339" name="Google Shape;2339;p17"/>
          <p:cNvGrpSpPr/>
          <p:nvPr/>
        </p:nvGrpSpPr>
        <p:grpSpPr>
          <a:xfrm>
            <a:off x="8407436" y="-115"/>
            <a:ext cx="736754" cy="857237"/>
            <a:chOff x="4093603" y="4146138"/>
            <a:chExt cx="395637" cy="420544"/>
          </a:xfrm>
        </p:grpSpPr>
        <p:sp>
          <p:nvSpPr>
            <p:cNvPr id="2340" name="Google Shape;2340;p17"/>
            <p:cNvSpPr/>
            <p:nvPr/>
          </p:nvSpPr>
          <p:spPr>
            <a:xfrm>
              <a:off x="4158286" y="4218414"/>
              <a:ext cx="266088" cy="326567"/>
            </a:xfrm>
            <a:custGeom>
              <a:avLst/>
              <a:gdLst/>
              <a:ahLst/>
              <a:cxnLst/>
              <a:rect l="l" t="t" r="r" b="b"/>
              <a:pathLst>
                <a:path w="10128" h="12430" extrusionOk="0">
                  <a:moveTo>
                    <a:pt x="5064" y="0"/>
                  </a:moveTo>
                  <a:cubicBezTo>
                    <a:pt x="2865" y="0"/>
                    <a:pt x="958" y="1526"/>
                    <a:pt x="479" y="3669"/>
                  </a:cubicBezTo>
                  <a:cubicBezTo>
                    <a:pt x="1" y="5813"/>
                    <a:pt x="1076" y="8005"/>
                    <a:pt x="3059" y="8941"/>
                  </a:cubicBezTo>
                  <a:cubicBezTo>
                    <a:pt x="3448" y="9128"/>
                    <a:pt x="3691" y="9510"/>
                    <a:pt x="3684" y="9933"/>
                  </a:cubicBezTo>
                  <a:lnTo>
                    <a:pt x="3684" y="11875"/>
                  </a:lnTo>
                  <a:lnTo>
                    <a:pt x="3691" y="11875"/>
                  </a:lnTo>
                  <a:cubicBezTo>
                    <a:pt x="3691" y="12180"/>
                    <a:pt x="3933" y="12430"/>
                    <a:pt x="4239" y="12430"/>
                  </a:cubicBezTo>
                  <a:lnTo>
                    <a:pt x="5896" y="12430"/>
                  </a:lnTo>
                  <a:cubicBezTo>
                    <a:pt x="6201" y="12430"/>
                    <a:pt x="6451" y="12180"/>
                    <a:pt x="6451" y="11875"/>
                  </a:cubicBezTo>
                  <a:lnTo>
                    <a:pt x="6451" y="9933"/>
                  </a:lnTo>
                  <a:cubicBezTo>
                    <a:pt x="6444" y="9510"/>
                    <a:pt x="6687" y="9128"/>
                    <a:pt x="7068" y="8941"/>
                  </a:cubicBezTo>
                  <a:cubicBezTo>
                    <a:pt x="9052" y="8005"/>
                    <a:pt x="10127" y="5813"/>
                    <a:pt x="9649" y="3669"/>
                  </a:cubicBezTo>
                  <a:cubicBezTo>
                    <a:pt x="9170" y="1526"/>
                    <a:pt x="7263" y="0"/>
                    <a:pt x="5064" y="0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17"/>
            <p:cNvSpPr/>
            <p:nvPr/>
          </p:nvSpPr>
          <p:spPr>
            <a:xfrm>
              <a:off x="4189813" y="4240089"/>
              <a:ext cx="203218" cy="203218"/>
            </a:xfrm>
            <a:custGeom>
              <a:avLst/>
              <a:gdLst/>
              <a:ahLst/>
              <a:cxnLst/>
              <a:rect l="l" t="t" r="r" b="b"/>
              <a:pathLst>
                <a:path w="7735" h="7735" extrusionOk="0">
                  <a:moveTo>
                    <a:pt x="3871" y="1"/>
                  </a:moveTo>
                  <a:cubicBezTo>
                    <a:pt x="1735" y="1"/>
                    <a:pt x="0" y="1735"/>
                    <a:pt x="0" y="3871"/>
                  </a:cubicBezTo>
                  <a:cubicBezTo>
                    <a:pt x="0" y="6007"/>
                    <a:pt x="1735" y="7734"/>
                    <a:pt x="3871" y="7734"/>
                  </a:cubicBezTo>
                  <a:cubicBezTo>
                    <a:pt x="6007" y="7734"/>
                    <a:pt x="7734" y="6007"/>
                    <a:pt x="7734" y="3871"/>
                  </a:cubicBezTo>
                  <a:cubicBezTo>
                    <a:pt x="7734" y="1735"/>
                    <a:pt x="6007" y="1"/>
                    <a:pt x="3871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17"/>
            <p:cNvSpPr/>
            <p:nvPr/>
          </p:nvSpPr>
          <p:spPr>
            <a:xfrm>
              <a:off x="4211671" y="4261947"/>
              <a:ext cx="159658" cy="159684"/>
            </a:xfrm>
            <a:custGeom>
              <a:avLst/>
              <a:gdLst/>
              <a:ahLst/>
              <a:cxnLst/>
              <a:rect l="l" t="t" r="r" b="b"/>
              <a:pathLst>
                <a:path w="6077" h="6078" extrusionOk="0">
                  <a:moveTo>
                    <a:pt x="3039" y="1"/>
                  </a:moveTo>
                  <a:cubicBezTo>
                    <a:pt x="1360" y="1"/>
                    <a:pt x="1" y="1360"/>
                    <a:pt x="1" y="3039"/>
                  </a:cubicBezTo>
                  <a:cubicBezTo>
                    <a:pt x="1" y="4718"/>
                    <a:pt x="1360" y="6077"/>
                    <a:pt x="3039" y="6077"/>
                  </a:cubicBezTo>
                  <a:cubicBezTo>
                    <a:pt x="4717" y="6077"/>
                    <a:pt x="6077" y="4718"/>
                    <a:pt x="6077" y="3039"/>
                  </a:cubicBezTo>
                  <a:cubicBezTo>
                    <a:pt x="6077" y="1360"/>
                    <a:pt x="4717" y="1"/>
                    <a:pt x="30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17"/>
            <p:cNvSpPr/>
            <p:nvPr/>
          </p:nvSpPr>
          <p:spPr>
            <a:xfrm>
              <a:off x="4269629" y="4537677"/>
              <a:ext cx="43586" cy="29005"/>
            </a:xfrm>
            <a:custGeom>
              <a:avLst/>
              <a:gdLst/>
              <a:ahLst/>
              <a:cxnLst/>
              <a:rect l="l" t="t" r="r" b="b"/>
              <a:pathLst>
                <a:path w="1659" h="1104" extrusionOk="0">
                  <a:moveTo>
                    <a:pt x="1" y="0"/>
                  </a:moveTo>
                  <a:lnTo>
                    <a:pt x="1" y="548"/>
                  </a:lnTo>
                  <a:cubicBezTo>
                    <a:pt x="1" y="854"/>
                    <a:pt x="250" y="1103"/>
                    <a:pt x="555" y="1103"/>
                  </a:cubicBezTo>
                  <a:lnTo>
                    <a:pt x="1103" y="1103"/>
                  </a:lnTo>
                  <a:cubicBezTo>
                    <a:pt x="1409" y="1103"/>
                    <a:pt x="1658" y="854"/>
                    <a:pt x="1658" y="548"/>
                  </a:cubicBezTo>
                  <a:lnTo>
                    <a:pt x="1658" y="0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17"/>
            <p:cNvSpPr/>
            <p:nvPr/>
          </p:nvSpPr>
          <p:spPr>
            <a:xfrm>
              <a:off x="4434725" y="4334486"/>
              <a:ext cx="54515" cy="14608"/>
            </a:xfrm>
            <a:custGeom>
              <a:avLst/>
              <a:gdLst/>
              <a:ahLst/>
              <a:cxnLst/>
              <a:rect l="l" t="t" r="r" b="b"/>
              <a:pathLst>
                <a:path w="2075" h="556" extrusionOk="0">
                  <a:moveTo>
                    <a:pt x="348" y="1"/>
                  </a:moveTo>
                  <a:cubicBezTo>
                    <a:pt x="1" y="21"/>
                    <a:pt x="1" y="535"/>
                    <a:pt x="348" y="555"/>
                  </a:cubicBezTo>
                  <a:lnTo>
                    <a:pt x="1728" y="555"/>
                  </a:lnTo>
                  <a:cubicBezTo>
                    <a:pt x="2075" y="535"/>
                    <a:pt x="2075" y="21"/>
                    <a:pt x="1728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17"/>
            <p:cNvSpPr/>
            <p:nvPr/>
          </p:nvSpPr>
          <p:spPr>
            <a:xfrm>
              <a:off x="4093603" y="4334460"/>
              <a:ext cx="62896" cy="14634"/>
            </a:xfrm>
            <a:custGeom>
              <a:avLst/>
              <a:gdLst/>
              <a:ahLst/>
              <a:cxnLst/>
              <a:rect l="l" t="t" r="r" b="b"/>
              <a:pathLst>
                <a:path w="2394" h="557" extrusionOk="0">
                  <a:moveTo>
                    <a:pt x="2025" y="1"/>
                  </a:moveTo>
                  <a:cubicBezTo>
                    <a:pt x="2018" y="1"/>
                    <a:pt x="2011" y="1"/>
                    <a:pt x="2005" y="2"/>
                  </a:cubicBezTo>
                  <a:lnTo>
                    <a:pt x="354" y="2"/>
                  </a:lnTo>
                  <a:cubicBezTo>
                    <a:pt x="0" y="22"/>
                    <a:pt x="0" y="536"/>
                    <a:pt x="354" y="556"/>
                  </a:cubicBezTo>
                  <a:lnTo>
                    <a:pt x="2005" y="556"/>
                  </a:lnTo>
                  <a:cubicBezTo>
                    <a:pt x="2011" y="557"/>
                    <a:pt x="2018" y="557"/>
                    <a:pt x="2025" y="557"/>
                  </a:cubicBezTo>
                  <a:cubicBezTo>
                    <a:pt x="2393" y="557"/>
                    <a:pt x="2393" y="1"/>
                    <a:pt x="2025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17"/>
            <p:cNvSpPr/>
            <p:nvPr/>
          </p:nvSpPr>
          <p:spPr>
            <a:xfrm>
              <a:off x="4284210" y="4146138"/>
              <a:ext cx="14424" cy="50417"/>
            </a:xfrm>
            <a:custGeom>
              <a:avLst/>
              <a:gdLst/>
              <a:ahLst/>
              <a:cxnLst/>
              <a:rect l="l" t="t" r="r" b="b"/>
              <a:pathLst>
                <a:path w="549" h="1919" extrusionOk="0">
                  <a:moveTo>
                    <a:pt x="277" y="1"/>
                  </a:moveTo>
                  <a:cubicBezTo>
                    <a:pt x="144" y="1"/>
                    <a:pt x="11" y="88"/>
                    <a:pt x="0" y="261"/>
                  </a:cubicBezTo>
                  <a:lnTo>
                    <a:pt x="0" y="1641"/>
                  </a:lnTo>
                  <a:cubicBezTo>
                    <a:pt x="0" y="1794"/>
                    <a:pt x="125" y="1919"/>
                    <a:pt x="278" y="1919"/>
                  </a:cubicBezTo>
                  <a:cubicBezTo>
                    <a:pt x="430" y="1919"/>
                    <a:pt x="548" y="1794"/>
                    <a:pt x="548" y="1641"/>
                  </a:cubicBezTo>
                  <a:lnTo>
                    <a:pt x="548" y="261"/>
                  </a:lnTo>
                  <a:cubicBezTo>
                    <a:pt x="541" y="88"/>
                    <a:pt x="410" y="1"/>
                    <a:pt x="277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17"/>
            <p:cNvSpPr/>
            <p:nvPr/>
          </p:nvSpPr>
          <p:spPr>
            <a:xfrm>
              <a:off x="4358561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745" y="0"/>
                  </a:moveTo>
                  <a:cubicBezTo>
                    <a:pt x="662" y="0"/>
                    <a:pt x="578" y="39"/>
                    <a:pt x="521" y="131"/>
                  </a:cubicBezTo>
                  <a:lnTo>
                    <a:pt x="104" y="852"/>
                  </a:lnTo>
                  <a:cubicBezTo>
                    <a:pt x="0" y="1033"/>
                    <a:pt x="132" y="1262"/>
                    <a:pt x="347" y="1262"/>
                  </a:cubicBezTo>
                  <a:cubicBezTo>
                    <a:pt x="444" y="1262"/>
                    <a:pt x="534" y="1213"/>
                    <a:pt x="583" y="1130"/>
                  </a:cubicBezTo>
                  <a:lnTo>
                    <a:pt x="999" y="409"/>
                  </a:lnTo>
                  <a:cubicBezTo>
                    <a:pt x="1114" y="193"/>
                    <a:pt x="931" y="0"/>
                    <a:pt x="745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17"/>
            <p:cNvSpPr/>
            <p:nvPr/>
          </p:nvSpPr>
          <p:spPr>
            <a:xfrm>
              <a:off x="4195277" y="4466505"/>
              <a:ext cx="29268" cy="33287"/>
            </a:xfrm>
            <a:custGeom>
              <a:avLst/>
              <a:gdLst/>
              <a:ahLst/>
              <a:cxnLst/>
              <a:rect l="l" t="t" r="r" b="b"/>
              <a:pathLst>
                <a:path w="1114" h="1267" extrusionOk="0">
                  <a:moveTo>
                    <a:pt x="748" y="1"/>
                  </a:moveTo>
                  <a:cubicBezTo>
                    <a:pt x="664" y="1"/>
                    <a:pt x="579" y="41"/>
                    <a:pt x="521" y="136"/>
                  </a:cubicBezTo>
                  <a:lnTo>
                    <a:pt x="105" y="850"/>
                  </a:lnTo>
                  <a:cubicBezTo>
                    <a:pt x="1" y="1038"/>
                    <a:pt x="132" y="1267"/>
                    <a:pt x="347" y="1267"/>
                  </a:cubicBezTo>
                  <a:cubicBezTo>
                    <a:pt x="444" y="1267"/>
                    <a:pt x="535" y="1211"/>
                    <a:pt x="583" y="1128"/>
                  </a:cubicBezTo>
                  <a:lnTo>
                    <a:pt x="999" y="413"/>
                  </a:lnTo>
                  <a:cubicBezTo>
                    <a:pt x="1114" y="194"/>
                    <a:pt x="933" y="1"/>
                    <a:pt x="74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17"/>
            <p:cNvSpPr/>
            <p:nvPr/>
          </p:nvSpPr>
          <p:spPr>
            <a:xfrm>
              <a:off x="4195172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366" y="0"/>
                  </a:moveTo>
                  <a:cubicBezTo>
                    <a:pt x="180" y="0"/>
                    <a:pt x="1" y="193"/>
                    <a:pt x="116" y="409"/>
                  </a:cubicBezTo>
                  <a:lnTo>
                    <a:pt x="525" y="1130"/>
                  </a:lnTo>
                  <a:cubicBezTo>
                    <a:pt x="573" y="1213"/>
                    <a:pt x="670" y="1262"/>
                    <a:pt x="768" y="1262"/>
                  </a:cubicBezTo>
                  <a:cubicBezTo>
                    <a:pt x="976" y="1262"/>
                    <a:pt x="1114" y="1033"/>
                    <a:pt x="1003" y="852"/>
                  </a:cubicBezTo>
                  <a:lnTo>
                    <a:pt x="594" y="131"/>
                  </a:lnTo>
                  <a:cubicBezTo>
                    <a:pt x="534" y="39"/>
                    <a:pt x="450" y="0"/>
                    <a:pt x="366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17"/>
            <p:cNvSpPr/>
            <p:nvPr/>
          </p:nvSpPr>
          <p:spPr>
            <a:xfrm>
              <a:off x="4358272" y="4466505"/>
              <a:ext cx="29294" cy="33287"/>
            </a:xfrm>
            <a:custGeom>
              <a:avLst/>
              <a:gdLst/>
              <a:ahLst/>
              <a:cxnLst/>
              <a:rect l="l" t="t" r="r" b="b"/>
              <a:pathLst>
                <a:path w="1115" h="1267" extrusionOk="0">
                  <a:moveTo>
                    <a:pt x="367" y="1"/>
                  </a:moveTo>
                  <a:cubicBezTo>
                    <a:pt x="182" y="1"/>
                    <a:pt x="1" y="194"/>
                    <a:pt x="115" y="413"/>
                  </a:cubicBezTo>
                  <a:lnTo>
                    <a:pt x="532" y="1128"/>
                  </a:lnTo>
                  <a:cubicBezTo>
                    <a:pt x="580" y="1211"/>
                    <a:pt x="670" y="1267"/>
                    <a:pt x="774" y="1267"/>
                  </a:cubicBezTo>
                  <a:cubicBezTo>
                    <a:pt x="982" y="1267"/>
                    <a:pt x="1114" y="1038"/>
                    <a:pt x="1010" y="850"/>
                  </a:cubicBezTo>
                  <a:lnTo>
                    <a:pt x="594" y="136"/>
                  </a:lnTo>
                  <a:cubicBezTo>
                    <a:pt x="536" y="41"/>
                    <a:pt x="451" y="1"/>
                    <a:pt x="36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17"/>
            <p:cNvSpPr/>
            <p:nvPr/>
          </p:nvSpPr>
          <p:spPr>
            <a:xfrm>
              <a:off x="4412315" y="4410335"/>
              <a:ext cx="39934" cy="25668"/>
            </a:xfrm>
            <a:custGeom>
              <a:avLst/>
              <a:gdLst/>
              <a:ahLst/>
              <a:cxnLst/>
              <a:rect l="l" t="t" r="r" b="b"/>
              <a:pathLst>
                <a:path w="1520" h="977" extrusionOk="0">
                  <a:moveTo>
                    <a:pt x="408" y="1"/>
                  </a:moveTo>
                  <a:cubicBezTo>
                    <a:pt x="158" y="1"/>
                    <a:pt x="0" y="375"/>
                    <a:pt x="285" y="526"/>
                  </a:cubicBezTo>
                  <a:lnTo>
                    <a:pt x="999" y="942"/>
                  </a:lnTo>
                  <a:cubicBezTo>
                    <a:pt x="1041" y="963"/>
                    <a:pt x="1090" y="977"/>
                    <a:pt x="1138" y="977"/>
                  </a:cubicBezTo>
                  <a:cubicBezTo>
                    <a:pt x="1422" y="977"/>
                    <a:pt x="1520" y="602"/>
                    <a:pt x="1277" y="464"/>
                  </a:cubicBezTo>
                  <a:lnTo>
                    <a:pt x="562" y="48"/>
                  </a:lnTo>
                  <a:cubicBezTo>
                    <a:pt x="509" y="15"/>
                    <a:pt x="457" y="1"/>
                    <a:pt x="40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17"/>
            <p:cNvSpPr/>
            <p:nvPr/>
          </p:nvSpPr>
          <p:spPr>
            <a:xfrm>
              <a:off x="4130306" y="4247340"/>
              <a:ext cx="39304" cy="25589"/>
            </a:xfrm>
            <a:custGeom>
              <a:avLst/>
              <a:gdLst/>
              <a:ahLst/>
              <a:cxnLst/>
              <a:rect l="l" t="t" r="r" b="b"/>
              <a:pathLst>
                <a:path w="1496" h="974" extrusionOk="0">
                  <a:moveTo>
                    <a:pt x="397" y="1"/>
                  </a:moveTo>
                  <a:cubicBezTo>
                    <a:pt x="153" y="1"/>
                    <a:pt x="0" y="356"/>
                    <a:pt x="254" y="515"/>
                  </a:cubicBezTo>
                  <a:lnTo>
                    <a:pt x="975" y="931"/>
                  </a:lnTo>
                  <a:cubicBezTo>
                    <a:pt x="1017" y="959"/>
                    <a:pt x="1066" y="966"/>
                    <a:pt x="1114" y="973"/>
                  </a:cubicBezTo>
                  <a:lnTo>
                    <a:pt x="1114" y="966"/>
                  </a:lnTo>
                  <a:cubicBezTo>
                    <a:pt x="1398" y="966"/>
                    <a:pt x="1496" y="592"/>
                    <a:pt x="1253" y="453"/>
                  </a:cubicBezTo>
                  <a:lnTo>
                    <a:pt x="531" y="37"/>
                  </a:lnTo>
                  <a:cubicBezTo>
                    <a:pt x="485" y="12"/>
                    <a:pt x="439" y="1"/>
                    <a:pt x="39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17"/>
            <p:cNvSpPr/>
            <p:nvPr/>
          </p:nvSpPr>
          <p:spPr>
            <a:xfrm>
              <a:off x="4413418" y="4247182"/>
              <a:ext cx="39908" cy="25747"/>
            </a:xfrm>
            <a:custGeom>
              <a:avLst/>
              <a:gdLst/>
              <a:ahLst/>
              <a:cxnLst/>
              <a:rect l="l" t="t" r="r" b="b"/>
              <a:pathLst>
                <a:path w="1519" h="980" extrusionOk="0">
                  <a:moveTo>
                    <a:pt x="1114" y="0"/>
                  </a:moveTo>
                  <a:cubicBezTo>
                    <a:pt x="1064" y="0"/>
                    <a:pt x="1011" y="15"/>
                    <a:pt x="957" y="50"/>
                  </a:cubicBezTo>
                  <a:lnTo>
                    <a:pt x="243" y="459"/>
                  </a:lnTo>
                  <a:cubicBezTo>
                    <a:pt x="0" y="605"/>
                    <a:pt x="97" y="972"/>
                    <a:pt x="382" y="979"/>
                  </a:cubicBezTo>
                  <a:cubicBezTo>
                    <a:pt x="430" y="979"/>
                    <a:pt x="479" y="965"/>
                    <a:pt x="520" y="937"/>
                  </a:cubicBezTo>
                  <a:lnTo>
                    <a:pt x="1235" y="528"/>
                  </a:lnTo>
                  <a:cubicBezTo>
                    <a:pt x="1518" y="378"/>
                    <a:pt x="1363" y="0"/>
                    <a:pt x="1114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17"/>
            <p:cNvSpPr/>
            <p:nvPr/>
          </p:nvSpPr>
          <p:spPr>
            <a:xfrm>
              <a:off x="4130595" y="4410624"/>
              <a:ext cx="39304" cy="25379"/>
            </a:xfrm>
            <a:custGeom>
              <a:avLst/>
              <a:gdLst/>
              <a:ahLst/>
              <a:cxnLst/>
              <a:rect l="l" t="t" r="r" b="b"/>
              <a:pathLst>
                <a:path w="1496" h="966" extrusionOk="0">
                  <a:moveTo>
                    <a:pt x="1099" y="1"/>
                  </a:moveTo>
                  <a:cubicBezTo>
                    <a:pt x="1056" y="1"/>
                    <a:pt x="1011" y="12"/>
                    <a:pt x="964" y="37"/>
                  </a:cubicBezTo>
                  <a:lnTo>
                    <a:pt x="243" y="453"/>
                  </a:lnTo>
                  <a:cubicBezTo>
                    <a:pt x="0" y="598"/>
                    <a:pt x="104" y="966"/>
                    <a:pt x="382" y="966"/>
                  </a:cubicBezTo>
                  <a:cubicBezTo>
                    <a:pt x="430" y="966"/>
                    <a:pt x="479" y="952"/>
                    <a:pt x="520" y="931"/>
                  </a:cubicBezTo>
                  <a:lnTo>
                    <a:pt x="1242" y="515"/>
                  </a:lnTo>
                  <a:cubicBezTo>
                    <a:pt x="1496" y="356"/>
                    <a:pt x="1343" y="1"/>
                    <a:pt x="1099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17"/>
            <p:cNvSpPr/>
            <p:nvPr/>
          </p:nvSpPr>
          <p:spPr>
            <a:xfrm>
              <a:off x="4255231" y="4494118"/>
              <a:ext cx="72565" cy="50864"/>
            </a:xfrm>
            <a:custGeom>
              <a:avLst/>
              <a:gdLst/>
              <a:ahLst/>
              <a:cxnLst/>
              <a:rect l="l" t="t" r="r" b="b"/>
              <a:pathLst>
                <a:path w="2762" h="1936" extrusionOk="0">
                  <a:moveTo>
                    <a:pt x="1" y="1"/>
                  </a:moveTo>
                  <a:lnTo>
                    <a:pt x="1" y="1381"/>
                  </a:lnTo>
                  <a:cubicBezTo>
                    <a:pt x="1" y="1686"/>
                    <a:pt x="243" y="1936"/>
                    <a:pt x="549" y="1936"/>
                  </a:cubicBezTo>
                  <a:lnTo>
                    <a:pt x="2206" y="1936"/>
                  </a:lnTo>
                  <a:cubicBezTo>
                    <a:pt x="2511" y="1936"/>
                    <a:pt x="2761" y="1686"/>
                    <a:pt x="2761" y="1381"/>
                  </a:cubicBezTo>
                  <a:lnTo>
                    <a:pt x="2761" y="1"/>
                  </a:lnTo>
                  <a:close/>
                </a:path>
              </a:pathLst>
            </a:custGeom>
            <a:solidFill>
              <a:srgbClr val="C7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17"/>
            <p:cNvSpPr/>
            <p:nvPr/>
          </p:nvSpPr>
          <p:spPr>
            <a:xfrm>
              <a:off x="4247954" y="4494118"/>
              <a:ext cx="87120" cy="14608"/>
            </a:xfrm>
            <a:custGeom>
              <a:avLst/>
              <a:gdLst/>
              <a:ahLst/>
              <a:cxnLst/>
              <a:rect l="l" t="t" r="r" b="b"/>
              <a:pathLst>
                <a:path w="3316" h="556" extrusionOk="0">
                  <a:moveTo>
                    <a:pt x="278" y="1"/>
                  </a:moveTo>
                  <a:cubicBezTo>
                    <a:pt x="125" y="1"/>
                    <a:pt x="0" y="125"/>
                    <a:pt x="0" y="278"/>
                  </a:cubicBezTo>
                  <a:cubicBezTo>
                    <a:pt x="0" y="431"/>
                    <a:pt x="125" y="556"/>
                    <a:pt x="278" y="556"/>
                  </a:cubicBezTo>
                  <a:lnTo>
                    <a:pt x="3038" y="556"/>
                  </a:lnTo>
                  <a:cubicBezTo>
                    <a:pt x="3191" y="556"/>
                    <a:pt x="3316" y="431"/>
                    <a:pt x="3316" y="278"/>
                  </a:cubicBezTo>
                  <a:cubicBezTo>
                    <a:pt x="3316" y="125"/>
                    <a:pt x="3191" y="1"/>
                    <a:pt x="3038" y="1"/>
                  </a:cubicBezTo>
                  <a:close/>
                </a:path>
              </a:pathLst>
            </a:custGeom>
            <a:solidFill>
              <a:srgbClr val="ADB7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7" name="Google Shape;2357;p17"/>
          <p:cNvGrpSpPr/>
          <p:nvPr/>
        </p:nvGrpSpPr>
        <p:grpSpPr>
          <a:xfrm>
            <a:off x="1766112" y="2891888"/>
            <a:ext cx="3522020" cy="2251521"/>
            <a:chOff x="485136" y="1523943"/>
            <a:chExt cx="3233584" cy="1955124"/>
          </a:xfrm>
        </p:grpSpPr>
        <p:sp>
          <p:nvSpPr>
            <p:cNvPr id="2358" name="Google Shape;2358;p17"/>
            <p:cNvSpPr/>
            <p:nvPr/>
          </p:nvSpPr>
          <p:spPr>
            <a:xfrm>
              <a:off x="1023071" y="2138485"/>
              <a:ext cx="28848" cy="28795"/>
            </a:xfrm>
            <a:custGeom>
              <a:avLst/>
              <a:gdLst/>
              <a:ahLst/>
              <a:cxnLst/>
              <a:rect l="l" t="t" r="r" b="b"/>
              <a:pathLst>
                <a:path w="540" h="539" extrusionOk="0">
                  <a:moveTo>
                    <a:pt x="270" y="100"/>
                  </a:moveTo>
                  <a:cubicBezTo>
                    <a:pt x="370" y="100"/>
                    <a:pt x="440" y="170"/>
                    <a:pt x="440" y="270"/>
                  </a:cubicBezTo>
                  <a:cubicBezTo>
                    <a:pt x="440" y="369"/>
                    <a:pt x="370" y="439"/>
                    <a:pt x="270" y="439"/>
                  </a:cubicBezTo>
                  <a:cubicBezTo>
                    <a:pt x="171" y="439"/>
                    <a:pt x="100" y="369"/>
                    <a:pt x="100" y="270"/>
                  </a:cubicBezTo>
                  <a:cubicBezTo>
                    <a:pt x="100" y="170"/>
                    <a:pt x="171" y="100"/>
                    <a:pt x="270" y="100"/>
                  </a:cubicBezTo>
                  <a:close/>
                  <a:moveTo>
                    <a:pt x="270" y="0"/>
                  </a:moveTo>
                  <a:cubicBezTo>
                    <a:pt x="124" y="0"/>
                    <a:pt x="1" y="123"/>
                    <a:pt x="1" y="270"/>
                  </a:cubicBezTo>
                  <a:cubicBezTo>
                    <a:pt x="1" y="416"/>
                    <a:pt x="124" y="539"/>
                    <a:pt x="270" y="539"/>
                  </a:cubicBezTo>
                  <a:cubicBezTo>
                    <a:pt x="417" y="539"/>
                    <a:pt x="540" y="416"/>
                    <a:pt x="540" y="270"/>
                  </a:cubicBezTo>
                  <a:cubicBezTo>
                    <a:pt x="540" y="123"/>
                    <a:pt x="417" y="0"/>
                    <a:pt x="270" y="0"/>
                  </a:cubicBez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17"/>
            <p:cNvSpPr/>
            <p:nvPr/>
          </p:nvSpPr>
          <p:spPr>
            <a:xfrm>
              <a:off x="3026718" y="2157398"/>
              <a:ext cx="28528" cy="28848"/>
            </a:xfrm>
            <a:custGeom>
              <a:avLst/>
              <a:gdLst/>
              <a:ahLst/>
              <a:cxnLst/>
              <a:rect l="l" t="t" r="r" b="b"/>
              <a:pathLst>
                <a:path w="534" h="540" extrusionOk="0">
                  <a:moveTo>
                    <a:pt x="264" y="100"/>
                  </a:moveTo>
                  <a:cubicBezTo>
                    <a:pt x="364" y="100"/>
                    <a:pt x="440" y="176"/>
                    <a:pt x="440" y="270"/>
                  </a:cubicBezTo>
                  <a:cubicBezTo>
                    <a:pt x="440" y="369"/>
                    <a:pt x="364" y="440"/>
                    <a:pt x="264" y="440"/>
                  </a:cubicBezTo>
                  <a:cubicBezTo>
                    <a:pt x="170" y="440"/>
                    <a:pt x="94" y="369"/>
                    <a:pt x="94" y="270"/>
                  </a:cubicBezTo>
                  <a:cubicBezTo>
                    <a:pt x="94" y="176"/>
                    <a:pt x="170" y="100"/>
                    <a:pt x="264" y="100"/>
                  </a:cubicBezTo>
                  <a:close/>
                  <a:moveTo>
                    <a:pt x="264" y="0"/>
                  </a:moveTo>
                  <a:cubicBezTo>
                    <a:pt x="118" y="0"/>
                    <a:pt x="1" y="123"/>
                    <a:pt x="1" y="270"/>
                  </a:cubicBezTo>
                  <a:cubicBezTo>
                    <a:pt x="1" y="416"/>
                    <a:pt x="118" y="539"/>
                    <a:pt x="264" y="539"/>
                  </a:cubicBezTo>
                  <a:cubicBezTo>
                    <a:pt x="411" y="539"/>
                    <a:pt x="534" y="416"/>
                    <a:pt x="534" y="270"/>
                  </a:cubicBezTo>
                  <a:cubicBezTo>
                    <a:pt x="534" y="123"/>
                    <a:pt x="411" y="0"/>
                    <a:pt x="2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17"/>
            <p:cNvSpPr/>
            <p:nvPr/>
          </p:nvSpPr>
          <p:spPr>
            <a:xfrm>
              <a:off x="3377079" y="2305971"/>
              <a:ext cx="28848" cy="28848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70" y="100"/>
                  </a:moveTo>
                  <a:cubicBezTo>
                    <a:pt x="369" y="100"/>
                    <a:pt x="440" y="176"/>
                    <a:pt x="440" y="270"/>
                  </a:cubicBezTo>
                  <a:cubicBezTo>
                    <a:pt x="440" y="369"/>
                    <a:pt x="369" y="440"/>
                    <a:pt x="270" y="440"/>
                  </a:cubicBezTo>
                  <a:cubicBezTo>
                    <a:pt x="176" y="440"/>
                    <a:pt x="100" y="369"/>
                    <a:pt x="100" y="270"/>
                  </a:cubicBezTo>
                  <a:cubicBezTo>
                    <a:pt x="100" y="176"/>
                    <a:pt x="176" y="100"/>
                    <a:pt x="270" y="100"/>
                  </a:cubicBezTo>
                  <a:close/>
                  <a:moveTo>
                    <a:pt x="270" y="1"/>
                  </a:moveTo>
                  <a:cubicBezTo>
                    <a:pt x="123" y="1"/>
                    <a:pt x="0" y="124"/>
                    <a:pt x="0" y="270"/>
                  </a:cubicBezTo>
                  <a:cubicBezTo>
                    <a:pt x="0" y="416"/>
                    <a:pt x="123" y="539"/>
                    <a:pt x="270" y="539"/>
                  </a:cubicBezTo>
                  <a:cubicBezTo>
                    <a:pt x="416" y="539"/>
                    <a:pt x="539" y="416"/>
                    <a:pt x="539" y="270"/>
                  </a:cubicBezTo>
                  <a:cubicBezTo>
                    <a:pt x="539" y="124"/>
                    <a:pt x="416" y="1"/>
                    <a:pt x="2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17"/>
            <p:cNvSpPr/>
            <p:nvPr/>
          </p:nvSpPr>
          <p:spPr>
            <a:xfrm>
              <a:off x="1965647" y="1670059"/>
              <a:ext cx="28848" cy="28795"/>
            </a:xfrm>
            <a:custGeom>
              <a:avLst/>
              <a:gdLst/>
              <a:ahLst/>
              <a:cxnLst/>
              <a:rect l="l" t="t" r="r" b="b"/>
              <a:pathLst>
                <a:path w="540" h="539" extrusionOk="0">
                  <a:moveTo>
                    <a:pt x="270" y="100"/>
                  </a:moveTo>
                  <a:cubicBezTo>
                    <a:pt x="364" y="100"/>
                    <a:pt x="440" y="170"/>
                    <a:pt x="440" y="269"/>
                  </a:cubicBezTo>
                  <a:cubicBezTo>
                    <a:pt x="440" y="369"/>
                    <a:pt x="364" y="439"/>
                    <a:pt x="270" y="439"/>
                  </a:cubicBezTo>
                  <a:cubicBezTo>
                    <a:pt x="171" y="439"/>
                    <a:pt x="100" y="369"/>
                    <a:pt x="100" y="269"/>
                  </a:cubicBezTo>
                  <a:cubicBezTo>
                    <a:pt x="100" y="170"/>
                    <a:pt x="171" y="100"/>
                    <a:pt x="270" y="100"/>
                  </a:cubicBezTo>
                  <a:close/>
                  <a:moveTo>
                    <a:pt x="270" y="0"/>
                  </a:moveTo>
                  <a:cubicBezTo>
                    <a:pt x="124" y="0"/>
                    <a:pt x="1" y="123"/>
                    <a:pt x="1" y="269"/>
                  </a:cubicBezTo>
                  <a:cubicBezTo>
                    <a:pt x="1" y="416"/>
                    <a:pt x="124" y="539"/>
                    <a:pt x="270" y="539"/>
                  </a:cubicBezTo>
                  <a:cubicBezTo>
                    <a:pt x="417" y="539"/>
                    <a:pt x="540" y="416"/>
                    <a:pt x="540" y="269"/>
                  </a:cubicBezTo>
                  <a:cubicBezTo>
                    <a:pt x="540" y="123"/>
                    <a:pt x="417" y="0"/>
                    <a:pt x="2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17"/>
            <p:cNvSpPr/>
            <p:nvPr/>
          </p:nvSpPr>
          <p:spPr>
            <a:xfrm>
              <a:off x="2265360" y="2169258"/>
              <a:ext cx="5342" cy="35099"/>
            </a:xfrm>
            <a:custGeom>
              <a:avLst/>
              <a:gdLst/>
              <a:ahLst/>
              <a:cxnLst/>
              <a:rect l="l" t="t" r="r" b="b"/>
              <a:pathLst>
                <a:path w="100" h="657" extrusionOk="0">
                  <a:moveTo>
                    <a:pt x="0" y="1"/>
                  </a:moveTo>
                  <a:lnTo>
                    <a:pt x="0" y="657"/>
                  </a:lnTo>
                  <a:lnTo>
                    <a:pt x="100" y="657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17"/>
            <p:cNvSpPr/>
            <p:nvPr/>
          </p:nvSpPr>
          <p:spPr>
            <a:xfrm>
              <a:off x="2249707" y="2183683"/>
              <a:ext cx="35419" cy="5022"/>
            </a:xfrm>
            <a:custGeom>
              <a:avLst/>
              <a:gdLst/>
              <a:ahLst/>
              <a:cxnLst/>
              <a:rect l="l" t="t" r="r" b="b"/>
              <a:pathLst>
                <a:path w="663" h="94" extrusionOk="0">
                  <a:moveTo>
                    <a:pt x="0" y="0"/>
                  </a:moveTo>
                  <a:lnTo>
                    <a:pt x="0" y="94"/>
                  </a:lnTo>
                  <a:lnTo>
                    <a:pt x="662" y="94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17"/>
            <p:cNvSpPr/>
            <p:nvPr/>
          </p:nvSpPr>
          <p:spPr>
            <a:xfrm>
              <a:off x="3594785" y="2461116"/>
              <a:ext cx="5396" cy="35419"/>
            </a:xfrm>
            <a:custGeom>
              <a:avLst/>
              <a:gdLst/>
              <a:ahLst/>
              <a:cxnLst/>
              <a:rect l="l" t="t" r="r" b="b"/>
              <a:pathLst>
                <a:path w="101" h="663" extrusionOk="0">
                  <a:moveTo>
                    <a:pt x="1" y="1"/>
                  </a:moveTo>
                  <a:lnTo>
                    <a:pt x="1" y="662"/>
                  </a:lnTo>
                  <a:lnTo>
                    <a:pt x="100" y="662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17"/>
            <p:cNvSpPr/>
            <p:nvPr/>
          </p:nvSpPr>
          <p:spPr>
            <a:xfrm>
              <a:off x="3579132" y="2476770"/>
              <a:ext cx="36648" cy="5342"/>
            </a:xfrm>
            <a:custGeom>
              <a:avLst/>
              <a:gdLst/>
              <a:ahLst/>
              <a:cxnLst/>
              <a:rect l="l" t="t" r="r" b="b"/>
              <a:pathLst>
                <a:path w="686" h="100" extrusionOk="0">
                  <a:moveTo>
                    <a:pt x="1" y="0"/>
                  </a:moveTo>
                  <a:lnTo>
                    <a:pt x="1" y="100"/>
                  </a:lnTo>
                  <a:lnTo>
                    <a:pt x="686" y="100"/>
                  </a:lnTo>
                  <a:lnTo>
                    <a:pt x="686" y="0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17"/>
            <p:cNvSpPr/>
            <p:nvPr/>
          </p:nvSpPr>
          <p:spPr>
            <a:xfrm>
              <a:off x="3297636" y="1777015"/>
              <a:ext cx="5342" cy="35099"/>
            </a:xfrm>
            <a:custGeom>
              <a:avLst/>
              <a:gdLst/>
              <a:ahLst/>
              <a:cxnLst/>
              <a:rect l="l" t="t" r="r" b="b"/>
              <a:pathLst>
                <a:path w="100" h="657" extrusionOk="0">
                  <a:moveTo>
                    <a:pt x="0" y="1"/>
                  </a:moveTo>
                  <a:lnTo>
                    <a:pt x="0" y="656"/>
                  </a:lnTo>
                  <a:lnTo>
                    <a:pt x="100" y="656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17"/>
            <p:cNvSpPr/>
            <p:nvPr/>
          </p:nvSpPr>
          <p:spPr>
            <a:xfrm>
              <a:off x="3283211" y="1791386"/>
              <a:ext cx="35419" cy="5075"/>
            </a:xfrm>
            <a:custGeom>
              <a:avLst/>
              <a:gdLst/>
              <a:ahLst/>
              <a:cxnLst/>
              <a:rect l="l" t="t" r="r" b="b"/>
              <a:pathLst>
                <a:path w="663" h="95" extrusionOk="0">
                  <a:moveTo>
                    <a:pt x="1" y="1"/>
                  </a:moveTo>
                  <a:lnTo>
                    <a:pt x="1" y="95"/>
                  </a:lnTo>
                  <a:lnTo>
                    <a:pt x="663" y="95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17"/>
            <p:cNvSpPr/>
            <p:nvPr/>
          </p:nvSpPr>
          <p:spPr>
            <a:xfrm>
              <a:off x="1199000" y="1723537"/>
              <a:ext cx="5396" cy="36648"/>
            </a:xfrm>
            <a:custGeom>
              <a:avLst/>
              <a:gdLst/>
              <a:ahLst/>
              <a:cxnLst/>
              <a:rect l="l" t="t" r="r" b="b"/>
              <a:pathLst>
                <a:path w="101" h="686" extrusionOk="0">
                  <a:moveTo>
                    <a:pt x="1" y="0"/>
                  </a:moveTo>
                  <a:lnTo>
                    <a:pt x="1" y="685"/>
                  </a:lnTo>
                  <a:lnTo>
                    <a:pt x="100" y="685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17"/>
            <p:cNvSpPr/>
            <p:nvPr/>
          </p:nvSpPr>
          <p:spPr>
            <a:xfrm>
              <a:off x="1183346" y="1739190"/>
              <a:ext cx="36648" cy="5342"/>
            </a:xfrm>
            <a:custGeom>
              <a:avLst/>
              <a:gdLst/>
              <a:ahLst/>
              <a:cxnLst/>
              <a:rect l="l" t="t" r="r" b="b"/>
              <a:pathLst>
                <a:path w="686" h="100" extrusionOk="0">
                  <a:moveTo>
                    <a:pt x="1" y="0"/>
                  </a:moveTo>
                  <a:lnTo>
                    <a:pt x="1" y="100"/>
                  </a:lnTo>
                  <a:lnTo>
                    <a:pt x="686" y="100"/>
                  </a:lnTo>
                  <a:lnTo>
                    <a:pt x="6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17"/>
            <p:cNvSpPr/>
            <p:nvPr/>
          </p:nvSpPr>
          <p:spPr>
            <a:xfrm>
              <a:off x="744461" y="2489912"/>
              <a:ext cx="5075" cy="35099"/>
            </a:xfrm>
            <a:custGeom>
              <a:avLst/>
              <a:gdLst/>
              <a:ahLst/>
              <a:cxnLst/>
              <a:rect l="l" t="t" r="r" b="b"/>
              <a:pathLst>
                <a:path w="95" h="657" extrusionOk="0">
                  <a:moveTo>
                    <a:pt x="0" y="0"/>
                  </a:moveTo>
                  <a:lnTo>
                    <a:pt x="0" y="656"/>
                  </a:lnTo>
                  <a:lnTo>
                    <a:pt x="94" y="6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17"/>
            <p:cNvSpPr/>
            <p:nvPr/>
          </p:nvSpPr>
          <p:spPr>
            <a:xfrm>
              <a:off x="728807" y="2504283"/>
              <a:ext cx="36327" cy="5075"/>
            </a:xfrm>
            <a:custGeom>
              <a:avLst/>
              <a:gdLst/>
              <a:ahLst/>
              <a:cxnLst/>
              <a:rect l="l" t="t" r="r" b="b"/>
              <a:pathLst>
                <a:path w="680" h="95" extrusionOk="0">
                  <a:moveTo>
                    <a:pt x="1" y="1"/>
                  </a:moveTo>
                  <a:lnTo>
                    <a:pt x="1" y="94"/>
                  </a:lnTo>
                  <a:lnTo>
                    <a:pt x="680" y="94"/>
                  </a:lnTo>
                  <a:lnTo>
                    <a:pt x="680" y="1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17"/>
            <p:cNvSpPr/>
            <p:nvPr/>
          </p:nvSpPr>
          <p:spPr>
            <a:xfrm>
              <a:off x="1789558" y="1523943"/>
              <a:ext cx="5396" cy="36648"/>
            </a:xfrm>
            <a:custGeom>
              <a:avLst/>
              <a:gdLst/>
              <a:ahLst/>
              <a:cxnLst/>
              <a:rect l="l" t="t" r="r" b="b"/>
              <a:pathLst>
                <a:path w="101" h="686" extrusionOk="0">
                  <a:moveTo>
                    <a:pt x="0" y="1"/>
                  </a:moveTo>
                  <a:lnTo>
                    <a:pt x="0" y="686"/>
                  </a:lnTo>
                  <a:lnTo>
                    <a:pt x="100" y="686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17"/>
            <p:cNvSpPr/>
            <p:nvPr/>
          </p:nvSpPr>
          <p:spPr>
            <a:xfrm>
              <a:off x="1773905" y="1539596"/>
              <a:ext cx="36648" cy="5396"/>
            </a:xfrm>
            <a:custGeom>
              <a:avLst/>
              <a:gdLst/>
              <a:ahLst/>
              <a:cxnLst/>
              <a:rect l="l" t="t" r="r" b="b"/>
              <a:pathLst>
                <a:path w="686" h="101" extrusionOk="0">
                  <a:moveTo>
                    <a:pt x="1" y="1"/>
                  </a:moveTo>
                  <a:lnTo>
                    <a:pt x="1" y="100"/>
                  </a:lnTo>
                  <a:lnTo>
                    <a:pt x="686" y="100"/>
                  </a:lnTo>
                  <a:lnTo>
                    <a:pt x="686" y="1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17"/>
            <p:cNvSpPr/>
            <p:nvPr/>
          </p:nvSpPr>
          <p:spPr>
            <a:xfrm>
              <a:off x="1839297" y="1932160"/>
              <a:ext cx="152361" cy="184949"/>
            </a:xfrm>
            <a:custGeom>
              <a:avLst/>
              <a:gdLst/>
              <a:ahLst/>
              <a:cxnLst/>
              <a:rect l="l" t="t" r="r" b="b"/>
              <a:pathLst>
                <a:path w="2852" h="3462" extrusionOk="0">
                  <a:moveTo>
                    <a:pt x="1412" y="1"/>
                  </a:moveTo>
                  <a:cubicBezTo>
                    <a:pt x="633" y="1"/>
                    <a:pt x="0" y="633"/>
                    <a:pt x="0" y="1412"/>
                  </a:cubicBezTo>
                  <a:cubicBezTo>
                    <a:pt x="0" y="1728"/>
                    <a:pt x="94" y="2021"/>
                    <a:pt x="270" y="2267"/>
                  </a:cubicBezTo>
                  <a:cubicBezTo>
                    <a:pt x="463" y="2583"/>
                    <a:pt x="1002" y="2928"/>
                    <a:pt x="1002" y="3121"/>
                  </a:cubicBezTo>
                  <a:lnTo>
                    <a:pt x="1002" y="3367"/>
                  </a:lnTo>
                  <a:cubicBezTo>
                    <a:pt x="1002" y="3414"/>
                    <a:pt x="1049" y="3461"/>
                    <a:pt x="1095" y="3461"/>
                  </a:cubicBezTo>
                  <a:lnTo>
                    <a:pt x="1757" y="3461"/>
                  </a:lnTo>
                  <a:cubicBezTo>
                    <a:pt x="1804" y="3461"/>
                    <a:pt x="1851" y="3414"/>
                    <a:pt x="1851" y="3367"/>
                  </a:cubicBezTo>
                  <a:lnTo>
                    <a:pt x="1851" y="3121"/>
                  </a:lnTo>
                  <a:cubicBezTo>
                    <a:pt x="1851" y="2928"/>
                    <a:pt x="2389" y="2583"/>
                    <a:pt x="2583" y="2267"/>
                  </a:cubicBezTo>
                  <a:cubicBezTo>
                    <a:pt x="2758" y="2021"/>
                    <a:pt x="2852" y="1728"/>
                    <a:pt x="2852" y="1412"/>
                  </a:cubicBezTo>
                  <a:cubicBezTo>
                    <a:pt x="2852" y="633"/>
                    <a:pt x="2220" y="1"/>
                    <a:pt x="14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17"/>
            <p:cNvSpPr/>
            <p:nvPr/>
          </p:nvSpPr>
          <p:spPr>
            <a:xfrm>
              <a:off x="1836465" y="1929382"/>
              <a:ext cx="158024" cy="190505"/>
            </a:xfrm>
            <a:custGeom>
              <a:avLst/>
              <a:gdLst/>
              <a:ahLst/>
              <a:cxnLst/>
              <a:rect l="l" t="t" r="r" b="b"/>
              <a:pathLst>
                <a:path w="2958" h="3566" extrusionOk="0">
                  <a:moveTo>
                    <a:pt x="1465" y="100"/>
                  </a:moveTo>
                  <a:cubicBezTo>
                    <a:pt x="1857" y="100"/>
                    <a:pt x="2196" y="246"/>
                    <a:pt x="2466" y="492"/>
                  </a:cubicBezTo>
                  <a:cubicBezTo>
                    <a:pt x="2712" y="755"/>
                    <a:pt x="2858" y="1101"/>
                    <a:pt x="2858" y="1464"/>
                  </a:cubicBezTo>
                  <a:cubicBezTo>
                    <a:pt x="2858" y="1780"/>
                    <a:pt x="2759" y="2049"/>
                    <a:pt x="2589" y="2295"/>
                  </a:cubicBezTo>
                  <a:cubicBezTo>
                    <a:pt x="2489" y="2442"/>
                    <a:pt x="2319" y="2611"/>
                    <a:pt x="2150" y="2758"/>
                  </a:cubicBezTo>
                  <a:cubicBezTo>
                    <a:pt x="2079" y="2834"/>
                    <a:pt x="2003" y="2904"/>
                    <a:pt x="1956" y="2980"/>
                  </a:cubicBezTo>
                  <a:cubicBezTo>
                    <a:pt x="1880" y="3051"/>
                    <a:pt x="1857" y="3097"/>
                    <a:pt x="1857" y="3173"/>
                  </a:cubicBezTo>
                  <a:lnTo>
                    <a:pt x="1857" y="3419"/>
                  </a:lnTo>
                  <a:cubicBezTo>
                    <a:pt x="1857" y="3443"/>
                    <a:pt x="1833" y="3466"/>
                    <a:pt x="1810" y="3466"/>
                  </a:cubicBezTo>
                  <a:lnTo>
                    <a:pt x="1148" y="3466"/>
                  </a:lnTo>
                  <a:cubicBezTo>
                    <a:pt x="1125" y="3466"/>
                    <a:pt x="1102" y="3443"/>
                    <a:pt x="1102" y="3419"/>
                  </a:cubicBezTo>
                  <a:lnTo>
                    <a:pt x="1102" y="3173"/>
                  </a:lnTo>
                  <a:cubicBezTo>
                    <a:pt x="1102" y="3097"/>
                    <a:pt x="1055" y="3051"/>
                    <a:pt x="1002" y="2980"/>
                  </a:cubicBezTo>
                  <a:cubicBezTo>
                    <a:pt x="932" y="2857"/>
                    <a:pt x="809" y="2758"/>
                    <a:pt x="686" y="2635"/>
                  </a:cubicBezTo>
                  <a:cubicBezTo>
                    <a:pt x="563" y="2512"/>
                    <a:pt x="440" y="2395"/>
                    <a:pt x="370" y="2295"/>
                  </a:cubicBezTo>
                  <a:cubicBezTo>
                    <a:pt x="200" y="2049"/>
                    <a:pt x="100" y="1780"/>
                    <a:pt x="100" y="1464"/>
                  </a:cubicBezTo>
                  <a:cubicBezTo>
                    <a:pt x="100" y="1101"/>
                    <a:pt x="247" y="755"/>
                    <a:pt x="493" y="492"/>
                  </a:cubicBezTo>
                  <a:cubicBezTo>
                    <a:pt x="762" y="246"/>
                    <a:pt x="1102" y="100"/>
                    <a:pt x="1465" y="100"/>
                  </a:cubicBezTo>
                  <a:close/>
                  <a:moveTo>
                    <a:pt x="1465" y="0"/>
                  </a:moveTo>
                  <a:cubicBezTo>
                    <a:pt x="662" y="0"/>
                    <a:pt x="1" y="662"/>
                    <a:pt x="1" y="1464"/>
                  </a:cubicBezTo>
                  <a:cubicBezTo>
                    <a:pt x="1" y="1809"/>
                    <a:pt x="100" y="2102"/>
                    <a:pt x="270" y="2342"/>
                  </a:cubicBezTo>
                  <a:cubicBezTo>
                    <a:pt x="393" y="2512"/>
                    <a:pt x="563" y="2658"/>
                    <a:pt x="733" y="2834"/>
                  </a:cubicBezTo>
                  <a:cubicBezTo>
                    <a:pt x="809" y="2904"/>
                    <a:pt x="879" y="2980"/>
                    <a:pt x="932" y="3027"/>
                  </a:cubicBezTo>
                  <a:cubicBezTo>
                    <a:pt x="979" y="3097"/>
                    <a:pt x="1002" y="3150"/>
                    <a:pt x="1002" y="3173"/>
                  </a:cubicBezTo>
                  <a:lnTo>
                    <a:pt x="1002" y="3419"/>
                  </a:lnTo>
                  <a:cubicBezTo>
                    <a:pt x="1002" y="3490"/>
                    <a:pt x="1078" y="3566"/>
                    <a:pt x="1148" y="3566"/>
                  </a:cubicBezTo>
                  <a:lnTo>
                    <a:pt x="1810" y="3566"/>
                  </a:lnTo>
                  <a:cubicBezTo>
                    <a:pt x="1880" y="3566"/>
                    <a:pt x="1956" y="3490"/>
                    <a:pt x="1956" y="3419"/>
                  </a:cubicBezTo>
                  <a:lnTo>
                    <a:pt x="1956" y="3173"/>
                  </a:lnTo>
                  <a:cubicBezTo>
                    <a:pt x="1956" y="3150"/>
                    <a:pt x="1980" y="3097"/>
                    <a:pt x="2027" y="3027"/>
                  </a:cubicBezTo>
                  <a:cubicBezTo>
                    <a:pt x="2103" y="2928"/>
                    <a:pt x="2226" y="2834"/>
                    <a:pt x="2343" y="2711"/>
                  </a:cubicBezTo>
                  <a:cubicBezTo>
                    <a:pt x="2466" y="2588"/>
                    <a:pt x="2589" y="2465"/>
                    <a:pt x="2688" y="2342"/>
                  </a:cubicBezTo>
                  <a:cubicBezTo>
                    <a:pt x="2858" y="2102"/>
                    <a:pt x="2958" y="1809"/>
                    <a:pt x="2958" y="1464"/>
                  </a:cubicBezTo>
                  <a:cubicBezTo>
                    <a:pt x="2958" y="662"/>
                    <a:pt x="2296" y="0"/>
                    <a:pt x="14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17"/>
            <p:cNvSpPr/>
            <p:nvPr/>
          </p:nvSpPr>
          <p:spPr>
            <a:xfrm>
              <a:off x="1869322" y="2009198"/>
              <a:ext cx="92314" cy="106631"/>
            </a:xfrm>
            <a:custGeom>
              <a:avLst/>
              <a:gdLst/>
              <a:ahLst/>
              <a:cxnLst/>
              <a:rect l="l" t="t" r="r" b="b"/>
              <a:pathLst>
                <a:path w="1728" h="1996" extrusionOk="0">
                  <a:moveTo>
                    <a:pt x="217" y="22"/>
                  </a:moveTo>
                  <a:cubicBezTo>
                    <a:pt x="241" y="22"/>
                    <a:pt x="264" y="22"/>
                    <a:pt x="293" y="46"/>
                  </a:cubicBezTo>
                  <a:cubicBezTo>
                    <a:pt x="387" y="69"/>
                    <a:pt x="463" y="140"/>
                    <a:pt x="533" y="263"/>
                  </a:cubicBezTo>
                  <a:cubicBezTo>
                    <a:pt x="586" y="386"/>
                    <a:pt x="633" y="608"/>
                    <a:pt x="656" y="848"/>
                  </a:cubicBezTo>
                  <a:cubicBezTo>
                    <a:pt x="241" y="778"/>
                    <a:pt x="71" y="555"/>
                    <a:pt x="24" y="339"/>
                  </a:cubicBezTo>
                  <a:cubicBezTo>
                    <a:pt x="24" y="216"/>
                    <a:pt x="47" y="93"/>
                    <a:pt x="118" y="46"/>
                  </a:cubicBezTo>
                  <a:cubicBezTo>
                    <a:pt x="147" y="46"/>
                    <a:pt x="194" y="22"/>
                    <a:pt x="217" y="22"/>
                  </a:cubicBezTo>
                  <a:close/>
                  <a:moveTo>
                    <a:pt x="1511" y="22"/>
                  </a:moveTo>
                  <a:cubicBezTo>
                    <a:pt x="1535" y="22"/>
                    <a:pt x="1581" y="46"/>
                    <a:pt x="1611" y="46"/>
                  </a:cubicBezTo>
                  <a:cubicBezTo>
                    <a:pt x="1681" y="93"/>
                    <a:pt x="1704" y="216"/>
                    <a:pt x="1704" y="339"/>
                  </a:cubicBezTo>
                  <a:cubicBezTo>
                    <a:pt x="1658" y="555"/>
                    <a:pt x="1488" y="778"/>
                    <a:pt x="1072" y="848"/>
                  </a:cubicBezTo>
                  <a:cubicBezTo>
                    <a:pt x="1095" y="608"/>
                    <a:pt x="1142" y="386"/>
                    <a:pt x="1195" y="263"/>
                  </a:cubicBezTo>
                  <a:cubicBezTo>
                    <a:pt x="1265" y="140"/>
                    <a:pt x="1341" y="69"/>
                    <a:pt x="1435" y="46"/>
                  </a:cubicBezTo>
                  <a:cubicBezTo>
                    <a:pt x="1464" y="22"/>
                    <a:pt x="1488" y="22"/>
                    <a:pt x="1511" y="22"/>
                  </a:cubicBezTo>
                  <a:close/>
                  <a:moveTo>
                    <a:pt x="197" y="1"/>
                  </a:moveTo>
                  <a:cubicBezTo>
                    <a:pt x="169" y="1"/>
                    <a:pt x="144" y="8"/>
                    <a:pt x="118" y="22"/>
                  </a:cubicBezTo>
                  <a:cubicBezTo>
                    <a:pt x="24" y="69"/>
                    <a:pt x="1" y="216"/>
                    <a:pt x="1" y="339"/>
                  </a:cubicBezTo>
                  <a:cubicBezTo>
                    <a:pt x="47" y="579"/>
                    <a:pt x="241" y="801"/>
                    <a:pt x="656" y="871"/>
                  </a:cubicBezTo>
                  <a:cubicBezTo>
                    <a:pt x="703" y="1387"/>
                    <a:pt x="680" y="1972"/>
                    <a:pt x="680" y="1996"/>
                  </a:cubicBezTo>
                  <a:lnTo>
                    <a:pt x="703" y="1996"/>
                  </a:lnTo>
                  <a:cubicBezTo>
                    <a:pt x="703" y="1949"/>
                    <a:pt x="732" y="1387"/>
                    <a:pt x="680" y="871"/>
                  </a:cubicBezTo>
                  <a:lnTo>
                    <a:pt x="1049" y="871"/>
                  </a:lnTo>
                  <a:cubicBezTo>
                    <a:pt x="996" y="1387"/>
                    <a:pt x="1025" y="1949"/>
                    <a:pt x="1025" y="1996"/>
                  </a:cubicBezTo>
                  <a:lnTo>
                    <a:pt x="1049" y="1996"/>
                  </a:lnTo>
                  <a:cubicBezTo>
                    <a:pt x="1049" y="1972"/>
                    <a:pt x="1025" y="1387"/>
                    <a:pt x="1072" y="871"/>
                  </a:cubicBezTo>
                  <a:cubicBezTo>
                    <a:pt x="1488" y="801"/>
                    <a:pt x="1681" y="579"/>
                    <a:pt x="1728" y="339"/>
                  </a:cubicBezTo>
                  <a:cubicBezTo>
                    <a:pt x="1728" y="216"/>
                    <a:pt x="1704" y="69"/>
                    <a:pt x="1611" y="22"/>
                  </a:cubicBezTo>
                  <a:cubicBezTo>
                    <a:pt x="1584" y="8"/>
                    <a:pt x="1559" y="1"/>
                    <a:pt x="1532" y="1"/>
                  </a:cubicBezTo>
                  <a:cubicBezTo>
                    <a:pt x="1504" y="1"/>
                    <a:pt x="1473" y="8"/>
                    <a:pt x="1435" y="22"/>
                  </a:cubicBezTo>
                  <a:cubicBezTo>
                    <a:pt x="1341" y="46"/>
                    <a:pt x="1242" y="116"/>
                    <a:pt x="1172" y="239"/>
                  </a:cubicBezTo>
                  <a:cubicBezTo>
                    <a:pt x="1119" y="386"/>
                    <a:pt x="1072" y="608"/>
                    <a:pt x="1049" y="848"/>
                  </a:cubicBezTo>
                  <a:lnTo>
                    <a:pt x="680" y="848"/>
                  </a:lnTo>
                  <a:cubicBezTo>
                    <a:pt x="656" y="608"/>
                    <a:pt x="609" y="386"/>
                    <a:pt x="533" y="239"/>
                  </a:cubicBezTo>
                  <a:cubicBezTo>
                    <a:pt x="487" y="116"/>
                    <a:pt x="387" y="46"/>
                    <a:pt x="293" y="22"/>
                  </a:cubicBezTo>
                  <a:cubicBezTo>
                    <a:pt x="255" y="8"/>
                    <a:pt x="225" y="1"/>
                    <a:pt x="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17"/>
            <p:cNvSpPr/>
            <p:nvPr/>
          </p:nvSpPr>
          <p:spPr>
            <a:xfrm>
              <a:off x="1866490" y="2006313"/>
              <a:ext cx="97977" cy="112027"/>
            </a:xfrm>
            <a:custGeom>
              <a:avLst/>
              <a:gdLst/>
              <a:ahLst/>
              <a:cxnLst/>
              <a:rect l="l" t="t" r="r" b="b"/>
              <a:pathLst>
                <a:path w="1834" h="2097" extrusionOk="0">
                  <a:moveTo>
                    <a:pt x="270" y="123"/>
                  </a:moveTo>
                  <a:cubicBezTo>
                    <a:pt x="294" y="123"/>
                    <a:pt x="294" y="123"/>
                    <a:pt x="317" y="147"/>
                  </a:cubicBezTo>
                  <a:cubicBezTo>
                    <a:pt x="393" y="170"/>
                    <a:pt x="493" y="223"/>
                    <a:pt x="540" y="340"/>
                  </a:cubicBezTo>
                  <a:cubicBezTo>
                    <a:pt x="583" y="432"/>
                    <a:pt x="631" y="629"/>
                    <a:pt x="657" y="847"/>
                  </a:cubicBezTo>
                  <a:lnTo>
                    <a:pt x="657" y="847"/>
                  </a:lnTo>
                  <a:cubicBezTo>
                    <a:pt x="493" y="817"/>
                    <a:pt x="384" y="747"/>
                    <a:pt x="294" y="662"/>
                  </a:cubicBezTo>
                  <a:cubicBezTo>
                    <a:pt x="200" y="586"/>
                    <a:pt x="147" y="486"/>
                    <a:pt x="124" y="393"/>
                  </a:cubicBezTo>
                  <a:lnTo>
                    <a:pt x="124" y="340"/>
                  </a:lnTo>
                  <a:cubicBezTo>
                    <a:pt x="124" y="293"/>
                    <a:pt x="147" y="246"/>
                    <a:pt x="147" y="223"/>
                  </a:cubicBezTo>
                  <a:cubicBezTo>
                    <a:pt x="171" y="170"/>
                    <a:pt x="200" y="147"/>
                    <a:pt x="200" y="147"/>
                  </a:cubicBezTo>
                  <a:cubicBezTo>
                    <a:pt x="223" y="147"/>
                    <a:pt x="247" y="123"/>
                    <a:pt x="270" y="123"/>
                  </a:cubicBezTo>
                  <a:close/>
                  <a:moveTo>
                    <a:pt x="1564" y="123"/>
                  </a:moveTo>
                  <a:cubicBezTo>
                    <a:pt x="1588" y="123"/>
                    <a:pt x="1611" y="147"/>
                    <a:pt x="1634" y="147"/>
                  </a:cubicBezTo>
                  <a:cubicBezTo>
                    <a:pt x="1634" y="147"/>
                    <a:pt x="1664" y="170"/>
                    <a:pt x="1687" y="223"/>
                  </a:cubicBezTo>
                  <a:cubicBezTo>
                    <a:pt x="1687" y="246"/>
                    <a:pt x="1711" y="293"/>
                    <a:pt x="1711" y="340"/>
                  </a:cubicBezTo>
                  <a:lnTo>
                    <a:pt x="1711" y="393"/>
                  </a:lnTo>
                  <a:cubicBezTo>
                    <a:pt x="1687" y="486"/>
                    <a:pt x="1634" y="586"/>
                    <a:pt x="1541" y="662"/>
                  </a:cubicBezTo>
                  <a:cubicBezTo>
                    <a:pt x="1451" y="747"/>
                    <a:pt x="1341" y="817"/>
                    <a:pt x="1178" y="847"/>
                  </a:cubicBezTo>
                  <a:lnTo>
                    <a:pt x="1178" y="847"/>
                  </a:lnTo>
                  <a:cubicBezTo>
                    <a:pt x="1203" y="629"/>
                    <a:pt x="1252" y="432"/>
                    <a:pt x="1295" y="340"/>
                  </a:cubicBezTo>
                  <a:cubicBezTo>
                    <a:pt x="1342" y="223"/>
                    <a:pt x="1441" y="170"/>
                    <a:pt x="1517" y="147"/>
                  </a:cubicBezTo>
                  <a:cubicBezTo>
                    <a:pt x="1541" y="123"/>
                    <a:pt x="1541" y="123"/>
                    <a:pt x="1564" y="123"/>
                  </a:cubicBezTo>
                  <a:close/>
                  <a:moveTo>
                    <a:pt x="270" y="0"/>
                  </a:moveTo>
                  <a:cubicBezTo>
                    <a:pt x="223" y="0"/>
                    <a:pt x="171" y="24"/>
                    <a:pt x="147" y="47"/>
                  </a:cubicBezTo>
                  <a:cubicBezTo>
                    <a:pt x="100" y="76"/>
                    <a:pt x="77" y="123"/>
                    <a:pt x="54" y="170"/>
                  </a:cubicBezTo>
                  <a:cubicBezTo>
                    <a:pt x="24" y="223"/>
                    <a:pt x="1" y="270"/>
                    <a:pt x="1" y="340"/>
                  </a:cubicBezTo>
                  <a:lnTo>
                    <a:pt x="1" y="416"/>
                  </a:lnTo>
                  <a:cubicBezTo>
                    <a:pt x="24" y="539"/>
                    <a:pt x="100" y="662"/>
                    <a:pt x="200" y="756"/>
                  </a:cubicBezTo>
                  <a:cubicBezTo>
                    <a:pt x="309" y="849"/>
                    <a:pt x="470" y="942"/>
                    <a:pt x="667" y="973"/>
                  </a:cubicBezTo>
                  <a:lnTo>
                    <a:pt x="667" y="973"/>
                  </a:lnTo>
                  <a:cubicBezTo>
                    <a:pt x="686" y="1203"/>
                    <a:pt x="686" y="1431"/>
                    <a:pt x="686" y="1634"/>
                  </a:cubicBezTo>
                  <a:lnTo>
                    <a:pt x="686" y="2050"/>
                  </a:lnTo>
                  <a:lnTo>
                    <a:pt x="686" y="2097"/>
                  </a:lnTo>
                  <a:lnTo>
                    <a:pt x="809" y="2097"/>
                  </a:lnTo>
                  <a:lnTo>
                    <a:pt x="809" y="2050"/>
                  </a:lnTo>
                  <a:lnTo>
                    <a:pt x="809" y="1611"/>
                  </a:lnTo>
                  <a:cubicBezTo>
                    <a:pt x="809" y="1431"/>
                    <a:pt x="809" y="1206"/>
                    <a:pt x="790" y="978"/>
                  </a:cubicBezTo>
                  <a:lnTo>
                    <a:pt x="1044" y="978"/>
                  </a:lnTo>
                  <a:cubicBezTo>
                    <a:pt x="1026" y="1206"/>
                    <a:pt x="1026" y="1431"/>
                    <a:pt x="1026" y="1611"/>
                  </a:cubicBezTo>
                  <a:lnTo>
                    <a:pt x="1026" y="2050"/>
                  </a:lnTo>
                  <a:lnTo>
                    <a:pt x="1026" y="2097"/>
                  </a:lnTo>
                  <a:lnTo>
                    <a:pt x="1148" y="2097"/>
                  </a:lnTo>
                  <a:lnTo>
                    <a:pt x="1148" y="2050"/>
                  </a:lnTo>
                  <a:lnTo>
                    <a:pt x="1148" y="1634"/>
                  </a:lnTo>
                  <a:cubicBezTo>
                    <a:pt x="1148" y="1431"/>
                    <a:pt x="1148" y="1203"/>
                    <a:pt x="1168" y="973"/>
                  </a:cubicBezTo>
                  <a:lnTo>
                    <a:pt x="1168" y="973"/>
                  </a:lnTo>
                  <a:cubicBezTo>
                    <a:pt x="1365" y="942"/>
                    <a:pt x="1525" y="849"/>
                    <a:pt x="1634" y="756"/>
                  </a:cubicBezTo>
                  <a:cubicBezTo>
                    <a:pt x="1734" y="662"/>
                    <a:pt x="1810" y="539"/>
                    <a:pt x="1834" y="416"/>
                  </a:cubicBezTo>
                  <a:lnTo>
                    <a:pt x="1834" y="340"/>
                  </a:lnTo>
                  <a:cubicBezTo>
                    <a:pt x="1834" y="270"/>
                    <a:pt x="1810" y="223"/>
                    <a:pt x="1781" y="170"/>
                  </a:cubicBezTo>
                  <a:cubicBezTo>
                    <a:pt x="1757" y="123"/>
                    <a:pt x="1734" y="76"/>
                    <a:pt x="1687" y="47"/>
                  </a:cubicBezTo>
                  <a:cubicBezTo>
                    <a:pt x="1664" y="24"/>
                    <a:pt x="1611" y="0"/>
                    <a:pt x="1564" y="0"/>
                  </a:cubicBezTo>
                  <a:cubicBezTo>
                    <a:pt x="1541" y="0"/>
                    <a:pt x="1517" y="0"/>
                    <a:pt x="1465" y="24"/>
                  </a:cubicBezTo>
                  <a:cubicBezTo>
                    <a:pt x="1371" y="47"/>
                    <a:pt x="1248" y="147"/>
                    <a:pt x="1195" y="270"/>
                  </a:cubicBezTo>
                  <a:cubicBezTo>
                    <a:pt x="1130" y="407"/>
                    <a:pt x="1084" y="630"/>
                    <a:pt x="1055" y="855"/>
                  </a:cubicBezTo>
                  <a:lnTo>
                    <a:pt x="780" y="855"/>
                  </a:lnTo>
                  <a:cubicBezTo>
                    <a:pt x="750" y="630"/>
                    <a:pt x="705" y="407"/>
                    <a:pt x="639" y="270"/>
                  </a:cubicBezTo>
                  <a:cubicBezTo>
                    <a:pt x="586" y="147"/>
                    <a:pt x="463" y="47"/>
                    <a:pt x="346" y="24"/>
                  </a:cubicBezTo>
                  <a:cubicBezTo>
                    <a:pt x="317" y="0"/>
                    <a:pt x="294" y="0"/>
                    <a:pt x="2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17"/>
            <p:cNvSpPr/>
            <p:nvPr/>
          </p:nvSpPr>
          <p:spPr>
            <a:xfrm>
              <a:off x="1891226" y="2105469"/>
              <a:ext cx="48508" cy="42898"/>
            </a:xfrm>
            <a:custGeom>
              <a:avLst/>
              <a:gdLst/>
              <a:ahLst/>
              <a:cxnLst/>
              <a:rect l="l" t="t" r="r" b="b"/>
              <a:pathLst>
                <a:path w="908" h="803" extrusionOk="0">
                  <a:moveTo>
                    <a:pt x="0" y="0"/>
                  </a:moveTo>
                  <a:lnTo>
                    <a:pt x="0" y="416"/>
                  </a:lnTo>
                  <a:cubicBezTo>
                    <a:pt x="0" y="486"/>
                    <a:pt x="30" y="563"/>
                    <a:pt x="53" y="633"/>
                  </a:cubicBezTo>
                  <a:cubicBezTo>
                    <a:pt x="123" y="732"/>
                    <a:pt x="246" y="803"/>
                    <a:pt x="393" y="803"/>
                  </a:cubicBezTo>
                  <a:lnTo>
                    <a:pt x="516" y="803"/>
                  </a:lnTo>
                  <a:cubicBezTo>
                    <a:pt x="662" y="803"/>
                    <a:pt x="785" y="732"/>
                    <a:pt x="855" y="633"/>
                  </a:cubicBezTo>
                  <a:cubicBezTo>
                    <a:pt x="879" y="563"/>
                    <a:pt x="908" y="486"/>
                    <a:pt x="908" y="416"/>
                  </a:cubicBezTo>
                  <a:lnTo>
                    <a:pt x="9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17"/>
            <p:cNvSpPr/>
            <p:nvPr/>
          </p:nvSpPr>
          <p:spPr>
            <a:xfrm>
              <a:off x="1888715" y="2102638"/>
              <a:ext cx="53529" cy="48561"/>
            </a:xfrm>
            <a:custGeom>
              <a:avLst/>
              <a:gdLst/>
              <a:ahLst/>
              <a:cxnLst/>
              <a:rect l="l" t="t" r="r" b="b"/>
              <a:pathLst>
                <a:path w="1002" h="909" extrusionOk="0">
                  <a:moveTo>
                    <a:pt x="902" y="100"/>
                  </a:moveTo>
                  <a:lnTo>
                    <a:pt x="902" y="469"/>
                  </a:lnTo>
                  <a:cubicBezTo>
                    <a:pt x="902" y="539"/>
                    <a:pt x="879" y="586"/>
                    <a:pt x="855" y="639"/>
                  </a:cubicBezTo>
                  <a:cubicBezTo>
                    <a:pt x="809" y="762"/>
                    <a:pt x="686" y="809"/>
                    <a:pt x="563" y="809"/>
                  </a:cubicBezTo>
                  <a:lnTo>
                    <a:pt x="440" y="809"/>
                  </a:lnTo>
                  <a:cubicBezTo>
                    <a:pt x="317" y="809"/>
                    <a:pt x="194" y="762"/>
                    <a:pt x="147" y="639"/>
                  </a:cubicBezTo>
                  <a:cubicBezTo>
                    <a:pt x="124" y="586"/>
                    <a:pt x="100" y="539"/>
                    <a:pt x="100" y="469"/>
                  </a:cubicBezTo>
                  <a:lnTo>
                    <a:pt x="100" y="100"/>
                  </a:lnTo>
                  <a:close/>
                  <a:moveTo>
                    <a:pt x="1" y="1"/>
                  </a:moveTo>
                  <a:lnTo>
                    <a:pt x="1" y="469"/>
                  </a:lnTo>
                  <a:cubicBezTo>
                    <a:pt x="1" y="563"/>
                    <a:pt x="24" y="639"/>
                    <a:pt x="77" y="709"/>
                  </a:cubicBezTo>
                  <a:cubicBezTo>
                    <a:pt x="147" y="832"/>
                    <a:pt x="293" y="908"/>
                    <a:pt x="440" y="908"/>
                  </a:cubicBezTo>
                  <a:lnTo>
                    <a:pt x="563" y="908"/>
                  </a:lnTo>
                  <a:cubicBezTo>
                    <a:pt x="709" y="908"/>
                    <a:pt x="855" y="832"/>
                    <a:pt x="926" y="709"/>
                  </a:cubicBezTo>
                  <a:cubicBezTo>
                    <a:pt x="978" y="639"/>
                    <a:pt x="1002" y="563"/>
                    <a:pt x="1002" y="469"/>
                  </a:cubicBezTo>
                  <a:lnTo>
                    <a:pt x="10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17"/>
            <p:cNvSpPr/>
            <p:nvPr/>
          </p:nvSpPr>
          <p:spPr>
            <a:xfrm>
              <a:off x="1914679" y="1870882"/>
              <a:ext cx="53" cy="37877"/>
            </a:xfrm>
            <a:custGeom>
              <a:avLst/>
              <a:gdLst/>
              <a:ahLst/>
              <a:cxnLst/>
              <a:rect l="l" t="t" r="r" b="b"/>
              <a:pathLst>
                <a:path w="1" h="709" extrusionOk="0">
                  <a:moveTo>
                    <a:pt x="1" y="0"/>
                  </a:moveTo>
                  <a:lnTo>
                    <a:pt x="1" y="7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17"/>
            <p:cNvSpPr/>
            <p:nvPr/>
          </p:nvSpPr>
          <p:spPr>
            <a:xfrm>
              <a:off x="1912168" y="1870882"/>
              <a:ext cx="5396" cy="37877"/>
            </a:xfrm>
            <a:custGeom>
              <a:avLst/>
              <a:gdLst/>
              <a:ahLst/>
              <a:cxnLst/>
              <a:rect l="l" t="t" r="r" b="b"/>
              <a:pathLst>
                <a:path w="101" h="709" extrusionOk="0">
                  <a:moveTo>
                    <a:pt x="1" y="0"/>
                  </a:moveTo>
                  <a:lnTo>
                    <a:pt x="1" y="709"/>
                  </a:lnTo>
                  <a:lnTo>
                    <a:pt x="100" y="709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17"/>
            <p:cNvSpPr/>
            <p:nvPr/>
          </p:nvSpPr>
          <p:spPr>
            <a:xfrm>
              <a:off x="1959075" y="1894335"/>
              <a:ext cx="27619" cy="27245"/>
            </a:xfrm>
            <a:custGeom>
              <a:avLst/>
              <a:gdLst/>
              <a:ahLst/>
              <a:cxnLst/>
              <a:rect l="l" t="t" r="r" b="b"/>
              <a:pathLst>
                <a:path w="517" h="510" extrusionOk="0">
                  <a:moveTo>
                    <a:pt x="516" y="0"/>
                  </a:moveTo>
                  <a:lnTo>
                    <a:pt x="1" y="5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17"/>
            <p:cNvSpPr/>
            <p:nvPr/>
          </p:nvSpPr>
          <p:spPr>
            <a:xfrm>
              <a:off x="1957847" y="1893053"/>
              <a:ext cx="30077" cy="29810"/>
            </a:xfrm>
            <a:custGeom>
              <a:avLst/>
              <a:gdLst/>
              <a:ahLst/>
              <a:cxnLst/>
              <a:rect l="l" t="t" r="r" b="b"/>
              <a:pathLst>
                <a:path w="563" h="558" extrusionOk="0">
                  <a:moveTo>
                    <a:pt x="487" y="1"/>
                  </a:moveTo>
                  <a:lnTo>
                    <a:pt x="1" y="487"/>
                  </a:lnTo>
                  <a:lnTo>
                    <a:pt x="71" y="557"/>
                  </a:lnTo>
                  <a:lnTo>
                    <a:pt x="563" y="7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17"/>
            <p:cNvSpPr/>
            <p:nvPr/>
          </p:nvSpPr>
          <p:spPr>
            <a:xfrm>
              <a:off x="1844319" y="1896846"/>
              <a:ext cx="27566" cy="26017"/>
            </a:xfrm>
            <a:custGeom>
              <a:avLst/>
              <a:gdLst/>
              <a:ahLst/>
              <a:cxnLst/>
              <a:rect l="l" t="t" r="r" b="b"/>
              <a:pathLst>
                <a:path w="516" h="487" extrusionOk="0">
                  <a:moveTo>
                    <a:pt x="0" y="0"/>
                  </a:moveTo>
                  <a:lnTo>
                    <a:pt x="515" y="4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17"/>
            <p:cNvSpPr/>
            <p:nvPr/>
          </p:nvSpPr>
          <p:spPr>
            <a:xfrm>
              <a:off x="1843037" y="1894335"/>
              <a:ext cx="30077" cy="31306"/>
            </a:xfrm>
            <a:custGeom>
              <a:avLst/>
              <a:gdLst/>
              <a:ahLst/>
              <a:cxnLst/>
              <a:rect l="l" t="t" r="r" b="b"/>
              <a:pathLst>
                <a:path w="563" h="586" extrusionOk="0">
                  <a:moveTo>
                    <a:pt x="77" y="0"/>
                  </a:moveTo>
                  <a:lnTo>
                    <a:pt x="1" y="70"/>
                  </a:lnTo>
                  <a:lnTo>
                    <a:pt x="493" y="586"/>
                  </a:lnTo>
                  <a:lnTo>
                    <a:pt x="563" y="510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17"/>
            <p:cNvSpPr/>
            <p:nvPr/>
          </p:nvSpPr>
          <p:spPr>
            <a:xfrm>
              <a:off x="2363235" y="2109209"/>
              <a:ext cx="225603" cy="155192"/>
            </a:xfrm>
            <a:custGeom>
              <a:avLst/>
              <a:gdLst/>
              <a:ahLst/>
              <a:cxnLst/>
              <a:rect l="l" t="t" r="r" b="b"/>
              <a:pathLst>
                <a:path w="4223" h="2905" extrusionOk="0">
                  <a:moveTo>
                    <a:pt x="1266" y="1"/>
                  </a:moveTo>
                  <a:cubicBezTo>
                    <a:pt x="563" y="1"/>
                    <a:pt x="1" y="563"/>
                    <a:pt x="1" y="1271"/>
                  </a:cubicBezTo>
                  <a:cubicBezTo>
                    <a:pt x="1" y="1980"/>
                    <a:pt x="563" y="2542"/>
                    <a:pt x="1266" y="2542"/>
                  </a:cubicBezTo>
                  <a:lnTo>
                    <a:pt x="3022" y="2542"/>
                  </a:lnTo>
                  <a:lnTo>
                    <a:pt x="3637" y="2905"/>
                  </a:lnTo>
                  <a:lnTo>
                    <a:pt x="3461" y="2442"/>
                  </a:lnTo>
                  <a:cubicBezTo>
                    <a:pt x="3930" y="2249"/>
                    <a:pt x="4222" y="1781"/>
                    <a:pt x="4222" y="1271"/>
                  </a:cubicBezTo>
                  <a:cubicBezTo>
                    <a:pt x="4222" y="563"/>
                    <a:pt x="3660" y="1"/>
                    <a:pt x="29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17"/>
            <p:cNvSpPr/>
            <p:nvPr/>
          </p:nvSpPr>
          <p:spPr>
            <a:xfrm>
              <a:off x="2360457" y="2106698"/>
              <a:ext cx="230892" cy="163045"/>
            </a:xfrm>
            <a:custGeom>
              <a:avLst/>
              <a:gdLst/>
              <a:ahLst/>
              <a:cxnLst/>
              <a:rect l="l" t="t" r="r" b="b"/>
              <a:pathLst>
                <a:path w="4322" h="3052" extrusionOk="0">
                  <a:moveTo>
                    <a:pt x="3027" y="100"/>
                  </a:moveTo>
                  <a:cubicBezTo>
                    <a:pt x="3343" y="100"/>
                    <a:pt x="3660" y="247"/>
                    <a:pt x="3882" y="463"/>
                  </a:cubicBezTo>
                  <a:cubicBezTo>
                    <a:pt x="4099" y="686"/>
                    <a:pt x="4222" y="979"/>
                    <a:pt x="4222" y="1318"/>
                  </a:cubicBezTo>
                  <a:cubicBezTo>
                    <a:pt x="4222" y="1828"/>
                    <a:pt x="3929" y="2243"/>
                    <a:pt x="3513" y="2442"/>
                  </a:cubicBezTo>
                  <a:lnTo>
                    <a:pt x="3466" y="2466"/>
                  </a:lnTo>
                  <a:lnTo>
                    <a:pt x="3613" y="2829"/>
                  </a:lnTo>
                  <a:lnTo>
                    <a:pt x="3074" y="2536"/>
                  </a:lnTo>
                  <a:lnTo>
                    <a:pt x="1318" y="2536"/>
                  </a:lnTo>
                  <a:cubicBezTo>
                    <a:pt x="978" y="2536"/>
                    <a:pt x="685" y="2390"/>
                    <a:pt x="469" y="2173"/>
                  </a:cubicBezTo>
                  <a:cubicBezTo>
                    <a:pt x="246" y="1951"/>
                    <a:pt x="100" y="1658"/>
                    <a:pt x="100" y="1318"/>
                  </a:cubicBezTo>
                  <a:cubicBezTo>
                    <a:pt x="100" y="979"/>
                    <a:pt x="246" y="686"/>
                    <a:pt x="469" y="463"/>
                  </a:cubicBezTo>
                  <a:cubicBezTo>
                    <a:pt x="685" y="247"/>
                    <a:pt x="978" y="100"/>
                    <a:pt x="1318" y="100"/>
                  </a:cubicBezTo>
                  <a:close/>
                  <a:moveTo>
                    <a:pt x="1318" y="1"/>
                  </a:moveTo>
                  <a:cubicBezTo>
                    <a:pt x="586" y="1"/>
                    <a:pt x="0" y="586"/>
                    <a:pt x="0" y="1318"/>
                  </a:cubicBezTo>
                  <a:cubicBezTo>
                    <a:pt x="0" y="2050"/>
                    <a:pt x="586" y="2636"/>
                    <a:pt x="1318" y="2636"/>
                  </a:cubicBezTo>
                  <a:lnTo>
                    <a:pt x="3051" y="2636"/>
                  </a:lnTo>
                  <a:lnTo>
                    <a:pt x="3783" y="3051"/>
                  </a:lnTo>
                  <a:lnTo>
                    <a:pt x="3578" y="2497"/>
                  </a:lnTo>
                  <a:lnTo>
                    <a:pt x="3578" y="2497"/>
                  </a:lnTo>
                  <a:cubicBezTo>
                    <a:pt x="4021" y="2296"/>
                    <a:pt x="4321" y="1843"/>
                    <a:pt x="4321" y="1318"/>
                  </a:cubicBezTo>
                  <a:cubicBezTo>
                    <a:pt x="4321" y="586"/>
                    <a:pt x="3736" y="1"/>
                    <a:pt x="30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17"/>
            <p:cNvSpPr/>
            <p:nvPr/>
          </p:nvSpPr>
          <p:spPr>
            <a:xfrm>
              <a:off x="2415164" y="2140516"/>
              <a:ext cx="121429" cy="67900"/>
            </a:xfrm>
            <a:custGeom>
              <a:avLst/>
              <a:gdLst/>
              <a:ahLst/>
              <a:cxnLst/>
              <a:rect l="l" t="t" r="r" b="b"/>
              <a:pathLst>
                <a:path w="2273" h="1271" extrusionOk="0">
                  <a:moveTo>
                    <a:pt x="2197" y="0"/>
                  </a:moveTo>
                  <a:lnTo>
                    <a:pt x="1348" y="832"/>
                  </a:lnTo>
                  <a:lnTo>
                    <a:pt x="879" y="439"/>
                  </a:lnTo>
                  <a:lnTo>
                    <a:pt x="1" y="1195"/>
                  </a:lnTo>
                  <a:lnTo>
                    <a:pt x="54" y="1271"/>
                  </a:lnTo>
                  <a:lnTo>
                    <a:pt x="879" y="562"/>
                  </a:lnTo>
                  <a:lnTo>
                    <a:pt x="1348" y="978"/>
                  </a:lnTo>
                  <a:lnTo>
                    <a:pt x="2273" y="76"/>
                  </a:lnTo>
                  <a:lnTo>
                    <a:pt x="21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17"/>
            <p:cNvSpPr/>
            <p:nvPr/>
          </p:nvSpPr>
          <p:spPr>
            <a:xfrm>
              <a:off x="2510580" y="2140516"/>
              <a:ext cx="26017" cy="24735"/>
            </a:xfrm>
            <a:custGeom>
              <a:avLst/>
              <a:gdLst/>
              <a:ahLst/>
              <a:cxnLst/>
              <a:rect l="l" t="t" r="r" b="b"/>
              <a:pathLst>
                <a:path w="487" h="463" extrusionOk="0">
                  <a:moveTo>
                    <a:pt x="1" y="0"/>
                  </a:moveTo>
                  <a:lnTo>
                    <a:pt x="1" y="100"/>
                  </a:lnTo>
                  <a:lnTo>
                    <a:pt x="387" y="100"/>
                  </a:lnTo>
                  <a:lnTo>
                    <a:pt x="387" y="463"/>
                  </a:lnTo>
                  <a:lnTo>
                    <a:pt x="487" y="463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CDD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17"/>
            <p:cNvSpPr/>
            <p:nvPr/>
          </p:nvSpPr>
          <p:spPr>
            <a:xfrm>
              <a:off x="1462651" y="1826433"/>
              <a:ext cx="50751" cy="5396"/>
            </a:xfrm>
            <a:custGeom>
              <a:avLst/>
              <a:gdLst/>
              <a:ahLst/>
              <a:cxnLst/>
              <a:rect l="l" t="t" r="r" b="b"/>
              <a:pathLst>
                <a:path w="950" h="101" extrusionOk="0">
                  <a:moveTo>
                    <a:pt x="1" y="1"/>
                  </a:moveTo>
                  <a:lnTo>
                    <a:pt x="1" y="100"/>
                  </a:lnTo>
                  <a:lnTo>
                    <a:pt x="949" y="100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17"/>
            <p:cNvSpPr/>
            <p:nvPr/>
          </p:nvSpPr>
          <p:spPr>
            <a:xfrm>
              <a:off x="485136" y="3473992"/>
              <a:ext cx="3128048" cy="5075"/>
            </a:xfrm>
            <a:custGeom>
              <a:avLst/>
              <a:gdLst/>
              <a:ahLst/>
              <a:cxnLst/>
              <a:rect l="l" t="t" r="r" b="b"/>
              <a:pathLst>
                <a:path w="58553" h="95" extrusionOk="0">
                  <a:moveTo>
                    <a:pt x="0" y="1"/>
                  </a:moveTo>
                  <a:lnTo>
                    <a:pt x="0" y="94"/>
                  </a:lnTo>
                  <a:lnTo>
                    <a:pt x="58552" y="94"/>
                  </a:lnTo>
                  <a:lnTo>
                    <a:pt x="585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17"/>
            <p:cNvSpPr/>
            <p:nvPr/>
          </p:nvSpPr>
          <p:spPr>
            <a:xfrm>
              <a:off x="2812752" y="3000704"/>
              <a:ext cx="96695" cy="475834"/>
            </a:xfrm>
            <a:custGeom>
              <a:avLst/>
              <a:gdLst/>
              <a:ahLst/>
              <a:cxnLst/>
              <a:rect l="l" t="t" r="r" b="b"/>
              <a:pathLst>
                <a:path w="1810" h="8907" extrusionOk="0">
                  <a:moveTo>
                    <a:pt x="100" y="1"/>
                  </a:moveTo>
                  <a:lnTo>
                    <a:pt x="1" y="24"/>
                  </a:lnTo>
                  <a:lnTo>
                    <a:pt x="1710" y="8906"/>
                  </a:lnTo>
                  <a:lnTo>
                    <a:pt x="1810" y="8906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17"/>
            <p:cNvSpPr/>
            <p:nvPr/>
          </p:nvSpPr>
          <p:spPr>
            <a:xfrm>
              <a:off x="2523402" y="3000704"/>
              <a:ext cx="97977" cy="475834"/>
            </a:xfrm>
            <a:custGeom>
              <a:avLst/>
              <a:gdLst/>
              <a:ahLst/>
              <a:cxnLst/>
              <a:rect l="l" t="t" r="r" b="b"/>
              <a:pathLst>
                <a:path w="1834" h="8907" extrusionOk="0">
                  <a:moveTo>
                    <a:pt x="1734" y="1"/>
                  </a:moveTo>
                  <a:lnTo>
                    <a:pt x="1" y="8906"/>
                  </a:lnTo>
                  <a:lnTo>
                    <a:pt x="100" y="8906"/>
                  </a:lnTo>
                  <a:lnTo>
                    <a:pt x="1833" y="24"/>
                  </a:lnTo>
                  <a:lnTo>
                    <a:pt x="17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17"/>
            <p:cNvSpPr/>
            <p:nvPr/>
          </p:nvSpPr>
          <p:spPr>
            <a:xfrm>
              <a:off x="2718938" y="3000704"/>
              <a:ext cx="30077" cy="475834"/>
            </a:xfrm>
            <a:custGeom>
              <a:avLst/>
              <a:gdLst/>
              <a:ahLst/>
              <a:cxnLst/>
              <a:rect l="l" t="t" r="r" b="b"/>
              <a:pathLst>
                <a:path w="563" h="8907" extrusionOk="0">
                  <a:moveTo>
                    <a:pt x="0" y="1"/>
                  </a:moveTo>
                  <a:lnTo>
                    <a:pt x="463" y="8906"/>
                  </a:lnTo>
                  <a:lnTo>
                    <a:pt x="562" y="8906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3D4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17"/>
            <p:cNvSpPr/>
            <p:nvPr/>
          </p:nvSpPr>
          <p:spPr>
            <a:xfrm>
              <a:off x="2362006" y="2278778"/>
              <a:ext cx="844610" cy="732583"/>
            </a:xfrm>
            <a:custGeom>
              <a:avLst/>
              <a:gdLst/>
              <a:ahLst/>
              <a:cxnLst/>
              <a:rect l="l" t="t" r="r" b="b"/>
              <a:pathLst>
                <a:path w="15810" h="13713" extrusionOk="0">
                  <a:moveTo>
                    <a:pt x="7196" y="0"/>
                  </a:moveTo>
                  <a:cubicBezTo>
                    <a:pt x="926" y="0"/>
                    <a:pt x="3291" y="12249"/>
                    <a:pt x="3291" y="12249"/>
                  </a:cubicBezTo>
                  <a:lnTo>
                    <a:pt x="1195" y="12249"/>
                  </a:lnTo>
                  <a:cubicBezTo>
                    <a:pt x="0" y="12249"/>
                    <a:pt x="317" y="13713"/>
                    <a:pt x="1464" y="13713"/>
                  </a:cubicBezTo>
                  <a:lnTo>
                    <a:pt x="9902" y="13713"/>
                  </a:lnTo>
                  <a:cubicBezTo>
                    <a:pt x="13584" y="13713"/>
                    <a:pt x="15809" y="0"/>
                    <a:pt x="7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17"/>
            <p:cNvSpPr/>
            <p:nvPr/>
          </p:nvSpPr>
          <p:spPr>
            <a:xfrm>
              <a:off x="2389199" y="2286578"/>
              <a:ext cx="770513" cy="662225"/>
            </a:xfrm>
            <a:custGeom>
              <a:avLst/>
              <a:gdLst/>
              <a:ahLst/>
              <a:cxnLst/>
              <a:rect l="l" t="t" r="r" b="b"/>
              <a:pathLst>
                <a:path w="14423" h="12396" extrusionOk="0">
                  <a:moveTo>
                    <a:pt x="5610" y="1"/>
                  </a:moveTo>
                  <a:cubicBezTo>
                    <a:pt x="709" y="1365"/>
                    <a:pt x="2782" y="12103"/>
                    <a:pt x="2782" y="12103"/>
                  </a:cubicBezTo>
                  <a:lnTo>
                    <a:pt x="686" y="12103"/>
                  </a:lnTo>
                  <a:cubicBezTo>
                    <a:pt x="340" y="12103"/>
                    <a:pt x="124" y="12220"/>
                    <a:pt x="1" y="12396"/>
                  </a:cubicBezTo>
                  <a:lnTo>
                    <a:pt x="8514" y="12396"/>
                  </a:lnTo>
                  <a:cubicBezTo>
                    <a:pt x="12197" y="12396"/>
                    <a:pt x="14422" y="1"/>
                    <a:pt x="58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17"/>
            <p:cNvSpPr/>
            <p:nvPr/>
          </p:nvSpPr>
          <p:spPr>
            <a:xfrm>
              <a:off x="2383910" y="3030729"/>
              <a:ext cx="135800" cy="345376"/>
            </a:xfrm>
            <a:custGeom>
              <a:avLst/>
              <a:gdLst/>
              <a:ahLst/>
              <a:cxnLst/>
              <a:rect l="l" t="t" r="r" b="b"/>
              <a:pathLst>
                <a:path w="2542" h="6465" extrusionOk="0">
                  <a:moveTo>
                    <a:pt x="2372" y="1"/>
                  </a:moveTo>
                  <a:lnTo>
                    <a:pt x="0" y="223"/>
                  </a:lnTo>
                  <a:lnTo>
                    <a:pt x="586" y="6465"/>
                  </a:lnTo>
                  <a:lnTo>
                    <a:pt x="2541" y="6248"/>
                  </a:lnTo>
                  <a:lnTo>
                    <a:pt x="23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17"/>
            <p:cNvSpPr/>
            <p:nvPr/>
          </p:nvSpPr>
          <p:spPr>
            <a:xfrm>
              <a:off x="2330699" y="3343529"/>
              <a:ext cx="205890" cy="104227"/>
            </a:xfrm>
            <a:custGeom>
              <a:avLst/>
              <a:gdLst/>
              <a:ahLst/>
              <a:cxnLst/>
              <a:rect l="l" t="t" r="r" b="b"/>
              <a:pathLst>
                <a:path w="3854" h="1951" extrusionOk="0">
                  <a:moveTo>
                    <a:pt x="1974" y="1"/>
                  </a:moveTo>
                  <a:lnTo>
                    <a:pt x="1558" y="317"/>
                  </a:lnTo>
                  <a:lnTo>
                    <a:pt x="1" y="1951"/>
                  </a:lnTo>
                  <a:cubicBezTo>
                    <a:pt x="1" y="1951"/>
                    <a:pt x="3684" y="1248"/>
                    <a:pt x="3754" y="1125"/>
                  </a:cubicBezTo>
                  <a:cubicBezTo>
                    <a:pt x="3854" y="1002"/>
                    <a:pt x="3461" y="317"/>
                    <a:pt x="3461" y="317"/>
                  </a:cubicBezTo>
                  <a:lnTo>
                    <a:pt x="19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17"/>
            <p:cNvSpPr/>
            <p:nvPr/>
          </p:nvSpPr>
          <p:spPr>
            <a:xfrm>
              <a:off x="2298270" y="3364525"/>
              <a:ext cx="242057" cy="112134"/>
            </a:xfrm>
            <a:custGeom>
              <a:avLst/>
              <a:gdLst/>
              <a:ahLst/>
              <a:cxnLst/>
              <a:rect l="l" t="t" r="r" b="b"/>
              <a:pathLst>
                <a:path w="4531" h="2099" extrusionOk="0">
                  <a:moveTo>
                    <a:pt x="4144" y="0"/>
                  </a:moveTo>
                  <a:lnTo>
                    <a:pt x="3506" y="879"/>
                  </a:lnTo>
                  <a:lnTo>
                    <a:pt x="3143" y="949"/>
                  </a:lnTo>
                  <a:lnTo>
                    <a:pt x="1486" y="609"/>
                  </a:lnTo>
                  <a:lnTo>
                    <a:pt x="140" y="1757"/>
                  </a:lnTo>
                  <a:cubicBezTo>
                    <a:pt x="1" y="1896"/>
                    <a:pt x="104" y="2098"/>
                    <a:pt x="286" y="2098"/>
                  </a:cubicBezTo>
                  <a:cubicBezTo>
                    <a:pt x="295" y="2098"/>
                    <a:pt x="305" y="2098"/>
                    <a:pt x="315" y="2096"/>
                  </a:cubicBezTo>
                  <a:lnTo>
                    <a:pt x="2558" y="1657"/>
                  </a:lnTo>
                  <a:lnTo>
                    <a:pt x="3067" y="1148"/>
                  </a:lnTo>
                  <a:lnTo>
                    <a:pt x="3243" y="1119"/>
                  </a:lnTo>
                  <a:lnTo>
                    <a:pt x="3313" y="1511"/>
                  </a:lnTo>
                  <a:lnTo>
                    <a:pt x="4531" y="1294"/>
                  </a:lnTo>
                  <a:lnTo>
                    <a:pt x="4437" y="709"/>
                  </a:lnTo>
                  <a:lnTo>
                    <a:pt x="3852" y="826"/>
                  </a:lnTo>
                  <a:lnTo>
                    <a:pt x="3852" y="826"/>
                  </a:lnTo>
                  <a:lnTo>
                    <a:pt x="4238" y="240"/>
                  </a:lnTo>
                  <a:lnTo>
                    <a:pt x="41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17"/>
            <p:cNvSpPr/>
            <p:nvPr/>
          </p:nvSpPr>
          <p:spPr>
            <a:xfrm>
              <a:off x="2593816" y="3007275"/>
              <a:ext cx="177363" cy="356008"/>
            </a:xfrm>
            <a:custGeom>
              <a:avLst/>
              <a:gdLst/>
              <a:ahLst/>
              <a:cxnLst/>
              <a:rect l="l" t="t" r="r" b="b"/>
              <a:pathLst>
                <a:path w="3320" h="6664" extrusionOk="0">
                  <a:moveTo>
                    <a:pt x="2319" y="1"/>
                  </a:moveTo>
                  <a:lnTo>
                    <a:pt x="0" y="539"/>
                  </a:lnTo>
                  <a:lnTo>
                    <a:pt x="1417" y="6664"/>
                  </a:lnTo>
                  <a:lnTo>
                    <a:pt x="3320" y="6195"/>
                  </a:lnTo>
                  <a:lnTo>
                    <a:pt x="231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17"/>
            <p:cNvSpPr/>
            <p:nvPr/>
          </p:nvSpPr>
          <p:spPr>
            <a:xfrm>
              <a:off x="2596595" y="3327929"/>
              <a:ext cx="196808" cy="117316"/>
            </a:xfrm>
            <a:custGeom>
              <a:avLst/>
              <a:gdLst/>
              <a:ahLst/>
              <a:cxnLst/>
              <a:rect l="l" t="t" r="r" b="b"/>
              <a:pathLst>
                <a:path w="3684" h="2196" extrusionOk="0">
                  <a:moveTo>
                    <a:pt x="1681" y="0"/>
                  </a:moveTo>
                  <a:lnTo>
                    <a:pt x="1318" y="369"/>
                  </a:lnTo>
                  <a:lnTo>
                    <a:pt x="1" y="2196"/>
                  </a:lnTo>
                  <a:cubicBezTo>
                    <a:pt x="1" y="2196"/>
                    <a:pt x="3537" y="1001"/>
                    <a:pt x="3608" y="878"/>
                  </a:cubicBezTo>
                  <a:cubicBezTo>
                    <a:pt x="3684" y="732"/>
                    <a:pt x="3221" y="100"/>
                    <a:pt x="3221" y="100"/>
                  </a:cubicBezTo>
                  <a:lnTo>
                    <a:pt x="16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17"/>
            <p:cNvSpPr/>
            <p:nvPr/>
          </p:nvSpPr>
          <p:spPr>
            <a:xfrm>
              <a:off x="2567211" y="3338240"/>
              <a:ext cx="235273" cy="138631"/>
            </a:xfrm>
            <a:custGeom>
              <a:avLst/>
              <a:gdLst/>
              <a:ahLst/>
              <a:cxnLst/>
              <a:rect l="l" t="t" r="r" b="b"/>
              <a:pathLst>
                <a:path w="4404" h="2595" extrusionOk="0">
                  <a:moveTo>
                    <a:pt x="3818" y="0"/>
                  </a:moveTo>
                  <a:lnTo>
                    <a:pt x="3332" y="955"/>
                  </a:lnTo>
                  <a:lnTo>
                    <a:pt x="2987" y="1078"/>
                  </a:lnTo>
                  <a:lnTo>
                    <a:pt x="1283" y="931"/>
                  </a:lnTo>
                  <a:lnTo>
                    <a:pt x="112" y="2272"/>
                  </a:lnTo>
                  <a:cubicBezTo>
                    <a:pt x="0" y="2405"/>
                    <a:pt x="110" y="2595"/>
                    <a:pt x="275" y="2595"/>
                  </a:cubicBezTo>
                  <a:cubicBezTo>
                    <a:pt x="292" y="2595"/>
                    <a:pt x="310" y="2593"/>
                    <a:pt x="328" y="2588"/>
                  </a:cubicBezTo>
                  <a:lnTo>
                    <a:pt x="2501" y="1857"/>
                  </a:lnTo>
                  <a:lnTo>
                    <a:pt x="2940" y="1248"/>
                  </a:lnTo>
                  <a:lnTo>
                    <a:pt x="3086" y="1201"/>
                  </a:lnTo>
                  <a:lnTo>
                    <a:pt x="3232" y="1587"/>
                  </a:lnTo>
                  <a:lnTo>
                    <a:pt x="4404" y="1201"/>
                  </a:lnTo>
                  <a:lnTo>
                    <a:pt x="4210" y="639"/>
                  </a:lnTo>
                  <a:lnTo>
                    <a:pt x="3648" y="832"/>
                  </a:lnTo>
                  <a:lnTo>
                    <a:pt x="3648" y="832"/>
                  </a:lnTo>
                  <a:lnTo>
                    <a:pt x="3964" y="223"/>
                  </a:lnTo>
                  <a:lnTo>
                    <a:pt x="3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17"/>
            <p:cNvSpPr/>
            <p:nvPr/>
          </p:nvSpPr>
          <p:spPr>
            <a:xfrm>
              <a:off x="2394542" y="2372592"/>
              <a:ext cx="265937" cy="245102"/>
            </a:xfrm>
            <a:custGeom>
              <a:avLst/>
              <a:gdLst/>
              <a:ahLst/>
              <a:cxnLst/>
              <a:rect l="l" t="t" r="r" b="b"/>
              <a:pathLst>
                <a:path w="4978" h="4588" extrusionOk="0">
                  <a:moveTo>
                    <a:pt x="1294" y="1"/>
                  </a:moveTo>
                  <a:lnTo>
                    <a:pt x="0" y="563"/>
                  </a:lnTo>
                  <a:cubicBezTo>
                    <a:pt x="0" y="563"/>
                    <a:pt x="1488" y="4269"/>
                    <a:pt x="2583" y="4562"/>
                  </a:cubicBezTo>
                  <a:cubicBezTo>
                    <a:pt x="2649" y="4579"/>
                    <a:pt x="2715" y="4587"/>
                    <a:pt x="2782" y="4587"/>
                  </a:cubicBezTo>
                  <a:cubicBezTo>
                    <a:pt x="3852" y="4587"/>
                    <a:pt x="4977" y="2513"/>
                    <a:pt x="4977" y="2513"/>
                  </a:cubicBezTo>
                  <a:lnTo>
                    <a:pt x="3513" y="803"/>
                  </a:lnTo>
                  <a:cubicBezTo>
                    <a:pt x="3513" y="803"/>
                    <a:pt x="3009" y="1927"/>
                    <a:pt x="2788" y="1927"/>
                  </a:cubicBezTo>
                  <a:cubicBezTo>
                    <a:pt x="2786" y="1927"/>
                    <a:pt x="2784" y="1927"/>
                    <a:pt x="2782" y="1927"/>
                  </a:cubicBezTo>
                  <a:cubicBezTo>
                    <a:pt x="2583" y="1927"/>
                    <a:pt x="1294" y="1"/>
                    <a:pt x="12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17"/>
            <p:cNvSpPr/>
            <p:nvPr/>
          </p:nvSpPr>
          <p:spPr>
            <a:xfrm>
              <a:off x="2369806" y="2289036"/>
              <a:ext cx="106738" cy="144935"/>
            </a:xfrm>
            <a:custGeom>
              <a:avLst/>
              <a:gdLst/>
              <a:ahLst/>
              <a:cxnLst/>
              <a:rect l="l" t="t" r="r" b="b"/>
              <a:pathLst>
                <a:path w="1998" h="2713" extrusionOk="0">
                  <a:moveTo>
                    <a:pt x="415" y="1"/>
                  </a:moveTo>
                  <a:cubicBezTo>
                    <a:pt x="413" y="1"/>
                    <a:pt x="412" y="1"/>
                    <a:pt x="411" y="1"/>
                  </a:cubicBezTo>
                  <a:cubicBezTo>
                    <a:pt x="294" y="25"/>
                    <a:pt x="610" y="610"/>
                    <a:pt x="610" y="610"/>
                  </a:cubicBezTo>
                  <a:cubicBezTo>
                    <a:pt x="610" y="610"/>
                    <a:pt x="546" y="550"/>
                    <a:pt x="485" y="550"/>
                  </a:cubicBezTo>
                  <a:cubicBezTo>
                    <a:pt x="469" y="550"/>
                    <a:pt x="454" y="554"/>
                    <a:pt x="440" y="563"/>
                  </a:cubicBezTo>
                  <a:cubicBezTo>
                    <a:pt x="364" y="587"/>
                    <a:pt x="411" y="786"/>
                    <a:pt x="411" y="786"/>
                  </a:cubicBezTo>
                  <a:cubicBezTo>
                    <a:pt x="411" y="786"/>
                    <a:pt x="356" y="741"/>
                    <a:pt x="296" y="741"/>
                  </a:cubicBezTo>
                  <a:cubicBezTo>
                    <a:pt x="278" y="741"/>
                    <a:pt x="259" y="746"/>
                    <a:pt x="241" y="757"/>
                  </a:cubicBezTo>
                  <a:cubicBezTo>
                    <a:pt x="194" y="786"/>
                    <a:pt x="241" y="932"/>
                    <a:pt x="241" y="932"/>
                  </a:cubicBezTo>
                  <a:cubicBezTo>
                    <a:pt x="241" y="932"/>
                    <a:pt x="192" y="868"/>
                    <a:pt x="136" y="868"/>
                  </a:cubicBezTo>
                  <a:cubicBezTo>
                    <a:pt x="114" y="868"/>
                    <a:pt x="92" y="877"/>
                    <a:pt x="71" y="903"/>
                  </a:cubicBezTo>
                  <a:cubicBezTo>
                    <a:pt x="1" y="1003"/>
                    <a:pt x="317" y="1834"/>
                    <a:pt x="703" y="2712"/>
                  </a:cubicBezTo>
                  <a:lnTo>
                    <a:pt x="1997" y="1904"/>
                  </a:lnTo>
                  <a:cubicBezTo>
                    <a:pt x="1997" y="1904"/>
                    <a:pt x="996" y="370"/>
                    <a:pt x="903" y="370"/>
                  </a:cubicBezTo>
                  <a:cubicBezTo>
                    <a:pt x="829" y="370"/>
                    <a:pt x="940" y="641"/>
                    <a:pt x="907" y="641"/>
                  </a:cubicBezTo>
                  <a:cubicBezTo>
                    <a:pt x="906" y="641"/>
                    <a:pt x="904" y="641"/>
                    <a:pt x="903" y="640"/>
                  </a:cubicBezTo>
                  <a:cubicBezTo>
                    <a:pt x="828" y="640"/>
                    <a:pt x="499" y="1"/>
                    <a:pt x="4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17"/>
            <p:cNvSpPr/>
            <p:nvPr/>
          </p:nvSpPr>
          <p:spPr>
            <a:xfrm>
              <a:off x="2419224" y="2330974"/>
              <a:ext cx="9135" cy="31359"/>
            </a:xfrm>
            <a:custGeom>
              <a:avLst/>
              <a:gdLst/>
              <a:ahLst/>
              <a:cxnLst/>
              <a:rect l="l" t="t" r="r" b="b"/>
              <a:pathLst>
                <a:path w="171" h="587" extrusionOk="0">
                  <a:moveTo>
                    <a:pt x="1" y="1"/>
                  </a:moveTo>
                  <a:cubicBezTo>
                    <a:pt x="1" y="1"/>
                    <a:pt x="24" y="317"/>
                    <a:pt x="100" y="586"/>
                  </a:cubicBezTo>
                  <a:lnTo>
                    <a:pt x="171" y="557"/>
                  </a:lnTo>
                  <a:cubicBezTo>
                    <a:pt x="124" y="440"/>
                    <a:pt x="100" y="294"/>
                    <a:pt x="100" y="194"/>
                  </a:cubicBezTo>
                  <a:cubicBezTo>
                    <a:pt x="100" y="147"/>
                    <a:pt x="71" y="95"/>
                    <a:pt x="71" y="48"/>
                  </a:cubicBezTo>
                  <a:lnTo>
                    <a:pt x="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17"/>
            <p:cNvSpPr/>
            <p:nvPr/>
          </p:nvSpPr>
          <p:spPr>
            <a:xfrm>
              <a:off x="2600388" y="2312543"/>
              <a:ext cx="342866" cy="419847"/>
            </a:xfrm>
            <a:custGeom>
              <a:avLst/>
              <a:gdLst/>
              <a:ahLst/>
              <a:cxnLst/>
              <a:rect l="l" t="t" r="r" b="b"/>
              <a:pathLst>
                <a:path w="6418" h="7859" extrusionOk="0">
                  <a:moveTo>
                    <a:pt x="2389" y="1"/>
                  </a:moveTo>
                  <a:lnTo>
                    <a:pt x="1148" y="1371"/>
                  </a:lnTo>
                  <a:cubicBezTo>
                    <a:pt x="1148" y="1371"/>
                    <a:pt x="123" y="2126"/>
                    <a:pt x="24" y="3197"/>
                  </a:cubicBezTo>
                  <a:cubicBezTo>
                    <a:pt x="0" y="3590"/>
                    <a:pt x="223" y="4152"/>
                    <a:pt x="439" y="4661"/>
                  </a:cubicBezTo>
                  <a:lnTo>
                    <a:pt x="463" y="7858"/>
                  </a:lnTo>
                  <a:lnTo>
                    <a:pt x="6224" y="7858"/>
                  </a:lnTo>
                  <a:cubicBezTo>
                    <a:pt x="6224" y="7858"/>
                    <a:pt x="6417" y="2419"/>
                    <a:pt x="5855" y="1371"/>
                  </a:cubicBezTo>
                  <a:lnTo>
                    <a:pt x="3736" y="77"/>
                  </a:lnTo>
                  <a:lnTo>
                    <a:pt x="2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17"/>
            <p:cNvSpPr/>
            <p:nvPr/>
          </p:nvSpPr>
          <p:spPr>
            <a:xfrm>
              <a:off x="2898766" y="2366021"/>
              <a:ext cx="329777" cy="219032"/>
            </a:xfrm>
            <a:custGeom>
              <a:avLst/>
              <a:gdLst/>
              <a:ahLst/>
              <a:cxnLst/>
              <a:rect l="l" t="t" r="r" b="b"/>
              <a:pathLst>
                <a:path w="6173" h="4100" extrusionOk="0">
                  <a:moveTo>
                    <a:pt x="5077" y="1"/>
                  </a:moveTo>
                  <a:cubicBezTo>
                    <a:pt x="5077" y="1"/>
                    <a:pt x="3055" y="1834"/>
                    <a:pt x="2791" y="1834"/>
                  </a:cubicBezTo>
                  <a:cubicBezTo>
                    <a:pt x="2788" y="1834"/>
                    <a:pt x="2785" y="1834"/>
                    <a:pt x="2782" y="1833"/>
                  </a:cubicBezTo>
                  <a:cubicBezTo>
                    <a:pt x="2589" y="1781"/>
                    <a:pt x="1418" y="809"/>
                    <a:pt x="1418" y="809"/>
                  </a:cubicBezTo>
                  <a:lnTo>
                    <a:pt x="1" y="2466"/>
                  </a:lnTo>
                  <a:cubicBezTo>
                    <a:pt x="1" y="2466"/>
                    <a:pt x="1517" y="4099"/>
                    <a:pt x="2659" y="4099"/>
                  </a:cubicBezTo>
                  <a:cubicBezTo>
                    <a:pt x="3807" y="4099"/>
                    <a:pt x="6172" y="879"/>
                    <a:pt x="6172" y="879"/>
                  </a:cubicBezTo>
                  <a:lnTo>
                    <a:pt x="507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17"/>
            <p:cNvSpPr/>
            <p:nvPr/>
          </p:nvSpPr>
          <p:spPr>
            <a:xfrm>
              <a:off x="2799930" y="2316389"/>
              <a:ext cx="204608" cy="208615"/>
            </a:xfrm>
            <a:custGeom>
              <a:avLst/>
              <a:gdLst/>
              <a:ahLst/>
              <a:cxnLst/>
              <a:rect l="l" t="t" r="r" b="b"/>
              <a:pathLst>
                <a:path w="3830" h="3905" extrusionOk="0">
                  <a:moveTo>
                    <a:pt x="209" y="0"/>
                  </a:moveTo>
                  <a:cubicBezTo>
                    <a:pt x="80" y="0"/>
                    <a:pt x="1" y="5"/>
                    <a:pt x="1" y="5"/>
                  </a:cubicBezTo>
                  <a:lnTo>
                    <a:pt x="756" y="2616"/>
                  </a:lnTo>
                  <a:lnTo>
                    <a:pt x="2097" y="3904"/>
                  </a:lnTo>
                  <a:lnTo>
                    <a:pt x="3830" y="2124"/>
                  </a:lnTo>
                  <a:cubicBezTo>
                    <a:pt x="3830" y="2124"/>
                    <a:pt x="2682" y="807"/>
                    <a:pt x="2097" y="420"/>
                  </a:cubicBezTo>
                  <a:cubicBezTo>
                    <a:pt x="1574" y="45"/>
                    <a:pt x="627" y="0"/>
                    <a:pt x="2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17"/>
            <p:cNvSpPr/>
            <p:nvPr/>
          </p:nvSpPr>
          <p:spPr>
            <a:xfrm>
              <a:off x="2554709" y="2312489"/>
              <a:ext cx="173303" cy="185269"/>
            </a:xfrm>
            <a:custGeom>
              <a:avLst/>
              <a:gdLst/>
              <a:ahLst/>
              <a:cxnLst/>
              <a:rect l="l" t="t" r="r" b="b"/>
              <a:pathLst>
                <a:path w="3244" h="3468" extrusionOk="0">
                  <a:moveTo>
                    <a:pt x="3172" y="0"/>
                  </a:moveTo>
                  <a:cubicBezTo>
                    <a:pt x="2920" y="0"/>
                    <a:pt x="2062" y="34"/>
                    <a:pt x="1464" y="464"/>
                  </a:cubicBezTo>
                  <a:cubicBezTo>
                    <a:pt x="808" y="956"/>
                    <a:pt x="0" y="2806"/>
                    <a:pt x="0" y="2806"/>
                  </a:cubicBezTo>
                  <a:lnTo>
                    <a:pt x="2219" y="3468"/>
                  </a:lnTo>
                  <a:lnTo>
                    <a:pt x="2904" y="1735"/>
                  </a:lnTo>
                  <a:lnTo>
                    <a:pt x="3244" y="2"/>
                  </a:lnTo>
                  <a:cubicBezTo>
                    <a:pt x="3244" y="2"/>
                    <a:pt x="3218" y="0"/>
                    <a:pt x="3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17"/>
            <p:cNvSpPr/>
            <p:nvPr/>
          </p:nvSpPr>
          <p:spPr>
            <a:xfrm>
              <a:off x="2839037" y="2454545"/>
              <a:ext cx="74204" cy="72014"/>
            </a:xfrm>
            <a:custGeom>
              <a:avLst/>
              <a:gdLst/>
              <a:ahLst/>
              <a:cxnLst/>
              <a:rect l="l" t="t" r="r" b="b"/>
              <a:pathLst>
                <a:path w="1389" h="1348" extrusionOk="0">
                  <a:moveTo>
                    <a:pt x="47" y="1"/>
                  </a:moveTo>
                  <a:lnTo>
                    <a:pt x="1" y="53"/>
                  </a:lnTo>
                  <a:lnTo>
                    <a:pt x="1341" y="1347"/>
                  </a:lnTo>
                  <a:lnTo>
                    <a:pt x="1388" y="1295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rgbClr val="3B4E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17"/>
            <p:cNvSpPr/>
            <p:nvPr/>
          </p:nvSpPr>
          <p:spPr>
            <a:xfrm>
              <a:off x="2600388" y="2396045"/>
              <a:ext cx="48187" cy="92635"/>
            </a:xfrm>
            <a:custGeom>
              <a:avLst/>
              <a:gdLst/>
              <a:ahLst/>
              <a:cxnLst/>
              <a:rect l="l" t="t" r="r" b="b"/>
              <a:pathLst>
                <a:path w="902" h="1734" extrusionOk="0">
                  <a:moveTo>
                    <a:pt x="878" y="1"/>
                  </a:moveTo>
                  <a:cubicBezTo>
                    <a:pt x="855" y="24"/>
                    <a:pt x="832" y="24"/>
                    <a:pt x="808" y="71"/>
                  </a:cubicBezTo>
                  <a:cubicBezTo>
                    <a:pt x="685" y="171"/>
                    <a:pt x="486" y="417"/>
                    <a:pt x="316" y="709"/>
                  </a:cubicBezTo>
                  <a:cubicBezTo>
                    <a:pt x="146" y="1002"/>
                    <a:pt x="0" y="1318"/>
                    <a:pt x="0" y="1634"/>
                  </a:cubicBezTo>
                  <a:lnTo>
                    <a:pt x="0" y="1734"/>
                  </a:lnTo>
                  <a:lnTo>
                    <a:pt x="76" y="1734"/>
                  </a:lnTo>
                  <a:lnTo>
                    <a:pt x="76" y="1634"/>
                  </a:lnTo>
                  <a:cubicBezTo>
                    <a:pt x="76" y="1295"/>
                    <a:pt x="269" y="903"/>
                    <a:pt x="463" y="586"/>
                  </a:cubicBezTo>
                  <a:cubicBezTo>
                    <a:pt x="562" y="440"/>
                    <a:pt x="685" y="317"/>
                    <a:pt x="755" y="217"/>
                  </a:cubicBezTo>
                  <a:cubicBezTo>
                    <a:pt x="808" y="171"/>
                    <a:pt x="832" y="124"/>
                    <a:pt x="878" y="100"/>
                  </a:cubicBezTo>
                  <a:lnTo>
                    <a:pt x="902" y="71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3B4E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17"/>
            <p:cNvSpPr/>
            <p:nvPr/>
          </p:nvSpPr>
          <p:spPr>
            <a:xfrm>
              <a:off x="3153122" y="2304582"/>
              <a:ext cx="130137" cy="135960"/>
            </a:xfrm>
            <a:custGeom>
              <a:avLst/>
              <a:gdLst/>
              <a:ahLst/>
              <a:cxnLst/>
              <a:rect l="l" t="t" r="r" b="b"/>
              <a:pathLst>
                <a:path w="2436" h="2545" extrusionOk="0">
                  <a:moveTo>
                    <a:pt x="1986" y="0"/>
                  </a:moveTo>
                  <a:cubicBezTo>
                    <a:pt x="1887" y="0"/>
                    <a:pt x="1438" y="495"/>
                    <a:pt x="1388" y="495"/>
                  </a:cubicBezTo>
                  <a:cubicBezTo>
                    <a:pt x="1318" y="495"/>
                    <a:pt x="1511" y="249"/>
                    <a:pt x="1441" y="226"/>
                  </a:cubicBezTo>
                  <a:cubicBezTo>
                    <a:pt x="1440" y="225"/>
                    <a:pt x="1439" y="225"/>
                    <a:pt x="1438" y="225"/>
                  </a:cubicBezTo>
                  <a:cubicBezTo>
                    <a:pt x="1339" y="225"/>
                    <a:pt x="0" y="1444"/>
                    <a:pt x="0" y="1444"/>
                  </a:cubicBezTo>
                  <a:lnTo>
                    <a:pt x="1048" y="2544"/>
                  </a:lnTo>
                  <a:cubicBezTo>
                    <a:pt x="1657" y="1783"/>
                    <a:pt x="2436" y="758"/>
                    <a:pt x="2366" y="712"/>
                  </a:cubicBezTo>
                  <a:cubicBezTo>
                    <a:pt x="2361" y="705"/>
                    <a:pt x="2353" y="701"/>
                    <a:pt x="2342" y="701"/>
                  </a:cubicBezTo>
                  <a:cubicBezTo>
                    <a:pt x="2244" y="701"/>
                    <a:pt x="1927" y="958"/>
                    <a:pt x="1927" y="958"/>
                  </a:cubicBezTo>
                  <a:cubicBezTo>
                    <a:pt x="1927" y="958"/>
                    <a:pt x="2366" y="495"/>
                    <a:pt x="2319" y="419"/>
                  </a:cubicBezTo>
                  <a:cubicBezTo>
                    <a:pt x="2314" y="416"/>
                    <a:pt x="2308" y="415"/>
                    <a:pt x="2301" y="415"/>
                  </a:cubicBezTo>
                  <a:cubicBezTo>
                    <a:pt x="2191" y="415"/>
                    <a:pt x="1804" y="735"/>
                    <a:pt x="1804" y="735"/>
                  </a:cubicBezTo>
                  <a:cubicBezTo>
                    <a:pt x="1804" y="735"/>
                    <a:pt x="2319" y="173"/>
                    <a:pt x="2243" y="103"/>
                  </a:cubicBezTo>
                  <a:cubicBezTo>
                    <a:pt x="2238" y="97"/>
                    <a:pt x="2231" y="95"/>
                    <a:pt x="2222" y="95"/>
                  </a:cubicBezTo>
                  <a:cubicBezTo>
                    <a:pt x="2104" y="95"/>
                    <a:pt x="1657" y="542"/>
                    <a:pt x="1657" y="542"/>
                  </a:cubicBezTo>
                  <a:cubicBezTo>
                    <a:pt x="1657" y="542"/>
                    <a:pt x="2120" y="56"/>
                    <a:pt x="1997" y="3"/>
                  </a:cubicBezTo>
                  <a:cubicBezTo>
                    <a:pt x="1994" y="1"/>
                    <a:pt x="1990" y="0"/>
                    <a:pt x="19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17"/>
            <p:cNvSpPr/>
            <p:nvPr/>
          </p:nvSpPr>
          <p:spPr>
            <a:xfrm>
              <a:off x="3206600" y="2358221"/>
              <a:ext cx="45409" cy="20995"/>
            </a:xfrm>
            <a:custGeom>
              <a:avLst/>
              <a:gdLst/>
              <a:ahLst/>
              <a:cxnLst/>
              <a:rect l="l" t="t" r="r" b="b"/>
              <a:pathLst>
                <a:path w="850" h="393" extrusionOk="0">
                  <a:moveTo>
                    <a:pt x="803" y="0"/>
                  </a:moveTo>
                  <a:cubicBezTo>
                    <a:pt x="732" y="76"/>
                    <a:pt x="586" y="123"/>
                    <a:pt x="440" y="147"/>
                  </a:cubicBezTo>
                  <a:cubicBezTo>
                    <a:pt x="264" y="170"/>
                    <a:pt x="94" y="223"/>
                    <a:pt x="0" y="340"/>
                  </a:cubicBezTo>
                  <a:lnTo>
                    <a:pt x="71" y="393"/>
                  </a:lnTo>
                  <a:cubicBezTo>
                    <a:pt x="147" y="293"/>
                    <a:pt x="293" y="246"/>
                    <a:pt x="440" y="223"/>
                  </a:cubicBezTo>
                  <a:cubicBezTo>
                    <a:pt x="609" y="170"/>
                    <a:pt x="756" y="147"/>
                    <a:pt x="849" y="47"/>
                  </a:cubicBezTo>
                  <a:lnTo>
                    <a:pt x="8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17"/>
            <p:cNvSpPr/>
            <p:nvPr/>
          </p:nvSpPr>
          <p:spPr>
            <a:xfrm>
              <a:off x="3206600" y="2337278"/>
              <a:ext cx="16935" cy="30077"/>
            </a:xfrm>
            <a:custGeom>
              <a:avLst/>
              <a:gdLst/>
              <a:ahLst/>
              <a:cxnLst/>
              <a:rect l="l" t="t" r="r" b="b"/>
              <a:pathLst>
                <a:path w="317" h="563" extrusionOk="0">
                  <a:moveTo>
                    <a:pt x="240" y="0"/>
                  </a:moveTo>
                  <a:cubicBezTo>
                    <a:pt x="240" y="0"/>
                    <a:pt x="240" y="29"/>
                    <a:pt x="217" y="53"/>
                  </a:cubicBezTo>
                  <a:cubicBezTo>
                    <a:pt x="194" y="146"/>
                    <a:pt x="94" y="346"/>
                    <a:pt x="0" y="515"/>
                  </a:cubicBezTo>
                  <a:lnTo>
                    <a:pt x="71" y="562"/>
                  </a:lnTo>
                  <a:cubicBezTo>
                    <a:pt x="194" y="322"/>
                    <a:pt x="317" y="29"/>
                    <a:pt x="317" y="29"/>
                  </a:cubicBezTo>
                  <a:lnTo>
                    <a:pt x="2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17"/>
            <p:cNvSpPr/>
            <p:nvPr/>
          </p:nvSpPr>
          <p:spPr>
            <a:xfrm>
              <a:off x="2374828" y="2325685"/>
              <a:ext cx="37877" cy="44448"/>
            </a:xfrm>
            <a:custGeom>
              <a:avLst/>
              <a:gdLst/>
              <a:ahLst/>
              <a:cxnLst/>
              <a:rect l="l" t="t" r="r" b="b"/>
              <a:pathLst>
                <a:path w="709" h="832" extrusionOk="0">
                  <a:moveTo>
                    <a:pt x="539" y="0"/>
                  </a:moveTo>
                  <a:lnTo>
                    <a:pt x="539" y="0"/>
                  </a:lnTo>
                  <a:cubicBezTo>
                    <a:pt x="563" y="100"/>
                    <a:pt x="586" y="194"/>
                    <a:pt x="609" y="293"/>
                  </a:cubicBezTo>
                  <a:cubicBezTo>
                    <a:pt x="639" y="340"/>
                    <a:pt x="639" y="393"/>
                    <a:pt x="662" y="440"/>
                  </a:cubicBezTo>
                  <a:lnTo>
                    <a:pt x="662" y="586"/>
                  </a:lnTo>
                  <a:lnTo>
                    <a:pt x="639" y="586"/>
                  </a:lnTo>
                  <a:cubicBezTo>
                    <a:pt x="639" y="563"/>
                    <a:pt x="609" y="539"/>
                    <a:pt x="586" y="510"/>
                  </a:cubicBezTo>
                  <a:cubicBezTo>
                    <a:pt x="563" y="486"/>
                    <a:pt x="539" y="440"/>
                    <a:pt x="516" y="393"/>
                  </a:cubicBezTo>
                  <a:cubicBezTo>
                    <a:pt x="463" y="317"/>
                    <a:pt x="440" y="217"/>
                    <a:pt x="393" y="123"/>
                  </a:cubicBezTo>
                  <a:lnTo>
                    <a:pt x="393" y="123"/>
                  </a:lnTo>
                  <a:cubicBezTo>
                    <a:pt x="393" y="123"/>
                    <a:pt x="393" y="123"/>
                    <a:pt x="393" y="123"/>
                  </a:cubicBezTo>
                  <a:cubicBezTo>
                    <a:pt x="393" y="123"/>
                    <a:pt x="382" y="113"/>
                    <a:pt x="369" y="113"/>
                  </a:cubicBezTo>
                  <a:cubicBezTo>
                    <a:pt x="362" y="113"/>
                    <a:pt x="354" y="116"/>
                    <a:pt x="346" y="123"/>
                  </a:cubicBezTo>
                  <a:cubicBezTo>
                    <a:pt x="346" y="123"/>
                    <a:pt x="317" y="147"/>
                    <a:pt x="346" y="147"/>
                  </a:cubicBezTo>
                  <a:cubicBezTo>
                    <a:pt x="369" y="246"/>
                    <a:pt x="393" y="340"/>
                    <a:pt x="416" y="440"/>
                  </a:cubicBezTo>
                  <a:cubicBezTo>
                    <a:pt x="440" y="463"/>
                    <a:pt x="440" y="510"/>
                    <a:pt x="463" y="563"/>
                  </a:cubicBezTo>
                  <a:cubicBezTo>
                    <a:pt x="463" y="609"/>
                    <a:pt x="492" y="656"/>
                    <a:pt x="492" y="709"/>
                  </a:cubicBezTo>
                  <a:cubicBezTo>
                    <a:pt x="463" y="685"/>
                    <a:pt x="440" y="685"/>
                    <a:pt x="440" y="656"/>
                  </a:cubicBezTo>
                  <a:cubicBezTo>
                    <a:pt x="416" y="633"/>
                    <a:pt x="369" y="586"/>
                    <a:pt x="346" y="539"/>
                  </a:cubicBezTo>
                  <a:cubicBezTo>
                    <a:pt x="293" y="463"/>
                    <a:pt x="246" y="363"/>
                    <a:pt x="200" y="293"/>
                  </a:cubicBezTo>
                  <a:cubicBezTo>
                    <a:pt x="200" y="270"/>
                    <a:pt x="170" y="270"/>
                    <a:pt x="170" y="270"/>
                  </a:cubicBezTo>
                  <a:cubicBezTo>
                    <a:pt x="147" y="293"/>
                    <a:pt x="147" y="293"/>
                    <a:pt x="147" y="317"/>
                  </a:cubicBezTo>
                  <a:cubicBezTo>
                    <a:pt x="165" y="351"/>
                    <a:pt x="183" y="383"/>
                    <a:pt x="200" y="413"/>
                  </a:cubicBezTo>
                  <a:lnTo>
                    <a:pt x="200" y="413"/>
                  </a:lnTo>
                  <a:cubicBezTo>
                    <a:pt x="219" y="458"/>
                    <a:pt x="233" y="505"/>
                    <a:pt x="246" y="563"/>
                  </a:cubicBezTo>
                  <a:cubicBezTo>
                    <a:pt x="270" y="586"/>
                    <a:pt x="270" y="633"/>
                    <a:pt x="293" y="685"/>
                  </a:cubicBezTo>
                  <a:lnTo>
                    <a:pt x="293" y="732"/>
                  </a:lnTo>
                  <a:cubicBezTo>
                    <a:pt x="317" y="756"/>
                    <a:pt x="317" y="779"/>
                    <a:pt x="293" y="779"/>
                  </a:cubicBezTo>
                  <a:lnTo>
                    <a:pt x="270" y="779"/>
                  </a:lnTo>
                  <a:cubicBezTo>
                    <a:pt x="246" y="756"/>
                    <a:pt x="246" y="756"/>
                    <a:pt x="223" y="732"/>
                  </a:cubicBezTo>
                  <a:cubicBezTo>
                    <a:pt x="200" y="709"/>
                    <a:pt x="170" y="656"/>
                    <a:pt x="147" y="633"/>
                  </a:cubicBezTo>
                  <a:cubicBezTo>
                    <a:pt x="100" y="563"/>
                    <a:pt x="53" y="486"/>
                    <a:pt x="1" y="416"/>
                  </a:cubicBezTo>
                  <a:lnTo>
                    <a:pt x="1" y="416"/>
                  </a:lnTo>
                  <a:cubicBezTo>
                    <a:pt x="24" y="486"/>
                    <a:pt x="77" y="563"/>
                    <a:pt x="123" y="633"/>
                  </a:cubicBezTo>
                  <a:cubicBezTo>
                    <a:pt x="147" y="685"/>
                    <a:pt x="170" y="709"/>
                    <a:pt x="200" y="756"/>
                  </a:cubicBezTo>
                  <a:cubicBezTo>
                    <a:pt x="223" y="779"/>
                    <a:pt x="223" y="779"/>
                    <a:pt x="246" y="803"/>
                  </a:cubicBezTo>
                  <a:cubicBezTo>
                    <a:pt x="246" y="803"/>
                    <a:pt x="270" y="803"/>
                    <a:pt x="293" y="832"/>
                  </a:cubicBezTo>
                  <a:cubicBezTo>
                    <a:pt x="293" y="832"/>
                    <a:pt x="317" y="832"/>
                    <a:pt x="346" y="803"/>
                  </a:cubicBezTo>
                  <a:cubicBezTo>
                    <a:pt x="369" y="779"/>
                    <a:pt x="346" y="756"/>
                    <a:pt x="346" y="732"/>
                  </a:cubicBezTo>
                  <a:lnTo>
                    <a:pt x="346" y="656"/>
                  </a:lnTo>
                  <a:cubicBezTo>
                    <a:pt x="342" y="650"/>
                    <a:pt x="338" y="643"/>
                    <a:pt x="335" y="638"/>
                  </a:cubicBezTo>
                  <a:lnTo>
                    <a:pt x="335" y="638"/>
                  </a:lnTo>
                  <a:cubicBezTo>
                    <a:pt x="351" y="659"/>
                    <a:pt x="370" y="683"/>
                    <a:pt x="393" y="709"/>
                  </a:cubicBezTo>
                  <a:cubicBezTo>
                    <a:pt x="393" y="732"/>
                    <a:pt x="416" y="732"/>
                    <a:pt x="440" y="756"/>
                  </a:cubicBezTo>
                  <a:cubicBezTo>
                    <a:pt x="455" y="756"/>
                    <a:pt x="473" y="766"/>
                    <a:pt x="491" y="766"/>
                  </a:cubicBezTo>
                  <a:cubicBezTo>
                    <a:pt x="499" y="766"/>
                    <a:pt x="508" y="764"/>
                    <a:pt x="516" y="756"/>
                  </a:cubicBezTo>
                  <a:cubicBezTo>
                    <a:pt x="539" y="756"/>
                    <a:pt x="539" y="732"/>
                    <a:pt x="539" y="709"/>
                  </a:cubicBezTo>
                  <a:cubicBezTo>
                    <a:pt x="563" y="656"/>
                    <a:pt x="539" y="609"/>
                    <a:pt x="539" y="563"/>
                  </a:cubicBezTo>
                  <a:cubicBezTo>
                    <a:pt x="531" y="544"/>
                    <a:pt x="526" y="527"/>
                    <a:pt x="521" y="510"/>
                  </a:cubicBezTo>
                  <a:lnTo>
                    <a:pt x="521" y="510"/>
                  </a:lnTo>
                  <a:cubicBezTo>
                    <a:pt x="533" y="527"/>
                    <a:pt x="547" y="544"/>
                    <a:pt x="563" y="563"/>
                  </a:cubicBezTo>
                  <a:cubicBezTo>
                    <a:pt x="563" y="563"/>
                    <a:pt x="586" y="586"/>
                    <a:pt x="609" y="609"/>
                  </a:cubicBezTo>
                  <a:cubicBezTo>
                    <a:pt x="639" y="609"/>
                    <a:pt x="639" y="633"/>
                    <a:pt x="662" y="633"/>
                  </a:cubicBezTo>
                  <a:cubicBezTo>
                    <a:pt x="686" y="633"/>
                    <a:pt x="709" y="586"/>
                    <a:pt x="709" y="586"/>
                  </a:cubicBezTo>
                  <a:cubicBezTo>
                    <a:pt x="709" y="510"/>
                    <a:pt x="709" y="486"/>
                    <a:pt x="686" y="416"/>
                  </a:cubicBezTo>
                  <a:cubicBezTo>
                    <a:pt x="686" y="363"/>
                    <a:pt x="662" y="317"/>
                    <a:pt x="639" y="293"/>
                  </a:cubicBezTo>
                  <a:cubicBezTo>
                    <a:pt x="609" y="194"/>
                    <a:pt x="586" y="100"/>
                    <a:pt x="5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17"/>
            <p:cNvSpPr/>
            <p:nvPr/>
          </p:nvSpPr>
          <p:spPr>
            <a:xfrm>
              <a:off x="2678548" y="2154887"/>
              <a:ext cx="86117" cy="126932"/>
            </a:xfrm>
            <a:custGeom>
              <a:avLst/>
              <a:gdLst/>
              <a:ahLst/>
              <a:cxnLst/>
              <a:rect l="l" t="t" r="r" b="b"/>
              <a:pathLst>
                <a:path w="1612" h="2376" extrusionOk="0">
                  <a:moveTo>
                    <a:pt x="733" y="1"/>
                  </a:moveTo>
                  <a:cubicBezTo>
                    <a:pt x="487" y="416"/>
                    <a:pt x="77" y="1564"/>
                    <a:pt x="1" y="2220"/>
                  </a:cubicBezTo>
                  <a:cubicBezTo>
                    <a:pt x="1" y="2243"/>
                    <a:pt x="686" y="2343"/>
                    <a:pt x="756" y="2343"/>
                  </a:cubicBezTo>
                  <a:cubicBezTo>
                    <a:pt x="843" y="2359"/>
                    <a:pt x="1015" y="2376"/>
                    <a:pt x="1152" y="2376"/>
                  </a:cubicBezTo>
                  <a:cubicBezTo>
                    <a:pt x="1208" y="2376"/>
                    <a:pt x="1259" y="2373"/>
                    <a:pt x="1295" y="2366"/>
                  </a:cubicBezTo>
                  <a:cubicBezTo>
                    <a:pt x="1394" y="2366"/>
                    <a:pt x="1271" y="2173"/>
                    <a:pt x="1295" y="2073"/>
                  </a:cubicBezTo>
                  <a:cubicBezTo>
                    <a:pt x="1365" y="1687"/>
                    <a:pt x="1588" y="393"/>
                    <a:pt x="16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17"/>
            <p:cNvSpPr/>
            <p:nvPr/>
          </p:nvSpPr>
          <p:spPr>
            <a:xfrm>
              <a:off x="2691691" y="2149598"/>
              <a:ext cx="128962" cy="132862"/>
            </a:xfrm>
            <a:custGeom>
              <a:avLst/>
              <a:gdLst/>
              <a:ahLst/>
              <a:cxnLst/>
              <a:rect l="l" t="t" r="r" b="b"/>
              <a:pathLst>
                <a:path w="2414" h="2487" extrusionOk="0">
                  <a:moveTo>
                    <a:pt x="733" y="0"/>
                  </a:moveTo>
                  <a:cubicBezTo>
                    <a:pt x="733" y="0"/>
                    <a:pt x="1" y="1417"/>
                    <a:pt x="317" y="2049"/>
                  </a:cubicBezTo>
                  <a:cubicBezTo>
                    <a:pt x="469" y="2357"/>
                    <a:pt x="801" y="2486"/>
                    <a:pt x="1113" y="2486"/>
                  </a:cubicBezTo>
                  <a:cubicBezTo>
                    <a:pt x="1247" y="2486"/>
                    <a:pt x="1377" y="2462"/>
                    <a:pt x="1488" y="2418"/>
                  </a:cubicBezTo>
                  <a:cubicBezTo>
                    <a:pt x="1757" y="2295"/>
                    <a:pt x="2413" y="1317"/>
                    <a:pt x="2366" y="1077"/>
                  </a:cubicBezTo>
                  <a:cubicBezTo>
                    <a:pt x="2120" y="146"/>
                    <a:pt x="733" y="0"/>
                    <a:pt x="7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17"/>
            <p:cNvSpPr/>
            <p:nvPr/>
          </p:nvSpPr>
          <p:spPr>
            <a:xfrm>
              <a:off x="2727966" y="2256554"/>
              <a:ext cx="77035" cy="72067"/>
            </a:xfrm>
            <a:custGeom>
              <a:avLst/>
              <a:gdLst/>
              <a:ahLst/>
              <a:cxnLst/>
              <a:rect l="l" t="t" r="r" b="b"/>
              <a:pathLst>
                <a:path w="1442" h="1349" extrusionOk="0">
                  <a:moveTo>
                    <a:pt x="124" y="0"/>
                  </a:moveTo>
                  <a:lnTo>
                    <a:pt x="1" y="1049"/>
                  </a:lnTo>
                  <a:cubicBezTo>
                    <a:pt x="261" y="1274"/>
                    <a:pt x="511" y="1349"/>
                    <a:pt x="728" y="1349"/>
                  </a:cubicBezTo>
                  <a:cubicBezTo>
                    <a:pt x="1147" y="1349"/>
                    <a:pt x="1441" y="1072"/>
                    <a:pt x="1441" y="1072"/>
                  </a:cubicBezTo>
                  <a:lnTo>
                    <a:pt x="1318" y="47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17"/>
            <p:cNvSpPr/>
            <p:nvPr/>
          </p:nvSpPr>
          <p:spPr>
            <a:xfrm>
              <a:off x="2700773" y="2130579"/>
              <a:ext cx="149904" cy="161389"/>
            </a:xfrm>
            <a:custGeom>
              <a:avLst/>
              <a:gdLst/>
              <a:ahLst/>
              <a:cxnLst/>
              <a:rect l="l" t="t" r="r" b="b"/>
              <a:pathLst>
                <a:path w="2806" h="3021" extrusionOk="0">
                  <a:moveTo>
                    <a:pt x="710" y="0"/>
                  </a:moveTo>
                  <a:cubicBezTo>
                    <a:pt x="396" y="0"/>
                    <a:pt x="70" y="210"/>
                    <a:pt x="1" y="701"/>
                  </a:cubicBezTo>
                  <a:cubicBezTo>
                    <a:pt x="161" y="680"/>
                    <a:pt x="306" y="670"/>
                    <a:pt x="444" y="670"/>
                  </a:cubicBezTo>
                  <a:cubicBezTo>
                    <a:pt x="787" y="670"/>
                    <a:pt x="1087" y="728"/>
                    <a:pt x="1488" y="795"/>
                  </a:cubicBezTo>
                  <a:cubicBezTo>
                    <a:pt x="1488" y="1041"/>
                    <a:pt x="1511" y="1287"/>
                    <a:pt x="1564" y="1527"/>
                  </a:cubicBezTo>
                  <a:cubicBezTo>
                    <a:pt x="1587" y="1726"/>
                    <a:pt x="1564" y="2698"/>
                    <a:pt x="1388" y="3020"/>
                  </a:cubicBezTo>
                  <a:cubicBezTo>
                    <a:pt x="1927" y="2967"/>
                    <a:pt x="2296" y="2897"/>
                    <a:pt x="2758" y="2698"/>
                  </a:cubicBezTo>
                  <a:cubicBezTo>
                    <a:pt x="2782" y="2358"/>
                    <a:pt x="2805" y="1334"/>
                    <a:pt x="2589" y="795"/>
                  </a:cubicBezTo>
                  <a:cubicBezTo>
                    <a:pt x="2466" y="532"/>
                    <a:pt x="2296" y="262"/>
                    <a:pt x="2003" y="139"/>
                  </a:cubicBezTo>
                  <a:cubicBezTo>
                    <a:pt x="1847" y="86"/>
                    <a:pt x="1691" y="61"/>
                    <a:pt x="1530" y="61"/>
                  </a:cubicBezTo>
                  <a:cubicBezTo>
                    <a:pt x="1390" y="61"/>
                    <a:pt x="1246" y="80"/>
                    <a:pt x="1096" y="116"/>
                  </a:cubicBezTo>
                  <a:cubicBezTo>
                    <a:pt x="984" y="41"/>
                    <a:pt x="848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17"/>
            <p:cNvSpPr/>
            <p:nvPr/>
          </p:nvSpPr>
          <p:spPr>
            <a:xfrm>
              <a:off x="2732080" y="2269696"/>
              <a:ext cx="44448" cy="14424"/>
            </a:xfrm>
            <a:custGeom>
              <a:avLst/>
              <a:gdLst/>
              <a:ahLst/>
              <a:cxnLst/>
              <a:rect l="l" t="t" r="r" b="b"/>
              <a:pathLst>
                <a:path w="832" h="270" extrusionOk="0">
                  <a:moveTo>
                    <a:pt x="779" y="0"/>
                  </a:moveTo>
                  <a:lnTo>
                    <a:pt x="779" y="24"/>
                  </a:lnTo>
                  <a:cubicBezTo>
                    <a:pt x="755" y="24"/>
                    <a:pt x="562" y="194"/>
                    <a:pt x="170" y="194"/>
                  </a:cubicBezTo>
                  <a:cubicBezTo>
                    <a:pt x="123" y="194"/>
                    <a:pt x="70" y="194"/>
                    <a:pt x="0" y="170"/>
                  </a:cubicBezTo>
                  <a:lnTo>
                    <a:pt x="0" y="240"/>
                  </a:lnTo>
                  <a:cubicBezTo>
                    <a:pt x="70" y="270"/>
                    <a:pt x="123" y="270"/>
                    <a:pt x="170" y="270"/>
                  </a:cubicBezTo>
                  <a:cubicBezTo>
                    <a:pt x="609" y="270"/>
                    <a:pt x="832" y="71"/>
                    <a:pt x="832" y="71"/>
                  </a:cubicBezTo>
                  <a:lnTo>
                    <a:pt x="7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17"/>
            <p:cNvSpPr/>
            <p:nvPr/>
          </p:nvSpPr>
          <p:spPr>
            <a:xfrm>
              <a:off x="2718938" y="2204304"/>
              <a:ext cx="18484" cy="35419"/>
            </a:xfrm>
            <a:custGeom>
              <a:avLst/>
              <a:gdLst/>
              <a:ahLst/>
              <a:cxnLst/>
              <a:rect l="l" t="t" r="r" b="b"/>
              <a:pathLst>
                <a:path w="346" h="663" extrusionOk="0">
                  <a:moveTo>
                    <a:pt x="293" y="1"/>
                  </a:moveTo>
                  <a:lnTo>
                    <a:pt x="147" y="200"/>
                  </a:lnTo>
                  <a:cubicBezTo>
                    <a:pt x="123" y="247"/>
                    <a:pt x="76" y="293"/>
                    <a:pt x="53" y="346"/>
                  </a:cubicBezTo>
                  <a:cubicBezTo>
                    <a:pt x="24" y="393"/>
                    <a:pt x="0" y="416"/>
                    <a:pt x="0" y="469"/>
                  </a:cubicBezTo>
                  <a:cubicBezTo>
                    <a:pt x="24" y="516"/>
                    <a:pt x="53" y="539"/>
                    <a:pt x="76" y="563"/>
                  </a:cubicBezTo>
                  <a:cubicBezTo>
                    <a:pt x="123" y="615"/>
                    <a:pt x="170" y="615"/>
                    <a:pt x="223" y="639"/>
                  </a:cubicBezTo>
                  <a:cubicBezTo>
                    <a:pt x="246" y="639"/>
                    <a:pt x="293" y="662"/>
                    <a:pt x="293" y="662"/>
                  </a:cubicBezTo>
                  <a:lnTo>
                    <a:pt x="293" y="586"/>
                  </a:lnTo>
                  <a:cubicBezTo>
                    <a:pt x="270" y="563"/>
                    <a:pt x="223" y="563"/>
                    <a:pt x="170" y="539"/>
                  </a:cubicBezTo>
                  <a:cubicBezTo>
                    <a:pt x="147" y="539"/>
                    <a:pt x="123" y="516"/>
                    <a:pt x="100" y="516"/>
                  </a:cubicBezTo>
                  <a:cubicBezTo>
                    <a:pt x="100" y="492"/>
                    <a:pt x="76" y="492"/>
                    <a:pt x="76" y="469"/>
                  </a:cubicBezTo>
                  <a:cubicBezTo>
                    <a:pt x="76" y="440"/>
                    <a:pt x="100" y="416"/>
                    <a:pt x="123" y="370"/>
                  </a:cubicBezTo>
                  <a:cubicBezTo>
                    <a:pt x="147" y="293"/>
                    <a:pt x="223" y="223"/>
                    <a:pt x="246" y="176"/>
                  </a:cubicBezTo>
                  <a:cubicBezTo>
                    <a:pt x="270" y="124"/>
                    <a:pt x="293" y="100"/>
                    <a:pt x="316" y="77"/>
                  </a:cubicBezTo>
                  <a:cubicBezTo>
                    <a:pt x="346" y="77"/>
                    <a:pt x="346" y="53"/>
                    <a:pt x="346" y="53"/>
                  </a:cubicBezTo>
                  <a:lnTo>
                    <a:pt x="2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17"/>
            <p:cNvSpPr/>
            <p:nvPr/>
          </p:nvSpPr>
          <p:spPr>
            <a:xfrm>
              <a:off x="2712366" y="2242182"/>
              <a:ext cx="40708" cy="21209"/>
            </a:xfrm>
            <a:custGeom>
              <a:avLst/>
              <a:gdLst/>
              <a:ahLst/>
              <a:cxnLst/>
              <a:rect l="l" t="t" r="r" b="b"/>
              <a:pathLst>
                <a:path w="762" h="397" extrusionOk="0">
                  <a:moveTo>
                    <a:pt x="123" y="0"/>
                  </a:moveTo>
                  <a:cubicBezTo>
                    <a:pt x="123" y="0"/>
                    <a:pt x="0" y="293"/>
                    <a:pt x="270" y="369"/>
                  </a:cubicBezTo>
                  <a:cubicBezTo>
                    <a:pt x="325" y="389"/>
                    <a:pt x="375" y="397"/>
                    <a:pt x="421" y="397"/>
                  </a:cubicBezTo>
                  <a:cubicBezTo>
                    <a:pt x="658" y="397"/>
                    <a:pt x="761" y="170"/>
                    <a:pt x="761" y="170"/>
                  </a:cubicBezTo>
                  <a:lnTo>
                    <a:pt x="1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17"/>
            <p:cNvSpPr/>
            <p:nvPr/>
          </p:nvSpPr>
          <p:spPr>
            <a:xfrm>
              <a:off x="2716907" y="2197413"/>
              <a:ext cx="6144" cy="8548"/>
            </a:xfrm>
            <a:custGeom>
              <a:avLst/>
              <a:gdLst/>
              <a:ahLst/>
              <a:cxnLst/>
              <a:rect l="l" t="t" r="r" b="b"/>
              <a:pathLst>
                <a:path w="115" h="160" extrusionOk="0">
                  <a:moveTo>
                    <a:pt x="65" y="0"/>
                  </a:moveTo>
                  <a:cubicBezTo>
                    <a:pt x="55" y="0"/>
                    <a:pt x="45" y="4"/>
                    <a:pt x="38" y="13"/>
                  </a:cubicBezTo>
                  <a:cubicBezTo>
                    <a:pt x="38" y="36"/>
                    <a:pt x="15" y="83"/>
                    <a:pt x="15" y="106"/>
                  </a:cubicBezTo>
                  <a:cubicBezTo>
                    <a:pt x="1" y="138"/>
                    <a:pt x="21" y="159"/>
                    <a:pt x="45" y="159"/>
                  </a:cubicBezTo>
                  <a:cubicBezTo>
                    <a:pt x="61" y="159"/>
                    <a:pt x="79" y="150"/>
                    <a:pt x="91" y="130"/>
                  </a:cubicBezTo>
                  <a:cubicBezTo>
                    <a:pt x="91" y="106"/>
                    <a:pt x="114" y="83"/>
                    <a:pt x="114" y="36"/>
                  </a:cubicBezTo>
                  <a:cubicBezTo>
                    <a:pt x="114" y="20"/>
                    <a:pt x="88" y="0"/>
                    <a:pt x="65" y="0"/>
                  </a:cubicBezTo>
                  <a:close/>
                </a:path>
              </a:pathLst>
            </a:custGeom>
            <a:solidFill>
              <a:srgbClr val="0027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17"/>
            <p:cNvSpPr/>
            <p:nvPr/>
          </p:nvSpPr>
          <p:spPr>
            <a:xfrm>
              <a:off x="2713916" y="2184911"/>
              <a:ext cx="15706" cy="7907"/>
            </a:xfrm>
            <a:custGeom>
              <a:avLst/>
              <a:gdLst/>
              <a:ahLst/>
              <a:cxnLst/>
              <a:rect l="l" t="t" r="r" b="b"/>
              <a:pathLst>
                <a:path w="294" h="148" extrusionOk="0">
                  <a:moveTo>
                    <a:pt x="118" y="1"/>
                  </a:moveTo>
                  <a:cubicBezTo>
                    <a:pt x="94" y="1"/>
                    <a:pt x="47" y="24"/>
                    <a:pt x="24" y="47"/>
                  </a:cubicBezTo>
                  <a:cubicBezTo>
                    <a:pt x="1" y="47"/>
                    <a:pt x="1" y="71"/>
                    <a:pt x="1" y="71"/>
                  </a:cubicBezTo>
                  <a:cubicBezTo>
                    <a:pt x="24" y="100"/>
                    <a:pt x="24" y="100"/>
                    <a:pt x="47" y="100"/>
                  </a:cubicBezTo>
                  <a:cubicBezTo>
                    <a:pt x="71" y="71"/>
                    <a:pt x="94" y="47"/>
                    <a:pt x="118" y="47"/>
                  </a:cubicBezTo>
                  <a:cubicBezTo>
                    <a:pt x="170" y="47"/>
                    <a:pt x="194" y="71"/>
                    <a:pt x="217" y="100"/>
                  </a:cubicBezTo>
                  <a:cubicBezTo>
                    <a:pt x="241" y="100"/>
                    <a:pt x="241" y="124"/>
                    <a:pt x="241" y="124"/>
                  </a:cubicBezTo>
                  <a:cubicBezTo>
                    <a:pt x="264" y="147"/>
                    <a:pt x="264" y="147"/>
                    <a:pt x="293" y="147"/>
                  </a:cubicBezTo>
                  <a:lnTo>
                    <a:pt x="293" y="100"/>
                  </a:lnTo>
                  <a:cubicBezTo>
                    <a:pt x="293" y="100"/>
                    <a:pt x="293" y="71"/>
                    <a:pt x="241" y="47"/>
                  </a:cubicBezTo>
                  <a:cubicBezTo>
                    <a:pt x="217" y="24"/>
                    <a:pt x="194" y="1"/>
                    <a:pt x="118" y="1"/>
                  </a:cubicBezTo>
                  <a:close/>
                </a:path>
              </a:pathLst>
            </a:custGeom>
            <a:solidFill>
              <a:srgbClr val="0027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17"/>
            <p:cNvSpPr/>
            <p:nvPr/>
          </p:nvSpPr>
          <p:spPr>
            <a:xfrm>
              <a:off x="2758045" y="2210769"/>
              <a:ext cx="6144" cy="8174"/>
            </a:xfrm>
            <a:custGeom>
              <a:avLst/>
              <a:gdLst/>
              <a:ahLst/>
              <a:cxnLst/>
              <a:rect l="l" t="t" r="r" b="b"/>
              <a:pathLst>
                <a:path w="115" h="153" extrusionOk="0">
                  <a:moveTo>
                    <a:pt x="74" y="1"/>
                  </a:moveTo>
                  <a:cubicBezTo>
                    <a:pt x="63" y="1"/>
                    <a:pt x="53" y="9"/>
                    <a:pt x="53" y="26"/>
                  </a:cubicBezTo>
                  <a:cubicBezTo>
                    <a:pt x="24" y="55"/>
                    <a:pt x="24" y="79"/>
                    <a:pt x="0" y="126"/>
                  </a:cubicBezTo>
                  <a:cubicBezTo>
                    <a:pt x="0" y="139"/>
                    <a:pt x="25" y="153"/>
                    <a:pt x="47" y="153"/>
                  </a:cubicBezTo>
                  <a:cubicBezTo>
                    <a:pt x="63" y="153"/>
                    <a:pt x="76" y="145"/>
                    <a:pt x="76" y="126"/>
                  </a:cubicBezTo>
                  <a:cubicBezTo>
                    <a:pt x="100" y="102"/>
                    <a:pt x="100" y="79"/>
                    <a:pt x="100" y="55"/>
                  </a:cubicBezTo>
                  <a:cubicBezTo>
                    <a:pt x="114" y="22"/>
                    <a:pt x="92" y="1"/>
                    <a:pt x="74" y="1"/>
                  </a:cubicBezTo>
                  <a:close/>
                </a:path>
              </a:pathLst>
            </a:custGeom>
            <a:solidFill>
              <a:srgbClr val="0027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17"/>
            <p:cNvSpPr/>
            <p:nvPr/>
          </p:nvSpPr>
          <p:spPr>
            <a:xfrm>
              <a:off x="2758045" y="2196504"/>
              <a:ext cx="19713" cy="11913"/>
            </a:xfrm>
            <a:custGeom>
              <a:avLst/>
              <a:gdLst/>
              <a:ahLst/>
              <a:cxnLst/>
              <a:rect l="l" t="t" r="r" b="b"/>
              <a:pathLst>
                <a:path w="369" h="223" extrusionOk="0">
                  <a:moveTo>
                    <a:pt x="24" y="0"/>
                  </a:moveTo>
                  <a:cubicBezTo>
                    <a:pt x="0" y="0"/>
                    <a:pt x="0" y="30"/>
                    <a:pt x="0" y="53"/>
                  </a:cubicBezTo>
                  <a:lnTo>
                    <a:pt x="76" y="53"/>
                  </a:lnTo>
                  <a:cubicBezTo>
                    <a:pt x="123" y="53"/>
                    <a:pt x="223" y="76"/>
                    <a:pt x="316" y="223"/>
                  </a:cubicBezTo>
                  <a:lnTo>
                    <a:pt x="369" y="223"/>
                  </a:lnTo>
                  <a:lnTo>
                    <a:pt x="369" y="199"/>
                  </a:lnTo>
                  <a:cubicBezTo>
                    <a:pt x="246" y="30"/>
                    <a:pt x="123" y="0"/>
                    <a:pt x="76" y="0"/>
                  </a:cubicBezTo>
                  <a:close/>
                </a:path>
              </a:pathLst>
            </a:custGeom>
            <a:solidFill>
              <a:srgbClr val="0027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17"/>
            <p:cNvSpPr/>
            <p:nvPr/>
          </p:nvSpPr>
          <p:spPr>
            <a:xfrm>
              <a:off x="2774927" y="2217821"/>
              <a:ext cx="30077" cy="38892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324" y="0"/>
                  </a:moveTo>
                  <a:cubicBezTo>
                    <a:pt x="256" y="0"/>
                    <a:pt x="178" y="47"/>
                    <a:pt x="100" y="163"/>
                  </a:cubicBezTo>
                  <a:lnTo>
                    <a:pt x="0" y="579"/>
                  </a:lnTo>
                  <a:cubicBezTo>
                    <a:pt x="17" y="679"/>
                    <a:pt x="65" y="728"/>
                    <a:pt x="137" y="728"/>
                  </a:cubicBezTo>
                  <a:cubicBezTo>
                    <a:pt x="187" y="728"/>
                    <a:pt x="250" y="704"/>
                    <a:pt x="322" y="655"/>
                  </a:cubicBezTo>
                  <a:cubicBezTo>
                    <a:pt x="393" y="603"/>
                    <a:pt x="562" y="239"/>
                    <a:pt x="469" y="93"/>
                  </a:cubicBezTo>
                  <a:cubicBezTo>
                    <a:pt x="433" y="36"/>
                    <a:pt x="383" y="0"/>
                    <a:pt x="3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17"/>
            <p:cNvSpPr/>
            <p:nvPr/>
          </p:nvSpPr>
          <p:spPr>
            <a:xfrm>
              <a:off x="2352603" y="2731070"/>
              <a:ext cx="646626" cy="364769"/>
            </a:xfrm>
            <a:custGeom>
              <a:avLst/>
              <a:gdLst/>
              <a:ahLst/>
              <a:cxnLst/>
              <a:rect l="l" t="t" r="r" b="b"/>
              <a:pathLst>
                <a:path w="12104" h="6828" extrusionOk="0">
                  <a:moveTo>
                    <a:pt x="5224" y="1"/>
                  </a:moveTo>
                  <a:cubicBezTo>
                    <a:pt x="5224" y="1"/>
                    <a:pt x="4615" y="24"/>
                    <a:pt x="2958" y="24"/>
                  </a:cubicBezTo>
                  <a:cubicBezTo>
                    <a:pt x="1295" y="24"/>
                    <a:pt x="393" y="1025"/>
                    <a:pt x="176" y="1927"/>
                  </a:cubicBezTo>
                  <a:cubicBezTo>
                    <a:pt x="1" y="2706"/>
                    <a:pt x="393" y="6828"/>
                    <a:pt x="393" y="6828"/>
                  </a:cubicBezTo>
                  <a:lnTo>
                    <a:pt x="7372" y="6828"/>
                  </a:lnTo>
                  <a:lnTo>
                    <a:pt x="6933" y="4292"/>
                  </a:lnTo>
                  <a:cubicBezTo>
                    <a:pt x="6910" y="4170"/>
                    <a:pt x="7004" y="4047"/>
                    <a:pt x="7127" y="4047"/>
                  </a:cubicBezTo>
                  <a:lnTo>
                    <a:pt x="9106" y="4047"/>
                  </a:lnTo>
                  <a:cubicBezTo>
                    <a:pt x="12103" y="4047"/>
                    <a:pt x="10862" y="24"/>
                    <a:pt x="10862" y="24"/>
                  </a:cubicBezTo>
                  <a:lnTo>
                    <a:pt x="5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17"/>
            <p:cNvSpPr/>
            <p:nvPr/>
          </p:nvSpPr>
          <p:spPr>
            <a:xfrm>
              <a:off x="1416973" y="3000704"/>
              <a:ext cx="96428" cy="475834"/>
            </a:xfrm>
            <a:custGeom>
              <a:avLst/>
              <a:gdLst/>
              <a:ahLst/>
              <a:cxnLst/>
              <a:rect l="l" t="t" r="r" b="b"/>
              <a:pathLst>
                <a:path w="1805" h="8907" extrusionOk="0">
                  <a:moveTo>
                    <a:pt x="1705" y="1"/>
                  </a:moveTo>
                  <a:lnTo>
                    <a:pt x="1" y="8906"/>
                  </a:lnTo>
                  <a:lnTo>
                    <a:pt x="95" y="8906"/>
                  </a:lnTo>
                  <a:lnTo>
                    <a:pt x="1804" y="24"/>
                  </a:lnTo>
                  <a:lnTo>
                    <a:pt x="17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17"/>
            <p:cNvSpPr/>
            <p:nvPr/>
          </p:nvSpPr>
          <p:spPr>
            <a:xfrm>
              <a:off x="1705093" y="3000704"/>
              <a:ext cx="96374" cy="475834"/>
            </a:xfrm>
            <a:custGeom>
              <a:avLst/>
              <a:gdLst/>
              <a:ahLst/>
              <a:cxnLst/>
              <a:rect l="l" t="t" r="r" b="b"/>
              <a:pathLst>
                <a:path w="1804" h="8907" extrusionOk="0">
                  <a:moveTo>
                    <a:pt x="94" y="1"/>
                  </a:moveTo>
                  <a:lnTo>
                    <a:pt x="1" y="24"/>
                  </a:lnTo>
                  <a:lnTo>
                    <a:pt x="1704" y="8906"/>
                  </a:lnTo>
                  <a:lnTo>
                    <a:pt x="1804" y="8906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17"/>
            <p:cNvSpPr/>
            <p:nvPr/>
          </p:nvSpPr>
          <p:spPr>
            <a:xfrm>
              <a:off x="1575912" y="3000704"/>
              <a:ext cx="31306" cy="475834"/>
            </a:xfrm>
            <a:custGeom>
              <a:avLst/>
              <a:gdLst/>
              <a:ahLst/>
              <a:cxnLst/>
              <a:rect l="l" t="t" r="r" b="b"/>
              <a:pathLst>
                <a:path w="586" h="8907" extrusionOk="0">
                  <a:moveTo>
                    <a:pt x="486" y="1"/>
                  </a:moveTo>
                  <a:lnTo>
                    <a:pt x="0" y="8906"/>
                  </a:lnTo>
                  <a:lnTo>
                    <a:pt x="100" y="8906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17"/>
            <p:cNvSpPr/>
            <p:nvPr/>
          </p:nvSpPr>
          <p:spPr>
            <a:xfrm>
              <a:off x="1119824" y="2278778"/>
              <a:ext cx="844610" cy="732583"/>
            </a:xfrm>
            <a:custGeom>
              <a:avLst/>
              <a:gdLst/>
              <a:ahLst/>
              <a:cxnLst/>
              <a:rect l="l" t="t" r="r" b="b"/>
              <a:pathLst>
                <a:path w="15810" h="13713" extrusionOk="0">
                  <a:moveTo>
                    <a:pt x="8614" y="0"/>
                  </a:moveTo>
                  <a:cubicBezTo>
                    <a:pt x="1" y="0"/>
                    <a:pt x="2220" y="13713"/>
                    <a:pt x="5903" y="13713"/>
                  </a:cubicBezTo>
                  <a:lnTo>
                    <a:pt x="14322" y="13713"/>
                  </a:lnTo>
                  <a:cubicBezTo>
                    <a:pt x="15464" y="13713"/>
                    <a:pt x="15810" y="12249"/>
                    <a:pt x="14615" y="12249"/>
                  </a:cubicBezTo>
                  <a:lnTo>
                    <a:pt x="12513" y="12249"/>
                  </a:lnTo>
                  <a:cubicBezTo>
                    <a:pt x="12513" y="12249"/>
                    <a:pt x="14879" y="0"/>
                    <a:pt x="86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17"/>
            <p:cNvSpPr/>
            <p:nvPr/>
          </p:nvSpPr>
          <p:spPr>
            <a:xfrm>
              <a:off x="1165502" y="2286578"/>
              <a:ext cx="770139" cy="662225"/>
            </a:xfrm>
            <a:custGeom>
              <a:avLst/>
              <a:gdLst/>
              <a:ahLst/>
              <a:cxnLst/>
              <a:rect l="l" t="t" r="r" b="b"/>
              <a:pathLst>
                <a:path w="14416" h="12396" extrusionOk="0">
                  <a:moveTo>
                    <a:pt x="8608" y="1"/>
                  </a:moveTo>
                  <a:cubicBezTo>
                    <a:pt x="0" y="1"/>
                    <a:pt x="2220" y="12396"/>
                    <a:pt x="5926" y="12396"/>
                  </a:cubicBezTo>
                  <a:lnTo>
                    <a:pt x="14416" y="12396"/>
                  </a:lnTo>
                  <a:cubicBezTo>
                    <a:pt x="14316" y="12220"/>
                    <a:pt x="14100" y="12103"/>
                    <a:pt x="13760" y="12103"/>
                  </a:cubicBezTo>
                  <a:lnTo>
                    <a:pt x="11658" y="12103"/>
                  </a:lnTo>
                  <a:cubicBezTo>
                    <a:pt x="11658" y="12103"/>
                    <a:pt x="13731" y="1365"/>
                    <a:pt x="88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17"/>
            <p:cNvSpPr/>
            <p:nvPr/>
          </p:nvSpPr>
          <p:spPr>
            <a:xfrm>
              <a:off x="1731058" y="3193727"/>
              <a:ext cx="161763" cy="258084"/>
            </a:xfrm>
            <a:custGeom>
              <a:avLst/>
              <a:gdLst/>
              <a:ahLst/>
              <a:cxnLst/>
              <a:rect l="l" t="t" r="r" b="b"/>
              <a:pathLst>
                <a:path w="3028" h="4831" extrusionOk="0">
                  <a:moveTo>
                    <a:pt x="586" y="0"/>
                  </a:moveTo>
                  <a:lnTo>
                    <a:pt x="1" y="3560"/>
                  </a:lnTo>
                  <a:lnTo>
                    <a:pt x="3028" y="4831"/>
                  </a:lnTo>
                  <a:lnTo>
                    <a:pt x="3028" y="4831"/>
                  </a:lnTo>
                  <a:lnTo>
                    <a:pt x="2026" y="3830"/>
                  </a:lnTo>
                  <a:lnTo>
                    <a:pt x="2735" y="70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17"/>
            <p:cNvSpPr/>
            <p:nvPr/>
          </p:nvSpPr>
          <p:spPr>
            <a:xfrm>
              <a:off x="1712894" y="3366128"/>
              <a:ext cx="228702" cy="110478"/>
            </a:xfrm>
            <a:custGeom>
              <a:avLst/>
              <a:gdLst/>
              <a:ahLst/>
              <a:cxnLst/>
              <a:rect l="l" t="t" r="r" b="b"/>
              <a:pathLst>
                <a:path w="4281" h="2068" extrusionOk="0">
                  <a:moveTo>
                    <a:pt x="352" y="0"/>
                  </a:moveTo>
                  <a:cubicBezTo>
                    <a:pt x="340" y="0"/>
                    <a:pt x="329" y="5"/>
                    <a:pt x="317" y="17"/>
                  </a:cubicBezTo>
                  <a:cubicBezTo>
                    <a:pt x="241" y="64"/>
                    <a:pt x="241" y="210"/>
                    <a:pt x="241" y="286"/>
                  </a:cubicBezTo>
                  <a:cubicBezTo>
                    <a:pt x="241" y="357"/>
                    <a:pt x="24" y="1235"/>
                    <a:pt x="24" y="1235"/>
                  </a:cubicBezTo>
                  <a:cubicBezTo>
                    <a:pt x="1" y="1311"/>
                    <a:pt x="48" y="1381"/>
                    <a:pt x="118" y="1411"/>
                  </a:cubicBezTo>
                  <a:lnTo>
                    <a:pt x="926" y="1528"/>
                  </a:lnTo>
                  <a:lnTo>
                    <a:pt x="949" y="1528"/>
                  </a:lnTo>
                  <a:lnTo>
                    <a:pt x="996" y="1335"/>
                  </a:lnTo>
                  <a:lnTo>
                    <a:pt x="1143" y="1358"/>
                  </a:lnTo>
                  <a:cubicBezTo>
                    <a:pt x="1219" y="1381"/>
                    <a:pt x="1389" y="1627"/>
                    <a:pt x="1558" y="1651"/>
                  </a:cubicBezTo>
                  <a:cubicBezTo>
                    <a:pt x="1728" y="1674"/>
                    <a:pt x="3977" y="2066"/>
                    <a:pt x="3977" y="2066"/>
                  </a:cubicBezTo>
                  <a:cubicBezTo>
                    <a:pt x="3981" y="2067"/>
                    <a:pt x="3985" y="2067"/>
                    <a:pt x="3989" y="2067"/>
                  </a:cubicBezTo>
                  <a:cubicBezTo>
                    <a:pt x="4132" y="2067"/>
                    <a:pt x="4281" y="1697"/>
                    <a:pt x="3877" y="1481"/>
                  </a:cubicBezTo>
                  <a:cubicBezTo>
                    <a:pt x="3438" y="1235"/>
                    <a:pt x="2806" y="825"/>
                    <a:pt x="2659" y="579"/>
                  </a:cubicBezTo>
                  <a:cubicBezTo>
                    <a:pt x="2536" y="333"/>
                    <a:pt x="2636" y="263"/>
                    <a:pt x="2536" y="210"/>
                  </a:cubicBezTo>
                  <a:cubicBezTo>
                    <a:pt x="2478" y="183"/>
                    <a:pt x="2279" y="172"/>
                    <a:pt x="2114" y="172"/>
                  </a:cubicBezTo>
                  <a:cubicBezTo>
                    <a:pt x="1997" y="172"/>
                    <a:pt x="1896" y="177"/>
                    <a:pt x="1875" y="187"/>
                  </a:cubicBezTo>
                  <a:cubicBezTo>
                    <a:pt x="1828" y="240"/>
                    <a:pt x="1927" y="357"/>
                    <a:pt x="1804" y="386"/>
                  </a:cubicBezTo>
                  <a:cubicBezTo>
                    <a:pt x="1788" y="388"/>
                    <a:pt x="1770" y="388"/>
                    <a:pt x="1750" y="388"/>
                  </a:cubicBezTo>
                  <a:cubicBezTo>
                    <a:pt x="1489" y="388"/>
                    <a:pt x="902" y="256"/>
                    <a:pt x="586" y="163"/>
                  </a:cubicBezTo>
                  <a:cubicBezTo>
                    <a:pt x="465" y="124"/>
                    <a:pt x="408" y="0"/>
                    <a:pt x="3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17"/>
            <p:cNvSpPr/>
            <p:nvPr/>
          </p:nvSpPr>
          <p:spPr>
            <a:xfrm>
              <a:off x="1714176" y="3425803"/>
              <a:ext cx="218979" cy="45409"/>
            </a:xfrm>
            <a:custGeom>
              <a:avLst/>
              <a:gdLst/>
              <a:ahLst/>
              <a:cxnLst/>
              <a:rect l="l" t="t" r="r" b="b"/>
              <a:pathLst>
                <a:path w="4099" h="850" extrusionOk="0">
                  <a:moveTo>
                    <a:pt x="24" y="1"/>
                  </a:moveTo>
                  <a:lnTo>
                    <a:pt x="0" y="71"/>
                  </a:lnTo>
                  <a:lnTo>
                    <a:pt x="4076" y="850"/>
                  </a:lnTo>
                  <a:lnTo>
                    <a:pt x="4099" y="780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17"/>
            <p:cNvSpPr/>
            <p:nvPr/>
          </p:nvSpPr>
          <p:spPr>
            <a:xfrm>
              <a:off x="2010096" y="3206869"/>
              <a:ext cx="209630" cy="213690"/>
            </a:xfrm>
            <a:custGeom>
              <a:avLst/>
              <a:gdLst/>
              <a:ahLst/>
              <a:cxnLst/>
              <a:rect l="l" t="t" r="r" b="b"/>
              <a:pathLst>
                <a:path w="3924" h="4000" extrusionOk="0">
                  <a:moveTo>
                    <a:pt x="2219" y="0"/>
                  </a:moveTo>
                  <a:lnTo>
                    <a:pt x="0" y="147"/>
                  </a:lnTo>
                  <a:lnTo>
                    <a:pt x="633" y="3952"/>
                  </a:lnTo>
                  <a:lnTo>
                    <a:pt x="3923" y="3999"/>
                  </a:lnTo>
                  <a:lnTo>
                    <a:pt x="2635" y="3437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17"/>
            <p:cNvSpPr/>
            <p:nvPr/>
          </p:nvSpPr>
          <p:spPr>
            <a:xfrm>
              <a:off x="2034778" y="3368265"/>
              <a:ext cx="233403" cy="107379"/>
            </a:xfrm>
            <a:custGeom>
              <a:avLst/>
              <a:gdLst/>
              <a:ahLst/>
              <a:cxnLst/>
              <a:rect l="l" t="t" r="r" b="b"/>
              <a:pathLst>
                <a:path w="4369" h="2010" extrusionOk="0">
                  <a:moveTo>
                    <a:pt x="2173" y="1"/>
                  </a:moveTo>
                  <a:cubicBezTo>
                    <a:pt x="2074" y="1"/>
                    <a:pt x="1588" y="170"/>
                    <a:pt x="1558" y="246"/>
                  </a:cubicBezTo>
                  <a:cubicBezTo>
                    <a:pt x="1512" y="293"/>
                    <a:pt x="1658" y="369"/>
                    <a:pt x="1558" y="416"/>
                  </a:cubicBezTo>
                  <a:cubicBezTo>
                    <a:pt x="1365" y="539"/>
                    <a:pt x="709" y="662"/>
                    <a:pt x="341" y="686"/>
                  </a:cubicBezTo>
                  <a:cubicBezTo>
                    <a:pt x="229" y="686"/>
                    <a:pt x="144" y="614"/>
                    <a:pt x="90" y="614"/>
                  </a:cubicBezTo>
                  <a:cubicBezTo>
                    <a:pt x="73" y="614"/>
                    <a:pt x="59" y="621"/>
                    <a:pt x="48" y="639"/>
                  </a:cubicBezTo>
                  <a:cubicBezTo>
                    <a:pt x="1" y="732"/>
                    <a:pt x="48" y="855"/>
                    <a:pt x="71" y="931"/>
                  </a:cubicBezTo>
                  <a:cubicBezTo>
                    <a:pt x="95" y="1002"/>
                    <a:pt x="218" y="1903"/>
                    <a:pt x="218" y="1903"/>
                  </a:cubicBezTo>
                  <a:cubicBezTo>
                    <a:pt x="237" y="1966"/>
                    <a:pt x="276" y="2009"/>
                    <a:pt x="342" y="2009"/>
                  </a:cubicBezTo>
                  <a:cubicBezTo>
                    <a:pt x="356" y="2009"/>
                    <a:pt x="371" y="2007"/>
                    <a:pt x="387" y="2003"/>
                  </a:cubicBezTo>
                  <a:lnTo>
                    <a:pt x="1172" y="1833"/>
                  </a:lnTo>
                  <a:cubicBezTo>
                    <a:pt x="1195" y="1833"/>
                    <a:pt x="1195" y="1833"/>
                    <a:pt x="1195" y="1810"/>
                  </a:cubicBezTo>
                  <a:lnTo>
                    <a:pt x="1172" y="1634"/>
                  </a:lnTo>
                  <a:lnTo>
                    <a:pt x="1318" y="1587"/>
                  </a:lnTo>
                  <a:cubicBezTo>
                    <a:pt x="1383" y="1587"/>
                    <a:pt x="1599" y="1713"/>
                    <a:pt x="1765" y="1713"/>
                  </a:cubicBezTo>
                  <a:cubicBezTo>
                    <a:pt x="1779" y="1713"/>
                    <a:pt x="1792" y="1712"/>
                    <a:pt x="1804" y="1710"/>
                  </a:cubicBezTo>
                  <a:cubicBezTo>
                    <a:pt x="1974" y="1663"/>
                    <a:pt x="4193" y="1172"/>
                    <a:pt x="4193" y="1172"/>
                  </a:cubicBezTo>
                  <a:cubicBezTo>
                    <a:pt x="4369" y="1148"/>
                    <a:pt x="4369" y="709"/>
                    <a:pt x="3877" y="662"/>
                  </a:cubicBezTo>
                  <a:cubicBezTo>
                    <a:pt x="3391" y="609"/>
                    <a:pt x="2636" y="463"/>
                    <a:pt x="2437" y="293"/>
                  </a:cubicBezTo>
                  <a:cubicBezTo>
                    <a:pt x="2220" y="123"/>
                    <a:pt x="2267" y="24"/>
                    <a:pt x="21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17"/>
            <p:cNvSpPr/>
            <p:nvPr/>
          </p:nvSpPr>
          <p:spPr>
            <a:xfrm>
              <a:off x="2045143" y="3420514"/>
              <a:ext cx="218979" cy="45730"/>
            </a:xfrm>
            <a:custGeom>
              <a:avLst/>
              <a:gdLst/>
              <a:ahLst/>
              <a:cxnLst/>
              <a:rect l="l" t="t" r="r" b="b"/>
              <a:pathLst>
                <a:path w="4099" h="856" extrusionOk="0">
                  <a:moveTo>
                    <a:pt x="4075" y="0"/>
                  </a:moveTo>
                  <a:lnTo>
                    <a:pt x="0" y="779"/>
                  </a:lnTo>
                  <a:lnTo>
                    <a:pt x="24" y="855"/>
                  </a:lnTo>
                  <a:lnTo>
                    <a:pt x="4099" y="71"/>
                  </a:lnTo>
                  <a:lnTo>
                    <a:pt x="40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17"/>
            <p:cNvSpPr/>
            <p:nvPr/>
          </p:nvSpPr>
          <p:spPr>
            <a:xfrm>
              <a:off x="1605937" y="2753295"/>
              <a:ext cx="548702" cy="609978"/>
            </a:xfrm>
            <a:custGeom>
              <a:avLst/>
              <a:gdLst/>
              <a:ahLst/>
              <a:cxnLst/>
              <a:rect l="l" t="t" r="r" b="b"/>
              <a:pathLst>
                <a:path w="10271" h="11418" extrusionOk="0">
                  <a:moveTo>
                    <a:pt x="779" y="0"/>
                  </a:moveTo>
                  <a:cubicBezTo>
                    <a:pt x="147" y="849"/>
                    <a:pt x="0" y="3631"/>
                    <a:pt x="1827" y="3631"/>
                  </a:cubicBezTo>
                  <a:lnTo>
                    <a:pt x="6102" y="3631"/>
                  </a:lnTo>
                  <a:lnTo>
                    <a:pt x="7150" y="11418"/>
                  </a:lnTo>
                  <a:lnTo>
                    <a:pt x="10270" y="11002"/>
                  </a:lnTo>
                  <a:cubicBezTo>
                    <a:pt x="10270" y="11002"/>
                    <a:pt x="9293" y="3414"/>
                    <a:pt x="9176" y="2782"/>
                  </a:cubicBezTo>
                  <a:cubicBezTo>
                    <a:pt x="8930" y="1534"/>
                    <a:pt x="8268" y="363"/>
                    <a:pt x="6365" y="363"/>
                  </a:cubicBezTo>
                  <a:lnTo>
                    <a:pt x="2975" y="363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17"/>
            <p:cNvSpPr/>
            <p:nvPr/>
          </p:nvSpPr>
          <p:spPr>
            <a:xfrm>
              <a:off x="1731058" y="2886215"/>
              <a:ext cx="293129" cy="473003"/>
            </a:xfrm>
            <a:custGeom>
              <a:avLst/>
              <a:gdLst/>
              <a:ahLst/>
              <a:cxnLst/>
              <a:rect l="l" t="t" r="r" b="b"/>
              <a:pathLst>
                <a:path w="5487" h="8854" extrusionOk="0">
                  <a:moveTo>
                    <a:pt x="1" y="1"/>
                  </a:moveTo>
                  <a:lnTo>
                    <a:pt x="1" y="94"/>
                  </a:lnTo>
                  <a:lnTo>
                    <a:pt x="3806" y="94"/>
                  </a:lnTo>
                  <a:cubicBezTo>
                    <a:pt x="4052" y="94"/>
                    <a:pt x="4246" y="264"/>
                    <a:pt x="4269" y="510"/>
                  </a:cubicBezTo>
                  <a:lnTo>
                    <a:pt x="5393" y="8854"/>
                  </a:lnTo>
                  <a:lnTo>
                    <a:pt x="5487" y="8830"/>
                  </a:lnTo>
                  <a:lnTo>
                    <a:pt x="4369" y="487"/>
                  </a:lnTo>
                  <a:cubicBezTo>
                    <a:pt x="4345" y="217"/>
                    <a:pt x="4099" y="1"/>
                    <a:pt x="38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17"/>
            <p:cNvSpPr/>
            <p:nvPr/>
          </p:nvSpPr>
          <p:spPr>
            <a:xfrm>
              <a:off x="1407944" y="2753295"/>
              <a:ext cx="551160" cy="609978"/>
            </a:xfrm>
            <a:custGeom>
              <a:avLst/>
              <a:gdLst/>
              <a:ahLst/>
              <a:cxnLst/>
              <a:rect l="l" t="t" r="r" b="b"/>
              <a:pathLst>
                <a:path w="10317" h="11418" extrusionOk="0">
                  <a:moveTo>
                    <a:pt x="925" y="0"/>
                  </a:moveTo>
                  <a:lnTo>
                    <a:pt x="925" y="0"/>
                  </a:lnTo>
                  <a:cubicBezTo>
                    <a:pt x="316" y="849"/>
                    <a:pt x="0" y="3631"/>
                    <a:pt x="1997" y="3631"/>
                  </a:cubicBezTo>
                  <a:lnTo>
                    <a:pt x="6634" y="3631"/>
                  </a:lnTo>
                  <a:lnTo>
                    <a:pt x="5656" y="10979"/>
                  </a:lnTo>
                  <a:lnTo>
                    <a:pt x="8853" y="11418"/>
                  </a:lnTo>
                  <a:cubicBezTo>
                    <a:pt x="8853" y="11418"/>
                    <a:pt x="10071" y="3414"/>
                    <a:pt x="10171" y="2782"/>
                  </a:cubicBezTo>
                  <a:cubicBezTo>
                    <a:pt x="10294" y="2120"/>
                    <a:pt x="10317" y="363"/>
                    <a:pt x="7829" y="363"/>
                  </a:cubicBezTo>
                  <a:lnTo>
                    <a:pt x="3121" y="363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17"/>
            <p:cNvSpPr/>
            <p:nvPr/>
          </p:nvSpPr>
          <p:spPr>
            <a:xfrm>
              <a:off x="1465162" y="2751746"/>
              <a:ext cx="332235" cy="591814"/>
            </a:xfrm>
            <a:custGeom>
              <a:avLst/>
              <a:gdLst/>
              <a:ahLst/>
              <a:cxnLst/>
              <a:rect l="l" t="t" r="r" b="b"/>
              <a:pathLst>
                <a:path w="6219" h="11078" extrusionOk="0">
                  <a:moveTo>
                    <a:pt x="539" y="0"/>
                  </a:moveTo>
                  <a:cubicBezTo>
                    <a:pt x="170" y="439"/>
                    <a:pt x="1" y="1054"/>
                    <a:pt x="1" y="1587"/>
                  </a:cubicBezTo>
                  <a:cubicBezTo>
                    <a:pt x="1" y="2003"/>
                    <a:pt x="100" y="2395"/>
                    <a:pt x="317" y="2688"/>
                  </a:cubicBezTo>
                  <a:cubicBezTo>
                    <a:pt x="510" y="2980"/>
                    <a:pt x="856" y="3150"/>
                    <a:pt x="1271" y="3150"/>
                  </a:cubicBezTo>
                  <a:lnTo>
                    <a:pt x="5856" y="3150"/>
                  </a:lnTo>
                  <a:cubicBezTo>
                    <a:pt x="5926" y="3150"/>
                    <a:pt x="6002" y="3197"/>
                    <a:pt x="6049" y="3250"/>
                  </a:cubicBezTo>
                  <a:cubicBezTo>
                    <a:pt x="6125" y="3297"/>
                    <a:pt x="6149" y="3367"/>
                    <a:pt x="6149" y="3466"/>
                  </a:cubicBezTo>
                  <a:cubicBezTo>
                    <a:pt x="6149" y="3490"/>
                    <a:pt x="6149" y="3513"/>
                    <a:pt x="6125" y="3542"/>
                  </a:cubicBezTo>
                  <a:lnTo>
                    <a:pt x="4954" y="11055"/>
                  </a:lnTo>
                  <a:lnTo>
                    <a:pt x="5024" y="11078"/>
                  </a:lnTo>
                  <a:lnTo>
                    <a:pt x="6195" y="3566"/>
                  </a:lnTo>
                  <a:cubicBezTo>
                    <a:pt x="6219" y="3542"/>
                    <a:pt x="6219" y="3490"/>
                    <a:pt x="6219" y="3466"/>
                  </a:cubicBezTo>
                  <a:cubicBezTo>
                    <a:pt x="6219" y="3250"/>
                    <a:pt x="6049" y="3074"/>
                    <a:pt x="5856" y="3074"/>
                  </a:cubicBezTo>
                  <a:lnTo>
                    <a:pt x="1271" y="3074"/>
                  </a:lnTo>
                  <a:cubicBezTo>
                    <a:pt x="879" y="3074"/>
                    <a:pt x="563" y="2904"/>
                    <a:pt x="364" y="2635"/>
                  </a:cubicBezTo>
                  <a:cubicBezTo>
                    <a:pt x="170" y="2371"/>
                    <a:pt x="71" y="2003"/>
                    <a:pt x="71" y="1587"/>
                  </a:cubicBezTo>
                  <a:cubicBezTo>
                    <a:pt x="71" y="1054"/>
                    <a:pt x="247" y="492"/>
                    <a:pt x="586" y="29"/>
                  </a:cubicBezTo>
                  <a:lnTo>
                    <a:pt x="5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17"/>
            <p:cNvSpPr/>
            <p:nvPr/>
          </p:nvSpPr>
          <p:spPr>
            <a:xfrm>
              <a:off x="1470505" y="2751746"/>
              <a:ext cx="82004" cy="57589"/>
            </a:xfrm>
            <a:custGeom>
              <a:avLst/>
              <a:gdLst/>
              <a:ahLst/>
              <a:cxnLst/>
              <a:rect l="l" t="t" r="r" b="b"/>
              <a:pathLst>
                <a:path w="1535" h="1078" extrusionOk="0">
                  <a:moveTo>
                    <a:pt x="1487" y="0"/>
                  </a:moveTo>
                  <a:cubicBezTo>
                    <a:pt x="1142" y="492"/>
                    <a:pt x="779" y="732"/>
                    <a:pt x="486" y="878"/>
                  </a:cubicBezTo>
                  <a:cubicBezTo>
                    <a:pt x="340" y="931"/>
                    <a:pt x="217" y="954"/>
                    <a:pt x="117" y="978"/>
                  </a:cubicBezTo>
                  <a:cubicBezTo>
                    <a:pt x="70" y="978"/>
                    <a:pt x="47" y="1001"/>
                    <a:pt x="24" y="1001"/>
                  </a:cubicBezTo>
                  <a:lnTo>
                    <a:pt x="0" y="1001"/>
                  </a:lnTo>
                  <a:lnTo>
                    <a:pt x="0" y="1077"/>
                  </a:lnTo>
                  <a:cubicBezTo>
                    <a:pt x="0" y="1077"/>
                    <a:pt x="849" y="1077"/>
                    <a:pt x="1534" y="29"/>
                  </a:cubicBezTo>
                  <a:lnTo>
                    <a:pt x="14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17"/>
            <p:cNvSpPr/>
            <p:nvPr/>
          </p:nvSpPr>
          <p:spPr>
            <a:xfrm>
              <a:off x="1980071" y="2316603"/>
              <a:ext cx="108287" cy="144561"/>
            </a:xfrm>
            <a:custGeom>
              <a:avLst/>
              <a:gdLst/>
              <a:ahLst/>
              <a:cxnLst/>
              <a:rect l="l" t="t" r="r" b="b"/>
              <a:pathLst>
                <a:path w="2027" h="2706" extrusionOk="0">
                  <a:moveTo>
                    <a:pt x="1653" y="0"/>
                  </a:moveTo>
                  <a:cubicBezTo>
                    <a:pt x="1574" y="0"/>
                    <a:pt x="1217" y="610"/>
                    <a:pt x="1171" y="633"/>
                  </a:cubicBezTo>
                  <a:cubicBezTo>
                    <a:pt x="1095" y="633"/>
                    <a:pt x="1242" y="340"/>
                    <a:pt x="1148" y="340"/>
                  </a:cubicBezTo>
                  <a:cubicBezTo>
                    <a:pt x="1072" y="340"/>
                    <a:pt x="0" y="1827"/>
                    <a:pt x="0" y="1827"/>
                  </a:cubicBezTo>
                  <a:lnTo>
                    <a:pt x="1265" y="2706"/>
                  </a:lnTo>
                  <a:cubicBezTo>
                    <a:pt x="1681" y="1827"/>
                    <a:pt x="2026" y="1025"/>
                    <a:pt x="1973" y="926"/>
                  </a:cubicBezTo>
                  <a:cubicBezTo>
                    <a:pt x="1953" y="897"/>
                    <a:pt x="1931" y="887"/>
                    <a:pt x="1909" y="887"/>
                  </a:cubicBezTo>
                  <a:cubicBezTo>
                    <a:pt x="1854" y="887"/>
                    <a:pt x="1804" y="949"/>
                    <a:pt x="1804" y="949"/>
                  </a:cubicBezTo>
                  <a:cubicBezTo>
                    <a:pt x="1804" y="949"/>
                    <a:pt x="1851" y="803"/>
                    <a:pt x="1804" y="756"/>
                  </a:cubicBezTo>
                  <a:cubicBezTo>
                    <a:pt x="1786" y="744"/>
                    <a:pt x="1767" y="740"/>
                    <a:pt x="1747" y="740"/>
                  </a:cubicBezTo>
                  <a:cubicBezTo>
                    <a:pt x="1690" y="740"/>
                    <a:pt x="1634" y="779"/>
                    <a:pt x="1634" y="779"/>
                  </a:cubicBezTo>
                  <a:cubicBezTo>
                    <a:pt x="1634" y="779"/>
                    <a:pt x="1681" y="610"/>
                    <a:pt x="1634" y="563"/>
                  </a:cubicBezTo>
                  <a:cubicBezTo>
                    <a:pt x="1613" y="552"/>
                    <a:pt x="1592" y="547"/>
                    <a:pt x="1573" y="547"/>
                  </a:cubicBezTo>
                  <a:cubicBezTo>
                    <a:pt x="1499" y="547"/>
                    <a:pt x="1441" y="610"/>
                    <a:pt x="1441" y="610"/>
                  </a:cubicBezTo>
                  <a:cubicBezTo>
                    <a:pt x="1441" y="610"/>
                    <a:pt x="1780" y="47"/>
                    <a:pt x="1657" y="1"/>
                  </a:cubicBezTo>
                  <a:cubicBezTo>
                    <a:pt x="1656" y="0"/>
                    <a:pt x="1655" y="0"/>
                    <a:pt x="16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17"/>
            <p:cNvSpPr/>
            <p:nvPr/>
          </p:nvSpPr>
          <p:spPr>
            <a:xfrm>
              <a:off x="2029489" y="2356938"/>
              <a:ext cx="10364" cy="31359"/>
            </a:xfrm>
            <a:custGeom>
              <a:avLst/>
              <a:gdLst/>
              <a:ahLst/>
              <a:cxnLst/>
              <a:rect l="l" t="t" r="r" b="b"/>
              <a:pathLst>
                <a:path w="194" h="587" extrusionOk="0">
                  <a:moveTo>
                    <a:pt x="123" y="1"/>
                  </a:moveTo>
                  <a:lnTo>
                    <a:pt x="123" y="71"/>
                  </a:lnTo>
                  <a:cubicBezTo>
                    <a:pt x="100" y="171"/>
                    <a:pt x="47" y="393"/>
                    <a:pt x="0" y="563"/>
                  </a:cubicBezTo>
                  <a:lnTo>
                    <a:pt x="77" y="586"/>
                  </a:lnTo>
                  <a:cubicBezTo>
                    <a:pt x="147" y="341"/>
                    <a:pt x="194" y="24"/>
                    <a:pt x="194" y="24"/>
                  </a:cubicBezTo>
                  <a:lnTo>
                    <a:pt x="1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17"/>
            <p:cNvSpPr/>
            <p:nvPr/>
          </p:nvSpPr>
          <p:spPr>
            <a:xfrm>
              <a:off x="2045143" y="2352878"/>
              <a:ext cx="39105" cy="44501"/>
            </a:xfrm>
            <a:custGeom>
              <a:avLst/>
              <a:gdLst/>
              <a:ahLst/>
              <a:cxnLst/>
              <a:rect l="l" t="t" r="r" b="b"/>
              <a:pathLst>
                <a:path w="732" h="833" extrusionOk="0">
                  <a:moveTo>
                    <a:pt x="193" y="1"/>
                  </a:moveTo>
                  <a:lnTo>
                    <a:pt x="193" y="1"/>
                  </a:lnTo>
                  <a:cubicBezTo>
                    <a:pt x="147" y="77"/>
                    <a:pt x="123" y="176"/>
                    <a:pt x="76" y="270"/>
                  </a:cubicBezTo>
                  <a:cubicBezTo>
                    <a:pt x="47" y="323"/>
                    <a:pt x="47" y="370"/>
                    <a:pt x="24" y="417"/>
                  </a:cubicBezTo>
                  <a:cubicBezTo>
                    <a:pt x="24" y="469"/>
                    <a:pt x="0" y="516"/>
                    <a:pt x="0" y="563"/>
                  </a:cubicBezTo>
                  <a:cubicBezTo>
                    <a:pt x="0" y="586"/>
                    <a:pt x="24" y="616"/>
                    <a:pt x="47" y="616"/>
                  </a:cubicBezTo>
                  <a:lnTo>
                    <a:pt x="100" y="616"/>
                  </a:lnTo>
                  <a:cubicBezTo>
                    <a:pt x="123" y="586"/>
                    <a:pt x="147" y="563"/>
                    <a:pt x="147" y="540"/>
                  </a:cubicBezTo>
                  <a:cubicBezTo>
                    <a:pt x="162" y="532"/>
                    <a:pt x="175" y="522"/>
                    <a:pt x="187" y="510"/>
                  </a:cubicBezTo>
                  <a:lnTo>
                    <a:pt x="187" y="510"/>
                  </a:lnTo>
                  <a:cubicBezTo>
                    <a:pt x="181" y="519"/>
                    <a:pt x="175" y="529"/>
                    <a:pt x="170" y="540"/>
                  </a:cubicBezTo>
                  <a:cubicBezTo>
                    <a:pt x="170" y="586"/>
                    <a:pt x="147" y="639"/>
                    <a:pt x="147" y="709"/>
                  </a:cubicBezTo>
                  <a:cubicBezTo>
                    <a:pt x="147" y="709"/>
                    <a:pt x="170" y="762"/>
                    <a:pt x="193" y="762"/>
                  </a:cubicBezTo>
                  <a:cubicBezTo>
                    <a:pt x="203" y="770"/>
                    <a:pt x="212" y="772"/>
                    <a:pt x="221" y="772"/>
                  </a:cubicBezTo>
                  <a:cubicBezTo>
                    <a:pt x="238" y="772"/>
                    <a:pt x="254" y="762"/>
                    <a:pt x="269" y="762"/>
                  </a:cubicBezTo>
                  <a:cubicBezTo>
                    <a:pt x="293" y="733"/>
                    <a:pt x="293" y="733"/>
                    <a:pt x="316" y="709"/>
                  </a:cubicBezTo>
                  <a:cubicBezTo>
                    <a:pt x="344" y="684"/>
                    <a:pt x="364" y="666"/>
                    <a:pt x="380" y="646"/>
                  </a:cubicBezTo>
                  <a:lnTo>
                    <a:pt x="380" y="646"/>
                  </a:lnTo>
                  <a:cubicBezTo>
                    <a:pt x="377" y="653"/>
                    <a:pt x="373" y="658"/>
                    <a:pt x="369" y="662"/>
                  </a:cubicBezTo>
                  <a:lnTo>
                    <a:pt x="369" y="733"/>
                  </a:lnTo>
                  <a:cubicBezTo>
                    <a:pt x="340" y="762"/>
                    <a:pt x="340" y="785"/>
                    <a:pt x="369" y="809"/>
                  </a:cubicBezTo>
                  <a:cubicBezTo>
                    <a:pt x="392" y="832"/>
                    <a:pt x="416" y="832"/>
                    <a:pt x="416" y="832"/>
                  </a:cubicBezTo>
                  <a:cubicBezTo>
                    <a:pt x="439" y="832"/>
                    <a:pt x="439" y="809"/>
                    <a:pt x="463" y="809"/>
                  </a:cubicBezTo>
                  <a:cubicBezTo>
                    <a:pt x="463" y="809"/>
                    <a:pt x="486" y="785"/>
                    <a:pt x="515" y="762"/>
                  </a:cubicBezTo>
                  <a:cubicBezTo>
                    <a:pt x="539" y="733"/>
                    <a:pt x="562" y="686"/>
                    <a:pt x="586" y="662"/>
                  </a:cubicBezTo>
                  <a:cubicBezTo>
                    <a:pt x="632" y="587"/>
                    <a:pt x="684" y="517"/>
                    <a:pt x="731" y="442"/>
                  </a:cubicBezTo>
                  <a:lnTo>
                    <a:pt x="731" y="442"/>
                  </a:lnTo>
                  <a:cubicBezTo>
                    <a:pt x="684" y="517"/>
                    <a:pt x="632" y="587"/>
                    <a:pt x="562" y="639"/>
                  </a:cubicBezTo>
                  <a:cubicBezTo>
                    <a:pt x="539" y="686"/>
                    <a:pt x="515" y="709"/>
                    <a:pt x="486" y="733"/>
                  </a:cubicBezTo>
                  <a:cubicBezTo>
                    <a:pt x="463" y="762"/>
                    <a:pt x="439" y="762"/>
                    <a:pt x="439" y="785"/>
                  </a:cubicBezTo>
                  <a:lnTo>
                    <a:pt x="392" y="785"/>
                  </a:lnTo>
                  <a:lnTo>
                    <a:pt x="392" y="733"/>
                  </a:lnTo>
                  <a:cubicBezTo>
                    <a:pt x="392" y="733"/>
                    <a:pt x="416" y="709"/>
                    <a:pt x="416" y="686"/>
                  </a:cubicBezTo>
                  <a:cubicBezTo>
                    <a:pt x="416" y="639"/>
                    <a:pt x="439" y="616"/>
                    <a:pt x="463" y="563"/>
                  </a:cubicBezTo>
                  <a:cubicBezTo>
                    <a:pt x="486" y="493"/>
                    <a:pt x="539" y="417"/>
                    <a:pt x="562" y="346"/>
                  </a:cubicBezTo>
                  <a:lnTo>
                    <a:pt x="562" y="346"/>
                  </a:lnTo>
                  <a:cubicBezTo>
                    <a:pt x="562" y="346"/>
                    <a:pt x="562" y="346"/>
                    <a:pt x="562" y="346"/>
                  </a:cubicBezTo>
                  <a:cubicBezTo>
                    <a:pt x="586" y="323"/>
                    <a:pt x="562" y="294"/>
                    <a:pt x="562" y="294"/>
                  </a:cubicBezTo>
                  <a:cubicBezTo>
                    <a:pt x="554" y="286"/>
                    <a:pt x="547" y="283"/>
                    <a:pt x="540" y="283"/>
                  </a:cubicBezTo>
                  <a:cubicBezTo>
                    <a:pt x="526" y="283"/>
                    <a:pt x="515" y="294"/>
                    <a:pt x="515" y="294"/>
                  </a:cubicBezTo>
                  <a:cubicBezTo>
                    <a:pt x="515" y="294"/>
                    <a:pt x="515" y="294"/>
                    <a:pt x="515" y="294"/>
                  </a:cubicBezTo>
                  <a:lnTo>
                    <a:pt x="515" y="294"/>
                  </a:lnTo>
                  <a:cubicBezTo>
                    <a:pt x="463" y="393"/>
                    <a:pt x="416" y="469"/>
                    <a:pt x="369" y="540"/>
                  </a:cubicBezTo>
                  <a:cubicBezTo>
                    <a:pt x="340" y="586"/>
                    <a:pt x="293" y="639"/>
                    <a:pt x="269" y="662"/>
                  </a:cubicBezTo>
                  <a:cubicBezTo>
                    <a:pt x="269" y="686"/>
                    <a:pt x="246" y="686"/>
                    <a:pt x="223" y="709"/>
                  </a:cubicBezTo>
                  <a:cubicBezTo>
                    <a:pt x="223" y="662"/>
                    <a:pt x="246" y="616"/>
                    <a:pt x="246" y="563"/>
                  </a:cubicBezTo>
                  <a:cubicBezTo>
                    <a:pt x="269" y="516"/>
                    <a:pt x="269" y="469"/>
                    <a:pt x="293" y="440"/>
                  </a:cubicBezTo>
                  <a:cubicBezTo>
                    <a:pt x="316" y="346"/>
                    <a:pt x="369" y="247"/>
                    <a:pt x="392" y="147"/>
                  </a:cubicBezTo>
                  <a:cubicBezTo>
                    <a:pt x="416" y="147"/>
                    <a:pt x="392" y="124"/>
                    <a:pt x="392" y="124"/>
                  </a:cubicBezTo>
                  <a:cubicBezTo>
                    <a:pt x="385" y="116"/>
                    <a:pt x="376" y="113"/>
                    <a:pt x="368" y="113"/>
                  </a:cubicBezTo>
                  <a:cubicBezTo>
                    <a:pt x="353" y="113"/>
                    <a:pt x="340" y="124"/>
                    <a:pt x="340" y="124"/>
                  </a:cubicBezTo>
                  <a:cubicBezTo>
                    <a:pt x="340" y="124"/>
                    <a:pt x="340" y="124"/>
                    <a:pt x="340" y="124"/>
                  </a:cubicBezTo>
                  <a:lnTo>
                    <a:pt x="340" y="124"/>
                  </a:lnTo>
                  <a:cubicBezTo>
                    <a:pt x="293" y="223"/>
                    <a:pt x="246" y="323"/>
                    <a:pt x="193" y="393"/>
                  </a:cubicBezTo>
                  <a:cubicBezTo>
                    <a:pt x="170" y="440"/>
                    <a:pt x="147" y="493"/>
                    <a:pt x="123" y="516"/>
                  </a:cubicBezTo>
                  <a:cubicBezTo>
                    <a:pt x="100" y="540"/>
                    <a:pt x="76" y="563"/>
                    <a:pt x="76" y="563"/>
                  </a:cubicBezTo>
                  <a:lnTo>
                    <a:pt x="47" y="563"/>
                  </a:lnTo>
                  <a:cubicBezTo>
                    <a:pt x="47" y="516"/>
                    <a:pt x="47" y="469"/>
                    <a:pt x="76" y="417"/>
                  </a:cubicBezTo>
                  <a:cubicBezTo>
                    <a:pt x="76" y="370"/>
                    <a:pt x="100" y="323"/>
                    <a:pt x="100" y="270"/>
                  </a:cubicBezTo>
                  <a:cubicBezTo>
                    <a:pt x="123" y="200"/>
                    <a:pt x="170" y="100"/>
                    <a:pt x="1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17"/>
            <p:cNvSpPr/>
            <p:nvPr/>
          </p:nvSpPr>
          <p:spPr>
            <a:xfrm>
              <a:off x="1457362" y="2302018"/>
              <a:ext cx="389771" cy="470706"/>
            </a:xfrm>
            <a:custGeom>
              <a:avLst/>
              <a:gdLst/>
              <a:ahLst/>
              <a:cxnLst/>
              <a:rect l="l" t="t" r="r" b="b"/>
              <a:pathLst>
                <a:path w="7296" h="8811" extrusionOk="0">
                  <a:moveTo>
                    <a:pt x="2457" y="0"/>
                  </a:moveTo>
                  <a:cubicBezTo>
                    <a:pt x="2232" y="0"/>
                    <a:pt x="1622" y="44"/>
                    <a:pt x="486" y="420"/>
                  </a:cubicBezTo>
                  <a:cubicBezTo>
                    <a:pt x="217" y="1152"/>
                    <a:pt x="0" y="8810"/>
                    <a:pt x="0" y="8810"/>
                  </a:cubicBezTo>
                  <a:lnTo>
                    <a:pt x="7296" y="8810"/>
                  </a:lnTo>
                  <a:cubicBezTo>
                    <a:pt x="7296" y="8810"/>
                    <a:pt x="6564" y="3078"/>
                    <a:pt x="6025" y="1784"/>
                  </a:cubicBezTo>
                  <a:lnTo>
                    <a:pt x="4169" y="127"/>
                  </a:lnTo>
                  <a:lnTo>
                    <a:pt x="2559" y="4"/>
                  </a:lnTo>
                  <a:cubicBezTo>
                    <a:pt x="2559" y="4"/>
                    <a:pt x="2526" y="0"/>
                    <a:pt x="24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17"/>
            <p:cNvSpPr/>
            <p:nvPr/>
          </p:nvSpPr>
          <p:spPr>
            <a:xfrm>
              <a:off x="1678808" y="2183683"/>
              <a:ext cx="24788" cy="18164"/>
            </a:xfrm>
            <a:custGeom>
              <a:avLst/>
              <a:gdLst/>
              <a:ahLst/>
              <a:cxnLst/>
              <a:rect l="l" t="t" r="r" b="b"/>
              <a:pathLst>
                <a:path w="464" h="340" extrusionOk="0">
                  <a:moveTo>
                    <a:pt x="440" y="0"/>
                  </a:moveTo>
                  <a:lnTo>
                    <a:pt x="1" y="316"/>
                  </a:lnTo>
                  <a:lnTo>
                    <a:pt x="53" y="340"/>
                  </a:lnTo>
                  <a:lnTo>
                    <a:pt x="463" y="24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17"/>
            <p:cNvSpPr/>
            <p:nvPr/>
          </p:nvSpPr>
          <p:spPr>
            <a:xfrm>
              <a:off x="1586223" y="2149598"/>
              <a:ext cx="131740" cy="132060"/>
            </a:xfrm>
            <a:custGeom>
              <a:avLst/>
              <a:gdLst/>
              <a:ahLst/>
              <a:cxnLst/>
              <a:rect l="l" t="t" r="r" b="b"/>
              <a:pathLst>
                <a:path w="2466" h="2472" extrusionOk="0">
                  <a:moveTo>
                    <a:pt x="1710" y="0"/>
                  </a:moveTo>
                  <a:cubicBezTo>
                    <a:pt x="1710" y="0"/>
                    <a:pt x="293" y="146"/>
                    <a:pt x="77" y="1077"/>
                  </a:cubicBezTo>
                  <a:cubicBezTo>
                    <a:pt x="1" y="1317"/>
                    <a:pt x="662" y="2295"/>
                    <a:pt x="932" y="2418"/>
                  </a:cubicBezTo>
                  <a:cubicBezTo>
                    <a:pt x="1022" y="2454"/>
                    <a:pt x="1133" y="2471"/>
                    <a:pt x="1252" y="2471"/>
                  </a:cubicBezTo>
                  <a:cubicBezTo>
                    <a:pt x="1611" y="2471"/>
                    <a:pt x="2039" y="2316"/>
                    <a:pt x="2149" y="2079"/>
                  </a:cubicBezTo>
                  <a:cubicBezTo>
                    <a:pt x="2466" y="1440"/>
                    <a:pt x="1710" y="0"/>
                    <a:pt x="1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17"/>
            <p:cNvSpPr/>
            <p:nvPr/>
          </p:nvSpPr>
          <p:spPr>
            <a:xfrm>
              <a:off x="1594023" y="2256554"/>
              <a:ext cx="90177" cy="62504"/>
            </a:xfrm>
            <a:custGeom>
              <a:avLst/>
              <a:gdLst/>
              <a:ahLst/>
              <a:cxnLst/>
              <a:rect l="l" t="t" r="r" b="b"/>
              <a:pathLst>
                <a:path w="1688" h="1170" extrusionOk="0">
                  <a:moveTo>
                    <a:pt x="1687" y="0"/>
                  </a:moveTo>
                  <a:lnTo>
                    <a:pt x="200" y="47"/>
                  </a:lnTo>
                  <a:lnTo>
                    <a:pt x="1" y="855"/>
                  </a:lnTo>
                  <a:cubicBezTo>
                    <a:pt x="216" y="1023"/>
                    <a:pt x="551" y="1170"/>
                    <a:pt x="920" y="1170"/>
                  </a:cubicBezTo>
                  <a:cubicBezTo>
                    <a:pt x="1144" y="1170"/>
                    <a:pt x="1381" y="1116"/>
                    <a:pt x="1611" y="978"/>
                  </a:cubicBezTo>
                  <a:lnTo>
                    <a:pt x="16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17"/>
            <p:cNvSpPr/>
            <p:nvPr/>
          </p:nvSpPr>
          <p:spPr>
            <a:xfrm>
              <a:off x="1559350" y="2114551"/>
              <a:ext cx="142959" cy="164274"/>
            </a:xfrm>
            <a:custGeom>
              <a:avLst/>
              <a:gdLst/>
              <a:ahLst/>
              <a:cxnLst/>
              <a:rect l="l" t="t" r="r" b="b"/>
              <a:pathLst>
                <a:path w="2676" h="3075" extrusionOk="0">
                  <a:moveTo>
                    <a:pt x="1675" y="0"/>
                  </a:moveTo>
                  <a:cubicBezTo>
                    <a:pt x="1593" y="0"/>
                    <a:pt x="1508" y="24"/>
                    <a:pt x="1435" y="71"/>
                  </a:cubicBezTo>
                  <a:cubicBezTo>
                    <a:pt x="1358" y="147"/>
                    <a:pt x="1312" y="217"/>
                    <a:pt x="1236" y="270"/>
                  </a:cubicBezTo>
                  <a:cubicBezTo>
                    <a:pt x="1142" y="340"/>
                    <a:pt x="995" y="363"/>
                    <a:pt x="896" y="393"/>
                  </a:cubicBezTo>
                  <a:cubicBezTo>
                    <a:pt x="703" y="463"/>
                    <a:pt x="433" y="633"/>
                    <a:pt x="357" y="802"/>
                  </a:cubicBezTo>
                  <a:cubicBezTo>
                    <a:pt x="264" y="1097"/>
                    <a:pt x="275" y="1126"/>
                    <a:pt x="283" y="1126"/>
                  </a:cubicBezTo>
                  <a:cubicBezTo>
                    <a:pt x="283" y="1126"/>
                    <a:pt x="283" y="1126"/>
                    <a:pt x="283" y="1126"/>
                  </a:cubicBezTo>
                  <a:lnTo>
                    <a:pt x="283" y="1126"/>
                  </a:lnTo>
                  <a:cubicBezTo>
                    <a:pt x="250" y="1145"/>
                    <a:pt x="1" y="1296"/>
                    <a:pt x="94" y="1657"/>
                  </a:cubicBezTo>
                  <a:cubicBezTo>
                    <a:pt x="164" y="2026"/>
                    <a:pt x="211" y="2172"/>
                    <a:pt x="357" y="2465"/>
                  </a:cubicBezTo>
                  <a:cubicBezTo>
                    <a:pt x="504" y="2805"/>
                    <a:pt x="773" y="3074"/>
                    <a:pt x="773" y="3074"/>
                  </a:cubicBezTo>
                  <a:cubicBezTo>
                    <a:pt x="773" y="3074"/>
                    <a:pt x="1089" y="2928"/>
                    <a:pt x="1118" y="2828"/>
                  </a:cubicBezTo>
                  <a:cubicBezTo>
                    <a:pt x="1142" y="2559"/>
                    <a:pt x="896" y="2366"/>
                    <a:pt x="972" y="2073"/>
                  </a:cubicBezTo>
                  <a:cubicBezTo>
                    <a:pt x="1019" y="2003"/>
                    <a:pt x="1042" y="1927"/>
                    <a:pt x="1066" y="1827"/>
                  </a:cubicBezTo>
                  <a:cubicBezTo>
                    <a:pt x="1066" y="1780"/>
                    <a:pt x="1066" y="1710"/>
                    <a:pt x="1089" y="1634"/>
                  </a:cubicBezTo>
                  <a:cubicBezTo>
                    <a:pt x="1118" y="1534"/>
                    <a:pt x="1189" y="1441"/>
                    <a:pt x="1288" y="1417"/>
                  </a:cubicBezTo>
                  <a:cubicBezTo>
                    <a:pt x="1382" y="1388"/>
                    <a:pt x="1481" y="1388"/>
                    <a:pt x="1558" y="1341"/>
                  </a:cubicBezTo>
                  <a:cubicBezTo>
                    <a:pt x="1628" y="1294"/>
                    <a:pt x="1651" y="1218"/>
                    <a:pt x="1727" y="1171"/>
                  </a:cubicBezTo>
                  <a:cubicBezTo>
                    <a:pt x="1795" y="1117"/>
                    <a:pt x="1876" y="1099"/>
                    <a:pt x="1960" y="1099"/>
                  </a:cubicBezTo>
                  <a:cubicBezTo>
                    <a:pt x="2029" y="1099"/>
                    <a:pt x="2100" y="1111"/>
                    <a:pt x="2166" y="1124"/>
                  </a:cubicBezTo>
                  <a:cubicBezTo>
                    <a:pt x="2214" y="1132"/>
                    <a:pt x="2265" y="1137"/>
                    <a:pt x="2315" y="1137"/>
                  </a:cubicBezTo>
                  <a:cubicBezTo>
                    <a:pt x="2419" y="1137"/>
                    <a:pt x="2523" y="1115"/>
                    <a:pt x="2606" y="1048"/>
                  </a:cubicBezTo>
                  <a:cubicBezTo>
                    <a:pt x="2652" y="978"/>
                    <a:pt x="2676" y="902"/>
                    <a:pt x="2676" y="832"/>
                  </a:cubicBezTo>
                  <a:cubicBezTo>
                    <a:pt x="2676" y="732"/>
                    <a:pt x="2676" y="633"/>
                    <a:pt x="2629" y="539"/>
                  </a:cubicBezTo>
                  <a:cubicBezTo>
                    <a:pt x="2606" y="463"/>
                    <a:pt x="2506" y="393"/>
                    <a:pt x="2407" y="363"/>
                  </a:cubicBezTo>
                  <a:cubicBezTo>
                    <a:pt x="2360" y="340"/>
                    <a:pt x="2313" y="340"/>
                    <a:pt x="2237" y="340"/>
                  </a:cubicBezTo>
                  <a:cubicBezTo>
                    <a:pt x="2114" y="293"/>
                    <a:pt x="2020" y="147"/>
                    <a:pt x="1897" y="71"/>
                  </a:cubicBezTo>
                  <a:cubicBezTo>
                    <a:pt x="1836" y="24"/>
                    <a:pt x="1757" y="0"/>
                    <a:pt x="1675" y="0"/>
                  </a:cubicBezTo>
                  <a:close/>
                </a:path>
              </a:pathLst>
            </a:custGeom>
            <a:solidFill>
              <a:srgbClr val="2D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17"/>
            <p:cNvSpPr/>
            <p:nvPr/>
          </p:nvSpPr>
          <p:spPr>
            <a:xfrm>
              <a:off x="1631901" y="2276267"/>
              <a:ext cx="48241" cy="6304"/>
            </a:xfrm>
            <a:custGeom>
              <a:avLst/>
              <a:gdLst/>
              <a:ahLst/>
              <a:cxnLst/>
              <a:rect l="l" t="t" r="r" b="b"/>
              <a:pathLst>
                <a:path w="903" h="118" extrusionOk="0">
                  <a:moveTo>
                    <a:pt x="902" y="0"/>
                  </a:moveTo>
                  <a:cubicBezTo>
                    <a:pt x="732" y="47"/>
                    <a:pt x="563" y="47"/>
                    <a:pt x="416" y="47"/>
                  </a:cubicBezTo>
                  <a:cubicBezTo>
                    <a:pt x="293" y="47"/>
                    <a:pt x="200" y="47"/>
                    <a:pt x="123" y="24"/>
                  </a:cubicBezTo>
                  <a:lnTo>
                    <a:pt x="24" y="24"/>
                  </a:lnTo>
                  <a:lnTo>
                    <a:pt x="0" y="71"/>
                  </a:lnTo>
                  <a:cubicBezTo>
                    <a:pt x="0" y="94"/>
                    <a:pt x="170" y="117"/>
                    <a:pt x="416" y="117"/>
                  </a:cubicBezTo>
                  <a:cubicBezTo>
                    <a:pt x="563" y="117"/>
                    <a:pt x="732" y="117"/>
                    <a:pt x="902" y="71"/>
                  </a:cubicBezTo>
                  <a:lnTo>
                    <a:pt x="9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17"/>
            <p:cNvSpPr/>
            <p:nvPr/>
          </p:nvSpPr>
          <p:spPr>
            <a:xfrm>
              <a:off x="1671008" y="2204304"/>
              <a:ext cx="16935" cy="35419"/>
            </a:xfrm>
            <a:custGeom>
              <a:avLst/>
              <a:gdLst/>
              <a:ahLst/>
              <a:cxnLst/>
              <a:rect l="l" t="t" r="r" b="b"/>
              <a:pathLst>
                <a:path w="317" h="663" extrusionOk="0">
                  <a:moveTo>
                    <a:pt x="53" y="1"/>
                  </a:moveTo>
                  <a:lnTo>
                    <a:pt x="0" y="53"/>
                  </a:lnTo>
                  <a:cubicBezTo>
                    <a:pt x="0" y="53"/>
                    <a:pt x="0" y="77"/>
                    <a:pt x="24" y="100"/>
                  </a:cubicBezTo>
                  <a:cubicBezTo>
                    <a:pt x="76" y="147"/>
                    <a:pt x="123" y="223"/>
                    <a:pt x="170" y="293"/>
                  </a:cubicBezTo>
                  <a:cubicBezTo>
                    <a:pt x="199" y="346"/>
                    <a:pt x="223" y="370"/>
                    <a:pt x="223" y="393"/>
                  </a:cubicBezTo>
                  <a:cubicBezTo>
                    <a:pt x="246" y="440"/>
                    <a:pt x="246" y="469"/>
                    <a:pt x="246" y="469"/>
                  </a:cubicBezTo>
                  <a:cubicBezTo>
                    <a:pt x="246" y="492"/>
                    <a:pt x="246" y="492"/>
                    <a:pt x="223" y="516"/>
                  </a:cubicBezTo>
                  <a:cubicBezTo>
                    <a:pt x="199" y="539"/>
                    <a:pt x="147" y="539"/>
                    <a:pt x="100" y="563"/>
                  </a:cubicBezTo>
                  <a:lnTo>
                    <a:pt x="53" y="563"/>
                  </a:lnTo>
                  <a:lnTo>
                    <a:pt x="24" y="586"/>
                  </a:lnTo>
                  <a:lnTo>
                    <a:pt x="53" y="662"/>
                  </a:lnTo>
                  <a:cubicBezTo>
                    <a:pt x="53" y="662"/>
                    <a:pt x="100" y="639"/>
                    <a:pt x="170" y="615"/>
                  </a:cubicBezTo>
                  <a:cubicBezTo>
                    <a:pt x="199" y="615"/>
                    <a:pt x="223" y="586"/>
                    <a:pt x="270" y="563"/>
                  </a:cubicBezTo>
                  <a:cubicBezTo>
                    <a:pt x="293" y="539"/>
                    <a:pt x="317" y="516"/>
                    <a:pt x="317" y="469"/>
                  </a:cubicBezTo>
                  <a:cubicBezTo>
                    <a:pt x="317" y="416"/>
                    <a:pt x="293" y="393"/>
                    <a:pt x="270" y="346"/>
                  </a:cubicBezTo>
                  <a:cubicBezTo>
                    <a:pt x="199" y="200"/>
                    <a:pt x="53" y="1"/>
                    <a:pt x="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17"/>
            <p:cNvSpPr/>
            <p:nvPr/>
          </p:nvSpPr>
          <p:spPr>
            <a:xfrm>
              <a:off x="1654126" y="2242182"/>
              <a:ext cx="40387" cy="21209"/>
            </a:xfrm>
            <a:custGeom>
              <a:avLst/>
              <a:gdLst/>
              <a:ahLst/>
              <a:cxnLst/>
              <a:rect l="l" t="t" r="r" b="b"/>
              <a:pathLst>
                <a:path w="756" h="397" extrusionOk="0">
                  <a:moveTo>
                    <a:pt x="633" y="0"/>
                  </a:moveTo>
                  <a:lnTo>
                    <a:pt x="0" y="170"/>
                  </a:lnTo>
                  <a:cubicBezTo>
                    <a:pt x="0" y="170"/>
                    <a:pt x="120" y="397"/>
                    <a:pt x="363" y="397"/>
                  </a:cubicBezTo>
                  <a:cubicBezTo>
                    <a:pt x="409" y="397"/>
                    <a:pt x="460" y="389"/>
                    <a:pt x="515" y="369"/>
                  </a:cubicBezTo>
                  <a:cubicBezTo>
                    <a:pt x="755" y="293"/>
                    <a:pt x="633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17"/>
            <p:cNvSpPr/>
            <p:nvPr/>
          </p:nvSpPr>
          <p:spPr>
            <a:xfrm>
              <a:off x="1684151" y="2197413"/>
              <a:ext cx="6624" cy="8548"/>
            </a:xfrm>
            <a:custGeom>
              <a:avLst/>
              <a:gdLst/>
              <a:ahLst/>
              <a:cxnLst/>
              <a:rect l="l" t="t" r="r" b="b"/>
              <a:pathLst>
                <a:path w="124" h="160" extrusionOk="0">
                  <a:moveTo>
                    <a:pt x="45" y="0"/>
                  </a:moveTo>
                  <a:cubicBezTo>
                    <a:pt x="23" y="0"/>
                    <a:pt x="0" y="20"/>
                    <a:pt x="0" y="36"/>
                  </a:cubicBezTo>
                  <a:cubicBezTo>
                    <a:pt x="24" y="83"/>
                    <a:pt x="24" y="106"/>
                    <a:pt x="47" y="130"/>
                  </a:cubicBezTo>
                  <a:cubicBezTo>
                    <a:pt x="47" y="150"/>
                    <a:pt x="59" y="159"/>
                    <a:pt x="73" y="159"/>
                  </a:cubicBezTo>
                  <a:cubicBezTo>
                    <a:pt x="95" y="159"/>
                    <a:pt x="123" y="138"/>
                    <a:pt x="123" y="106"/>
                  </a:cubicBezTo>
                  <a:cubicBezTo>
                    <a:pt x="100" y="83"/>
                    <a:pt x="100" y="36"/>
                    <a:pt x="71" y="13"/>
                  </a:cubicBezTo>
                  <a:cubicBezTo>
                    <a:pt x="64" y="4"/>
                    <a:pt x="54" y="0"/>
                    <a:pt x="45" y="0"/>
                  </a:cubicBezTo>
                  <a:close/>
                </a:path>
              </a:pathLst>
            </a:custGeom>
            <a:solidFill>
              <a:srgbClr val="0027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17"/>
            <p:cNvSpPr/>
            <p:nvPr/>
          </p:nvSpPr>
          <p:spPr>
            <a:xfrm>
              <a:off x="1677580" y="2184911"/>
              <a:ext cx="15706" cy="7907"/>
            </a:xfrm>
            <a:custGeom>
              <a:avLst/>
              <a:gdLst/>
              <a:ahLst/>
              <a:cxnLst/>
              <a:rect l="l" t="t" r="r" b="b"/>
              <a:pathLst>
                <a:path w="294" h="148" extrusionOk="0">
                  <a:moveTo>
                    <a:pt x="170" y="1"/>
                  </a:moveTo>
                  <a:cubicBezTo>
                    <a:pt x="123" y="1"/>
                    <a:pt x="76" y="24"/>
                    <a:pt x="47" y="47"/>
                  </a:cubicBezTo>
                  <a:cubicBezTo>
                    <a:pt x="24" y="71"/>
                    <a:pt x="0" y="100"/>
                    <a:pt x="0" y="100"/>
                  </a:cubicBezTo>
                  <a:cubicBezTo>
                    <a:pt x="0" y="124"/>
                    <a:pt x="0" y="147"/>
                    <a:pt x="24" y="147"/>
                  </a:cubicBezTo>
                  <a:cubicBezTo>
                    <a:pt x="24" y="147"/>
                    <a:pt x="47" y="147"/>
                    <a:pt x="47" y="124"/>
                  </a:cubicBezTo>
                  <a:cubicBezTo>
                    <a:pt x="47" y="124"/>
                    <a:pt x="76" y="100"/>
                    <a:pt x="100" y="100"/>
                  </a:cubicBezTo>
                  <a:cubicBezTo>
                    <a:pt x="100" y="71"/>
                    <a:pt x="147" y="47"/>
                    <a:pt x="170" y="47"/>
                  </a:cubicBezTo>
                  <a:cubicBezTo>
                    <a:pt x="194" y="47"/>
                    <a:pt x="223" y="71"/>
                    <a:pt x="270" y="100"/>
                  </a:cubicBezTo>
                  <a:cubicBezTo>
                    <a:pt x="270" y="100"/>
                    <a:pt x="293" y="100"/>
                    <a:pt x="293" y="71"/>
                  </a:cubicBezTo>
                  <a:lnTo>
                    <a:pt x="293" y="47"/>
                  </a:lnTo>
                  <a:cubicBezTo>
                    <a:pt x="246" y="24"/>
                    <a:pt x="194" y="1"/>
                    <a:pt x="170" y="1"/>
                  </a:cubicBezTo>
                  <a:close/>
                </a:path>
              </a:pathLst>
            </a:custGeom>
            <a:solidFill>
              <a:srgbClr val="0027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17"/>
            <p:cNvSpPr/>
            <p:nvPr/>
          </p:nvSpPr>
          <p:spPr>
            <a:xfrm>
              <a:off x="1643762" y="2210769"/>
              <a:ext cx="5983" cy="8174"/>
            </a:xfrm>
            <a:custGeom>
              <a:avLst/>
              <a:gdLst/>
              <a:ahLst/>
              <a:cxnLst/>
              <a:rect l="l" t="t" r="r" b="b"/>
              <a:pathLst>
                <a:path w="112" h="153" extrusionOk="0">
                  <a:moveTo>
                    <a:pt x="39" y="1"/>
                  </a:moveTo>
                  <a:cubicBezTo>
                    <a:pt x="19" y="1"/>
                    <a:pt x="1" y="22"/>
                    <a:pt x="1" y="55"/>
                  </a:cubicBezTo>
                  <a:cubicBezTo>
                    <a:pt x="1" y="79"/>
                    <a:pt x="24" y="102"/>
                    <a:pt x="24" y="126"/>
                  </a:cubicBezTo>
                  <a:cubicBezTo>
                    <a:pt x="34" y="145"/>
                    <a:pt x="54" y="153"/>
                    <a:pt x="70" y="153"/>
                  </a:cubicBezTo>
                  <a:cubicBezTo>
                    <a:pt x="93" y="153"/>
                    <a:pt x="112" y="139"/>
                    <a:pt x="95" y="126"/>
                  </a:cubicBezTo>
                  <a:cubicBezTo>
                    <a:pt x="95" y="79"/>
                    <a:pt x="71" y="55"/>
                    <a:pt x="71" y="26"/>
                  </a:cubicBezTo>
                  <a:cubicBezTo>
                    <a:pt x="62" y="9"/>
                    <a:pt x="50" y="1"/>
                    <a:pt x="39" y="1"/>
                  </a:cubicBezTo>
                  <a:close/>
                </a:path>
              </a:pathLst>
            </a:custGeom>
            <a:solidFill>
              <a:srgbClr val="0027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17"/>
            <p:cNvSpPr/>
            <p:nvPr/>
          </p:nvSpPr>
          <p:spPr>
            <a:xfrm>
              <a:off x="1629390" y="2196504"/>
              <a:ext cx="19446" cy="11913"/>
            </a:xfrm>
            <a:custGeom>
              <a:avLst/>
              <a:gdLst/>
              <a:ahLst/>
              <a:cxnLst/>
              <a:rect l="l" t="t" r="r" b="b"/>
              <a:pathLst>
                <a:path w="364" h="223" extrusionOk="0">
                  <a:moveTo>
                    <a:pt x="317" y="0"/>
                  </a:moveTo>
                  <a:cubicBezTo>
                    <a:pt x="247" y="0"/>
                    <a:pt x="124" y="30"/>
                    <a:pt x="24" y="199"/>
                  </a:cubicBezTo>
                  <a:cubicBezTo>
                    <a:pt x="1" y="199"/>
                    <a:pt x="1" y="223"/>
                    <a:pt x="24" y="223"/>
                  </a:cubicBezTo>
                  <a:lnTo>
                    <a:pt x="47" y="223"/>
                  </a:lnTo>
                  <a:cubicBezTo>
                    <a:pt x="147" y="76"/>
                    <a:pt x="270" y="53"/>
                    <a:pt x="317" y="53"/>
                  </a:cubicBezTo>
                  <a:lnTo>
                    <a:pt x="364" y="53"/>
                  </a:lnTo>
                  <a:cubicBezTo>
                    <a:pt x="364" y="30"/>
                    <a:pt x="364" y="0"/>
                    <a:pt x="340" y="0"/>
                  </a:cubicBezTo>
                  <a:close/>
                </a:path>
              </a:pathLst>
            </a:custGeom>
            <a:solidFill>
              <a:srgbClr val="0027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17"/>
            <p:cNvSpPr/>
            <p:nvPr/>
          </p:nvSpPr>
          <p:spPr>
            <a:xfrm>
              <a:off x="1620308" y="2190254"/>
              <a:ext cx="45730" cy="45409"/>
            </a:xfrm>
            <a:custGeom>
              <a:avLst/>
              <a:gdLst/>
              <a:ahLst/>
              <a:cxnLst/>
              <a:rect l="l" t="t" r="r" b="b"/>
              <a:pathLst>
                <a:path w="856" h="850" extrusionOk="0">
                  <a:moveTo>
                    <a:pt x="417" y="47"/>
                  </a:moveTo>
                  <a:cubicBezTo>
                    <a:pt x="534" y="47"/>
                    <a:pt x="610" y="94"/>
                    <a:pt x="680" y="170"/>
                  </a:cubicBezTo>
                  <a:cubicBezTo>
                    <a:pt x="756" y="217"/>
                    <a:pt x="803" y="316"/>
                    <a:pt x="803" y="410"/>
                  </a:cubicBezTo>
                  <a:cubicBezTo>
                    <a:pt x="803" y="533"/>
                    <a:pt x="756" y="609"/>
                    <a:pt x="680" y="679"/>
                  </a:cubicBezTo>
                  <a:cubicBezTo>
                    <a:pt x="610" y="755"/>
                    <a:pt x="534" y="802"/>
                    <a:pt x="417" y="802"/>
                  </a:cubicBezTo>
                  <a:cubicBezTo>
                    <a:pt x="317" y="802"/>
                    <a:pt x="217" y="755"/>
                    <a:pt x="171" y="679"/>
                  </a:cubicBezTo>
                  <a:cubicBezTo>
                    <a:pt x="95" y="609"/>
                    <a:pt x="48" y="533"/>
                    <a:pt x="48" y="410"/>
                  </a:cubicBezTo>
                  <a:cubicBezTo>
                    <a:pt x="48" y="316"/>
                    <a:pt x="95" y="217"/>
                    <a:pt x="171" y="170"/>
                  </a:cubicBezTo>
                  <a:cubicBezTo>
                    <a:pt x="217" y="94"/>
                    <a:pt x="317" y="47"/>
                    <a:pt x="417" y="47"/>
                  </a:cubicBezTo>
                  <a:close/>
                  <a:moveTo>
                    <a:pt x="417" y="0"/>
                  </a:moveTo>
                  <a:cubicBezTo>
                    <a:pt x="194" y="0"/>
                    <a:pt x="1" y="193"/>
                    <a:pt x="1" y="410"/>
                  </a:cubicBezTo>
                  <a:cubicBezTo>
                    <a:pt x="1" y="656"/>
                    <a:pt x="194" y="849"/>
                    <a:pt x="417" y="849"/>
                  </a:cubicBezTo>
                  <a:cubicBezTo>
                    <a:pt x="657" y="849"/>
                    <a:pt x="856" y="656"/>
                    <a:pt x="856" y="410"/>
                  </a:cubicBezTo>
                  <a:cubicBezTo>
                    <a:pt x="856" y="193"/>
                    <a:pt x="657" y="0"/>
                    <a:pt x="417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17"/>
            <p:cNvSpPr/>
            <p:nvPr/>
          </p:nvSpPr>
          <p:spPr>
            <a:xfrm>
              <a:off x="1673840" y="2174600"/>
              <a:ext cx="35045" cy="44127"/>
            </a:xfrm>
            <a:custGeom>
              <a:avLst/>
              <a:gdLst/>
              <a:ahLst/>
              <a:cxnLst/>
              <a:rect l="l" t="t" r="r" b="b"/>
              <a:pathLst>
                <a:path w="656" h="826" extrusionOk="0">
                  <a:moveTo>
                    <a:pt x="264" y="47"/>
                  </a:moveTo>
                  <a:cubicBezTo>
                    <a:pt x="387" y="47"/>
                    <a:pt x="533" y="147"/>
                    <a:pt x="586" y="317"/>
                  </a:cubicBezTo>
                  <a:cubicBezTo>
                    <a:pt x="609" y="363"/>
                    <a:pt x="609" y="440"/>
                    <a:pt x="609" y="486"/>
                  </a:cubicBezTo>
                  <a:cubicBezTo>
                    <a:pt x="609" y="609"/>
                    <a:pt x="556" y="732"/>
                    <a:pt x="439" y="756"/>
                  </a:cubicBezTo>
                  <a:cubicBezTo>
                    <a:pt x="439" y="779"/>
                    <a:pt x="410" y="779"/>
                    <a:pt x="387" y="779"/>
                  </a:cubicBezTo>
                  <a:cubicBezTo>
                    <a:pt x="264" y="779"/>
                    <a:pt x="117" y="656"/>
                    <a:pt x="70" y="510"/>
                  </a:cubicBezTo>
                  <a:cubicBezTo>
                    <a:pt x="47" y="440"/>
                    <a:pt x="47" y="387"/>
                    <a:pt x="47" y="340"/>
                  </a:cubicBezTo>
                  <a:cubicBezTo>
                    <a:pt x="47" y="217"/>
                    <a:pt x="94" y="94"/>
                    <a:pt x="217" y="71"/>
                  </a:cubicBezTo>
                  <a:cubicBezTo>
                    <a:pt x="240" y="47"/>
                    <a:pt x="240" y="47"/>
                    <a:pt x="264" y="47"/>
                  </a:cubicBezTo>
                  <a:close/>
                  <a:moveTo>
                    <a:pt x="264" y="0"/>
                  </a:moveTo>
                  <a:cubicBezTo>
                    <a:pt x="240" y="0"/>
                    <a:pt x="217" y="0"/>
                    <a:pt x="193" y="24"/>
                  </a:cubicBezTo>
                  <a:cubicBezTo>
                    <a:pt x="70" y="47"/>
                    <a:pt x="0" y="194"/>
                    <a:pt x="0" y="340"/>
                  </a:cubicBezTo>
                  <a:cubicBezTo>
                    <a:pt x="0" y="387"/>
                    <a:pt x="0" y="463"/>
                    <a:pt x="23" y="510"/>
                  </a:cubicBezTo>
                  <a:cubicBezTo>
                    <a:pt x="94" y="703"/>
                    <a:pt x="240" y="826"/>
                    <a:pt x="387" y="826"/>
                  </a:cubicBezTo>
                  <a:cubicBezTo>
                    <a:pt x="410" y="826"/>
                    <a:pt x="439" y="826"/>
                    <a:pt x="463" y="803"/>
                  </a:cubicBezTo>
                  <a:cubicBezTo>
                    <a:pt x="586" y="779"/>
                    <a:pt x="656" y="633"/>
                    <a:pt x="656" y="486"/>
                  </a:cubicBezTo>
                  <a:cubicBezTo>
                    <a:pt x="656" y="410"/>
                    <a:pt x="656" y="363"/>
                    <a:pt x="632" y="317"/>
                  </a:cubicBezTo>
                  <a:cubicBezTo>
                    <a:pt x="586" y="118"/>
                    <a:pt x="439" y="0"/>
                    <a:pt x="26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17"/>
            <p:cNvSpPr/>
            <p:nvPr/>
          </p:nvSpPr>
          <p:spPr>
            <a:xfrm>
              <a:off x="1660697" y="2195222"/>
              <a:ext cx="14424" cy="7907"/>
            </a:xfrm>
            <a:custGeom>
              <a:avLst/>
              <a:gdLst/>
              <a:ahLst/>
              <a:cxnLst/>
              <a:rect l="l" t="t" r="r" b="b"/>
              <a:pathLst>
                <a:path w="270" h="148" extrusionOk="0">
                  <a:moveTo>
                    <a:pt x="269" y="1"/>
                  </a:moveTo>
                  <a:lnTo>
                    <a:pt x="0" y="100"/>
                  </a:lnTo>
                  <a:lnTo>
                    <a:pt x="0" y="147"/>
                  </a:lnTo>
                  <a:lnTo>
                    <a:pt x="269" y="5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17"/>
            <p:cNvSpPr/>
            <p:nvPr/>
          </p:nvSpPr>
          <p:spPr>
            <a:xfrm>
              <a:off x="1601877" y="2214936"/>
              <a:ext cx="20995" cy="23506"/>
            </a:xfrm>
            <a:custGeom>
              <a:avLst/>
              <a:gdLst/>
              <a:ahLst/>
              <a:cxnLst/>
              <a:rect l="l" t="t" r="r" b="b"/>
              <a:pathLst>
                <a:path w="393" h="440" extrusionOk="0">
                  <a:moveTo>
                    <a:pt x="346" y="1"/>
                  </a:moveTo>
                  <a:lnTo>
                    <a:pt x="0" y="387"/>
                  </a:lnTo>
                  <a:lnTo>
                    <a:pt x="53" y="440"/>
                  </a:lnTo>
                  <a:lnTo>
                    <a:pt x="393" y="24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17"/>
            <p:cNvSpPr/>
            <p:nvPr/>
          </p:nvSpPr>
          <p:spPr>
            <a:xfrm>
              <a:off x="1592794" y="2231871"/>
              <a:ext cx="37449" cy="36007"/>
            </a:xfrm>
            <a:custGeom>
              <a:avLst/>
              <a:gdLst/>
              <a:ahLst/>
              <a:cxnLst/>
              <a:rect l="l" t="t" r="r" b="b"/>
              <a:pathLst>
                <a:path w="701" h="674" extrusionOk="0">
                  <a:moveTo>
                    <a:pt x="225" y="0"/>
                  </a:moveTo>
                  <a:cubicBezTo>
                    <a:pt x="152" y="0"/>
                    <a:pt x="103" y="54"/>
                    <a:pt x="77" y="123"/>
                  </a:cubicBezTo>
                  <a:cubicBezTo>
                    <a:pt x="1" y="293"/>
                    <a:pt x="246" y="585"/>
                    <a:pt x="346" y="632"/>
                  </a:cubicBezTo>
                  <a:cubicBezTo>
                    <a:pt x="422" y="659"/>
                    <a:pt x="489" y="673"/>
                    <a:pt x="543" y="673"/>
                  </a:cubicBezTo>
                  <a:cubicBezTo>
                    <a:pt x="644" y="673"/>
                    <a:pt x="701" y="623"/>
                    <a:pt x="686" y="509"/>
                  </a:cubicBezTo>
                  <a:lnTo>
                    <a:pt x="440" y="123"/>
                  </a:lnTo>
                  <a:cubicBezTo>
                    <a:pt x="354" y="35"/>
                    <a:pt x="282" y="0"/>
                    <a:pt x="2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17"/>
            <p:cNvSpPr/>
            <p:nvPr/>
          </p:nvSpPr>
          <p:spPr>
            <a:xfrm>
              <a:off x="1680091" y="2308536"/>
              <a:ext cx="387260" cy="371607"/>
            </a:xfrm>
            <a:custGeom>
              <a:avLst/>
              <a:gdLst/>
              <a:ahLst/>
              <a:cxnLst/>
              <a:rect l="l" t="t" r="r" b="b"/>
              <a:pathLst>
                <a:path w="7249" h="6956" extrusionOk="0">
                  <a:moveTo>
                    <a:pt x="175" y="0"/>
                  </a:moveTo>
                  <a:cubicBezTo>
                    <a:pt x="65" y="0"/>
                    <a:pt x="0" y="5"/>
                    <a:pt x="0" y="5"/>
                  </a:cubicBezTo>
                  <a:lnTo>
                    <a:pt x="615" y="2710"/>
                  </a:lnTo>
                  <a:cubicBezTo>
                    <a:pt x="615" y="2710"/>
                    <a:pt x="1417" y="6955"/>
                    <a:pt x="3759" y="6955"/>
                  </a:cubicBezTo>
                  <a:cubicBezTo>
                    <a:pt x="5416" y="6955"/>
                    <a:pt x="7249" y="2470"/>
                    <a:pt x="7249" y="2470"/>
                  </a:cubicBezTo>
                  <a:lnTo>
                    <a:pt x="5762" y="1539"/>
                  </a:lnTo>
                  <a:lnTo>
                    <a:pt x="3759" y="3934"/>
                  </a:lnTo>
                  <a:cubicBezTo>
                    <a:pt x="3759" y="3934"/>
                    <a:pt x="2980" y="1492"/>
                    <a:pt x="2465" y="884"/>
                  </a:cubicBezTo>
                  <a:cubicBezTo>
                    <a:pt x="1821" y="80"/>
                    <a:pt x="622" y="0"/>
                    <a:pt x="1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17"/>
            <p:cNvSpPr/>
            <p:nvPr/>
          </p:nvSpPr>
          <p:spPr>
            <a:xfrm>
              <a:off x="1783308" y="2414209"/>
              <a:ext cx="50698" cy="251513"/>
            </a:xfrm>
            <a:custGeom>
              <a:avLst/>
              <a:gdLst/>
              <a:ahLst/>
              <a:cxnLst/>
              <a:rect l="l" t="t" r="r" b="b"/>
              <a:pathLst>
                <a:path w="949" h="4708" extrusionOk="0">
                  <a:moveTo>
                    <a:pt x="71" y="0"/>
                  </a:moveTo>
                  <a:lnTo>
                    <a:pt x="0" y="24"/>
                  </a:lnTo>
                  <a:cubicBezTo>
                    <a:pt x="47" y="100"/>
                    <a:pt x="94" y="200"/>
                    <a:pt x="147" y="346"/>
                  </a:cubicBezTo>
                  <a:cubicBezTo>
                    <a:pt x="293" y="832"/>
                    <a:pt x="463" y="1757"/>
                    <a:pt x="586" y="2635"/>
                  </a:cubicBezTo>
                  <a:cubicBezTo>
                    <a:pt x="732" y="3514"/>
                    <a:pt x="826" y="4345"/>
                    <a:pt x="879" y="4708"/>
                  </a:cubicBezTo>
                  <a:lnTo>
                    <a:pt x="949" y="4685"/>
                  </a:lnTo>
                  <a:cubicBezTo>
                    <a:pt x="902" y="4298"/>
                    <a:pt x="779" y="3244"/>
                    <a:pt x="609" y="2249"/>
                  </a:cubicBezTo>
                  <a:cubicBezTo>
                    <a:pt x="510" y="1734"/>
                    <a:pt x="440" y="1248"/>
                    <a:pt x="340" y="855"/>
                  </a:cubicBezTo>
                  <a:cubicBezTo>
                    <a:pt x="293" y="639"/>
                    <a:pt x="240" y="463"/>
                    <a:pt x="217" y="317"/>
                  </a:cubicBezTo>
                  <a:cubicBezTo>
                    <a:pt x="170" y="170"/>
                    <a:pt x="117" y="77"/>
                    <a:pt x="71" y="0"/>
                  </a:cubicBezTo>
                  <a:close/>
                </a:path>
              </a:pathLst>
            </a:custGeom>
            <a:solidFill>
              <a:srgbClr val="C93F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17"/>
            <p:cNvSpPr/>
            <p:nvPr/>
          </p:nvSpPr>
          <p:spPr>
            <a:xfrm>
              <a:off x="1582483" y="2287807"/>
              <a:ext cx="69182" cy="62611"/>
            </a:xfrm>
            <a:custGeom>
              <a:avLst/>
              <a:gdLst/>
              <a:ahLst/>
              <a:cxnLst/>
              <a:rect l="l" t="t" r="r" b="b"/>
              <a:pathLst>
                <a:path w="1295" h="1172" extrusionOk="0">
                  <a:moveTo>
                    <a:pt x="293" y="1"/>
                  </a:moveTo>
                  <a:lnTo>
                    <a:pt x="0" y="294"/>
                  </a:lnTo>
                  <a:cubicBezTo>
                    <a:pt x="0" y="294"/>
                    <a:pt x="393" y="1072"/>
                    <a:pt x="1002" y="1172"/>
                  </a:cubicBezTo>
                  <a:lnTo>
                    <a:pt x="1294" y="586"/>
                  </a:lnTo>
                  <a:cubicBezTo>
                    <a:pt x="855" y="516"/>
                    <a:pt x="293" y="1"/>
                    <a:pt x="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17"/>
            <p:cNvSpPr/>
            <p:nvPr/>
          </p:nvSpPr>
          <p:spPr>
            <a:xfrm>
              <a:off x="1651615" y="2293149"/>
              <a:ext cx="40387" cy="54811"/>
            </a:xfrm>
            <a:custGeom>
              <a:avLst/>
              <a:gdLst/>
              <a:ahLst/>
              <a:cxnLst/>
              <a:rect l="l" t="t" r="r" b="b"/>
              <a:pathLst>
                <a:path w="756" h="1026" extrusionOk="0">
                  <a:moveTo>
                    <a:pt x="562" y="1"/>
                  </a:moveTo>
                  <a:cubicBezTo>
                    <a:pt x="363" y="364"/>
                    <a:pt x="0" y="486"/>
                    <a:pt x="0" y="486"/>
                  </a:cubicBezTo>
                  <a:lnTo>
                    <a:pt x="387" y="1025"/>
                  </a:lnTo>
                  <a:cubicBezTo>
                    <a:pt x="709" y="756"/>
                    <a:pt x="756" y="293"/>
                    <a:pt x="756" y="293"/>
                  </a:cubicBezTo>
                  <a:lnTo>
                    <a:pt x="5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17"/>
            <p:cNvSpPr/>
            <p:nvPr/>
          </p:nvSpPr>
          <p:spPr>
            <a:xfrm>
              <a:off x="1973500" y="2403899"/>
              <a:ext cx="83553" cy="58551"/>
            </a:xfrm>
            <a:custGeom>
              <a:avLst/>
              <a:gdLst/>
              <a:ahLst/>
              <a:cxnLst/>
              <a:rect l="l" t="t" r="r" b="b"/>
              <a:pathLst>
                <a:path w="1564" h="1096" extrusionOk="0">
                  <a:moveTo>
                    <a:pt x="47" y="0"/>
                  </a:moveTo>
                  <a:lnTo>
                    <a:pt x="0" y="70"/>
                  </a:lnTo>
                  <a:lnTo>
                    <a:pt x="1534" y="1095"/>
                  </a:lnTo>
                  <a:lnTo>
                    <a:pt x="1564" y="1048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C93F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17"/>
            <p:cNvSpPr/>
            <p:nvPr/>
          </p:nvSpPr>
          <p:spPr>
            <a:xfrm>
              <a:off x="1685380" y="2586236"/>
              <a:ext cx="135479" cy="78264"/>
            </a:xfrm>
            <a:custGeom>
              <a:avLst/>
              <a:gdLst/>
              <a:ahLst/>
              <a:cxnLst/>
              <a:rect l="l" t="t" r="r" b="b"/>
              <a:pathLst>
                <a:path w="2536" h="1465" extrusionOk="0">
                  <a:moveTo>
                    <a:pt x="194" y="1"/>
                  </a:moveTo>
                  <a:lnTo>
                    <a:pt x="1" y="1465"/>
                  </a:lnTo>
                  <a:cubicBezTo>
                    <a:pt x="879" y="1465"/>
                    <a:pt x="2150" y="1418"/>
                    <a:pt x="2173" y="1342"/>
                  </a:cubicBezTo>
                  <a:cubicBezTo>
                    <a:pt x="2173" y="1295"/>
                    <a:pt x="1833" y="1248"/>
                    <a:pt x="1658" y="1224"/>
                  </a:cubicBezTo>
                  <a:cubicBezTo>
                    <a:pt x="1950" y="1224"/>
                    <a:pt x="2319" y="1224"/>
                    <a:pt x="2343" y="1148"/>
                  </a:cubicBezTo>
                  <a:cubicBezTo>
                    <a:pt x="2366" y="1078"/>
                    <a:pt x="1980" y="1002"/>
                    <a:pt x="1734" y="1002"/>
                  </a:cubicBezTo>
                  <a:cubicBezTo>
                    <a:pt x="1950" y="979"/>
                    <a:pt x="2513" y="1002"/>
                    <a:pt x="2536" y="932"/>
                  </a:cubicBezTo>
                  <a:cubicBezTo>
                    <a:pt x="2536" y="832"/>
                    <a:pt x="1804" y="756"/>
                    <a:pt x="1804" y="756"/>
                  </a:cubicBezTo>
                  <a:lnTo>
                    <a:pt x="1804" y="756"/>
                  </a:lnTo>
                  <a:cubicBezTo>
                    <a:pt x="1804" y="756"/>
                    <a:pt x="1898" y="760"/>
                    <a:pt x="2015" y="760"/>
                  </a:cubicBezTo>
                  <a:cubicBezTo>
                    <a:pt x="2214" y="760"/>
                    <a:pt x="2480" y="748"/>
                    <a:pt x="2466" y="686"/>
                  </a:cubicBezTo>
                  <a:cubicBezTo>
                    <a:pt x="2442" y="586"/>
                    <a:pt x="1710" y="563"/>
                    <a:pt x="1658" y="516"/>
                  </a:cubicBezTo>
                  <a:cubicBezTo>
                    <a:pt x="1634" y="463"/>
                    <a:pt x="1950" y="463"/>
                    <a:pt x="1927" y="393"/>
                  </a:cubicBezTo>
                  <a:cubicBezTo>
                    <a:pt x="1880" y="317"/>
                    <a:pt x="194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17"/>
            <p:cNvSpPr/>
            <p:nvPr/>
          </p:nvSpPr>
          <p:spPr>
            <a:xfrm>
              <a:off x="1379148" y="2304743"/>
              <a:ext cx="323153" cy="360976"/>
            </a:xfrm>
            <a:custGeom>
              <a:avLst/>
              <a:gdLst/>
              <a:ahLst/>
              <a:cxnLst/>
              <a:rect l="l" t="t" r="r" b="b"/>
              <a:pathLst>
                <a:path w="6049" h="6757" extrusionOk="0">
                  <a:moveTo>
                    <a:pt x="3391" y="0"/>
                  </a:moveTo>
                  <a:lnTo>
                    <a:pt x="3391" y="0"/>
                  </a:lnTo>
                  <a:cubicBezTo>
                    <a:pt x="2635" y="100"/>
                    <a:pt x="1511" y="369"/>
                    <a:pt x="1148" y="1124"/>
                  </a:cubicBezTo>
                  <a:cubicBezTo>
                    <a:pt x="539" y="2342"/>
                    <a:pt x="0" y="6757"/>
                    <a:pt x="1318" y="6757"/>
                  </a:cubicBezTo>
                  <a:lnTo>
                    <a:pt x="6049" y="6757"/>
                  </a:lnTo>
                  <a:lnTo>
                    <a:pt x="6049" y="5199"/>
                  </a:lnTo>
                  <a:lnTo>
                    <a:pt x="2735" y="4708"/>
                  </a:lnTo>
                  <a:cubicBezTo>
                    <a:pt x="2706" y="4345"/>
                    <a:pt x="2928" y="2395"/>
                    <a:pt x="2928" y="2395"/>
                  </a:cubicBezTo>
                  <a:lnTo>
                    <a:pt x="33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17"/>
            <p:cNvSpPr/>
            <p:nvPr/>
          </p:nvSpPr>
          <p:spPr>
            <a:xfrm>
              <a:off x="1522434" y="2432641"/>
              <a:ext cx="179874" cy="151132"/>
            </a:xfrm>
            <a:custGeom>
              <a:avLst/>
              <a:gdLst/>
              <a:ahLst/>
              <a:cxnLst/>
              <a:rect l="l" t="t" r="r" b="b"/>
              <a:pathLst>
                <a:path w="3367" h="2829" extrusionOk="0">
                  <a:moveTo>
                    <a:pt x="199" y="1"/>
                  </a:moveTo>
                  <a:cubicBezTo>
                    <a:pt x="199" y="1"/>
                    <a:pt x="147" y="440"/>
                    <a:pt x="100" y="949"/>
                  </a:cubicBezTo>
                  <a:cubicBezTo>
                    <a:pt x="53" y="1435"/>
                    <a:pt x="0" y="1997"/>
                    <a:pt x="0" y="2267"/>
                  </a:cubicBezTo>
                  <a:lnTo>
                    <a:pt x="0" y="2314"/>
                  </a:lnTo>
                  <a:lnTo>
                    <a:pt x="0" y="2366"/>
                  </a:lnTo>
                  <a:lnTo>
                    <a:pt x="3367" y="2829"/>
                  </a:lnTo>
                  <a:lnTo>
                    <a:pt x="3367" y="2753"/>
                  </a:lnTo>
                  <a:lnTo>
                    <a:pt x="76" y="2294"/>
                  </a:lnTo>
                  <a:lnTo>
                    <a:pt x="76" y="2294"/>
                  </a:lnTo>
                  <a:lnTo>
                    <a:pt x="76" y="2267"/>
                  </a:lnTo>
                  <a:cubicBezTo>
                    <a:pt x="76" y="2021"/>
                    <a:pt x="123" y="1465"/>
                    <a:pt x="170" y="949"/>
                  </a:cubicBezTo>
                  <a:cubicBezTo>
                    <a:pt x="199" y="704"/>
                    <a:pt x="223" y="463"/>
                    <a:pt x="246" y="294"/>
                  </a:cubicBezTo>
                  <a:cubicBezTo>
                    <a:pt x="269" y="118"/>
                    <a:pt x="269" y="1"/>
                    <a:pt x="269" y="1"/>
                  </a:cubicBezTo>
                  <a:close/>
                </a:path>
              </a:pathLst>
            </a:custGeom>
            <a:solidFill>
              <a:srgbClr val="C93F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17"/>
            <p:cNvSpPr/>
            <p:nvPr/>
          </p:nvSpPr>
          <p:spPr>
            <a:xfrm>
              <a:off x="1671008" y="2578436"/>
              <a:ext cx="6624" cy="87292"/>
            </a:xfrm>
            <a:custGeom>
              <a:avLst/>
              <a:gdLst/>
              <a:ahLst/>
              <a:cxnLst/>
              <a:rect l="l" t="t" r="r" b="b"/>
              <a:pathLst>
                <a:path w="124" h="1634" extrusionOk="0">
                  <a:moveTo>
                    <a:pt x="53" y="0"/>
                  </a:moveTo>
                  <a:lnTo>
                    <a:pt x="0" y="1634"/>
                  </a:lnTo>
                  <a:lnTo>
                    <a:pt x="76" y="163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C93F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17"/>
            <p:cNvSpPr/>
            <p:nvPr/>
          </p:nvSpPr>
          <p:spPr>
            <a:xfrm>
              <a:off x="1633130" y="2652857"/>
              <a:ext cx="237463" cy="12875"/>
            </a:xfrm>
            <a:custGeom>
              <a:avLst/>
              <a:gdLst/>
              <a:ahLst/>
              <a:cxnLst/>
              <a:rect l="l" t="t" r="r" b="b"/>
              <a:pathLst>
                <a:path w="4445" h="241" extrusionOk="0">
                  <a:moveTo>
                    <a:pt x="223" y="1"/>
                  </a:moveTo>
                  <a:cubicBezTo>
                    <a:pt x="100" y="1"/>
                    <a:pt x="1" y="124"/>
                    <a:pt x="1" y="241"/>
                  </a:cubicBezTo>
                  <a:lnTo>
                    <a:pt x="4445" y="241"/>
                  </a:lnTo>
                  <a:lnTo>
                    <a:pt x="44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17"/>
            <p:cNvSpPr/>
            <p:nvPr/>
          </p:nvSpPr>
          <p:spPr>
            <a:xfrm>
              <a:off x="1828665" y="2454545"/>
              <a:ext cx="380742" cy="211179"/>
            </a:xfrm>
            <a:custGeom>
              <a:avLst/>
              <a:gdLst/>
              <a:ahLst/>
              <a:cxnLst/>
              <a:rect l="l" t="t" r="r" b="b"/>
              <a:pathLst>
                <a:path w="7127" h="3953" extrusionOk="0">
                  <a:moveTo>
                    <a:pt x="1564" y="1"/>
                  </a:moveTo>
                  <a:cubicBezTo>
                    <a:pt x="1370" y="1"/>
                    <a:pt x="1201" y="124"/>
                    <a:pt x="1125" y="323"/>
                  </a:cubicBezTo>
                  <a:lnTo>
                    <a:pt x="0" y="3953"/>
                  </a:lnTo>
                  <a:lnTo>
                    <a:pt x="5932" y="3953"/>
                  </a:lnTo>
                  <a:lnTo>
                    <a:pt x="7103" y="223"/>
                  </a:lnTo>
                  <a:cubicBezTo>
                    <a:pt x="7126" y="124"/>
                    <a:pt x="7056" y="1"/>
                    <a:pt x="69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17"/>
            <p:cNvSpPr/>
            <p:nvPr/>
          </p:nvSpPr>
          <p:spPr>
            <a:xfrm>
              <a:off x="1843037" y="2454545"/>
              <a:ext cx="380742" cy="211179"/>
            </a:xfrm>
            <a:custGeom>
              <a:avLst/>
              <a:gdLst/>
              <a:ahLst/>
              <a:cxnLst/>
              <a:rect l="l" t="t" r="r" b="b"/>
              <a:pathLst>
                <a:path w="7127" h="3953" extrusionOk="0">
                  <a:moveTo>
                    <a:pt x="1564" y="1"/>
                  </a:moveTo>
                  <a:cubicBezTo>
                    <a:pt x="1371" y="1"/>
                    <a:pt x="1195" y="124"/>
                    <a:pt x="1125" y="323"/>
                  </a:cubicBezTo>
                  <a:lnTo>
                    <a:pt x="1" y="3953"/>
                  </a:lnTo>
                  <a:lnTo>
                    <a:pt x="5932" y="3953"/>
                  </a:lnTo>
                  <a:lnTo>
                    <a:pt x="7080" y="223"/>
                  </a:lnTo>
                  <a:cubicBezTo>
                    <a:pt x="7126" y="124"/>
                    <a:pt x="7027" y="1"/>
                    <a:pt x="69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17"/>
            <p:cNvSpPr/>
            <p:nvPr/>
          </p:nvSpPr>
          <p:spPr>
            <a:xfrm>
              <a:off x="2021689" y="2547130"/>
              <a:ext cx="46958" cy="32588"/>
            </a:xfrm>
            <a:custGeom>
              <a:avLst/>
              <a:gdLst/>
              <a:ahLst/>
              <a:cxnLst/>
              <a:rect l="l" t="t" r="r" b="b"/>
              <a:pathLst>
                <a:path w="879" h="610" extrusionOk="0">
                  <a:moveTo>
                    <a:pt x="515" y="1"/>
                  </a:moveTo>
                  <a:cubicBezTo>
                    <a:pt x="293" y="1"/>
                    <a:pt x="76" y="124"/>
                    <a:pt x="47" y="294"/>
                  </a:cubicBezTo>
                  <a:cubicBezTo>
                    <a:pt x="0" y="463"/>
                    <a:pt x="146" y="610"/>
                    <a:pt x="369" y="610"/>
                  </a:cubicBezTo>
                  <a:cubicBezTo>
                    <a:pt x="586" y="610"/>
                    <a:pt x="808" y="463"/>
                    <a:pt x="831" y="294"/>
                  </a:cubicBezTo>
                  <a:cubicBezTo>
                    <a:pt x="878" y="124"/>
                    <a:pt x="732" y="1"/>
                    <a:pt x="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17"/>
            <p:cNvSpPr/>
            <p:nvPr/>
          </p:nvSpPr>
          <p:spPr>
            <a:xfrm>
              <a:off x="2357946" y="2590297"/>
              <a:ext cx="33816" cy="49469"/>
            </a:xfrm>
            <a:custGeom>
              <a:avLst/>
              <a:gdLst/>
              <a:ahLst/>
              <a:cxnLst/>
              <a:rect l="l" t="t" r="r" b="b"/>
              <a:pathLst>
                <a:path w="633" h="926" extrusionOk="0">
                  <a:moveTo>
                    <a:pt x="0" y="1"/>
                  </a:moveTo>
                  <a:lnTo>
                    <a:pt x="0" y="147"/>
                  </a:lnTo>
                  <a:lnTo>
                    <a:pt x="317" y="147"/>
                  </a:lnTo>
                  <a:cubicBezTo>
                    <a:pt x="416" y="147"/>
                    <a:pt x="486" y="241"/>
                    <a:pt x="486" y="340"/>
                  </a:cubicBezTo>
                  <a:lnTo>
                    <a:pt x="486" y="610"/>
                  </a:lnTo>
                  <a:cubicBezTo>
                    <a:pt x="486" y="709"/>
                    <a:pt x="416" y="780"/>
                    <a:pt x="317" y="780"/>
                  </a:cubicBezTo>
                  <a:lnTo>
                    <a:pt x="0" y="780"/>
                  </a:lnTo>
                  <a:lnTo>
                    <a:pt x="0" y="926"/>
                  </a:lnTo>
                  <a:lnTo>
                    <a:pt x="317" y="926"/>
                  </a:lnTo>
                  <a:cubicBezTo>
                    <a:pt x="486" y="926"/>
                    <a:pt x="633" y="780"/>
                    <a:pt x="633" y="610"/>
                  </a:cubicBezTo>
                  <a:lnTo>
                    <a:pt x="633" y="340"/>
                  </a:lnTo>
                  <a:cubicBezTo>
                    <a:pt x="633" y="147"/>
                    <a:pt x="486" y="1"/>
                    <a:pt x="3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17"/>
            <p:cNvSpPr/>
            <p:nvPr/>
          </p:nvSpPr>
          <p:spPr>
            <a:xfrm>
              <a:off x="2301956" y="2578436"/>
              <a:ext cx="67900" cy="83553"/>
            </a:xfrm>
            <a:custGeom>
              <a:avLst/>
              <a:gdLst/>
              <a:ahLst/>
              <a:cxnLst/>
              <a:rect l="l" t="t" r="r" b="b"/>
              <a:pathLst>
                <a:path w="1271" h="1564" extrusionOk="0">
                  <a:moveTo>
                    <a:pt x="0" y="0"/>
                  </a:moveTo>
                  <a:lnTo>
                    <a:pt x="0" y="955"/>
                  </a:lnTo>
                  <a:cubicBezTo>
                    <a:pt x="0" y="1294"/>
                    <a:pt x="270" y="1564"/>
                    <a:pt x="609" y="1564"/>
                  </a:cubicBezTo>
                  <a:lnTo>
                    <a:pt x="685" y="1564"/>
                  </a:lnTo>
                  <a:cubicBezTo>
                    <a:pt x="1001" y="1564"/>
                    <a:pt x="1271" y="1294"/>
                    <a:pt x="1271" y="955"/>
                  </a:cubicBezTo>
                  <a:lnTo>
                    <a:pt x="12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17"/>
            <p:cNvSpPr/>
            <p:nvPr/>
          </p:nvSpPr>
          <p:spPr>
            <a:xfrm>
              <a:off x="2291645" y="2650079"/>
              <a:ext cx="89803" cy="15653"/>
            </a:xfrm>
            <a:custGeom>
              <a:avLst/>
              <a:gdLst/>
              <a:ahLst/>
              <a:cxnLst/>
              <a:rect l="l" t="t" r="r" b="b"/>
              <a:pathLst>
                <a:path w="1681" h="293" extrusionOk="0">
                  <a:moveTo>
                    <a:pt x="0" y="0"/>
                  </a:moveTo>
                  <a:cubicBezTo>
                    <a:pt x="0" y="0"/>
                    <a:pt x="0" y="293"/>
                    <a:pt x="463" y="293"/>
                  </a:cubicBezTo>
                  <a:lnTo>
                    <a:pt x="1194" y="293"/>
                  </a:lnTo>
                  <a:cubicBezTo>
                    <a:pt x="1657" y="293"/>
                    <a:pt x="1680" y="0"/>
                    <a:pt x="1680" y="0"/>
                  </a:cubicBezTo>
                  <a:close/>
                </a:path>
              </a:pathLst>
            </a:custGeom>
            <a:solidFill>
              <a:srgbClr val="CFD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17"/>
            <p:cNvSpPr/>
            <p:nvPr/>
          </p:nvSpPr>
          <p:spPr>
            <a:xfrm>
              <a:off x="2751473" y="2652857"/>
              <a:ext cx="238692" cy="12875"/>
            </a:xfrm>
            <a:custGeom>
              <a:avLst/>
              <a:gdLst/>
              <a:ahLst/>
              <a:cxnLst/>
              <a:rect l="l" t="t" r="r" b="b"/>
              <a:pathLst>
                <a:path w="4468" h="241" extrusionOk="0">
                  <a:moveTo>
                    <a:pt x="0" y="1"/>
                  </a:moveTo>
                  <a:lnTo>
                    <a:pt x="0" y="241"/>
                  </a:lnTo>
                  <a:lnTo>
                    <a:pt x="4444" y="241"/>
                  </a:lnTo>
                  <a:cubicBezTo>
                    <a:pt x="4468" y="124"/>
                    <a:pt x="4345" y="1"/>
                    <a:pt x="4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17"/>
            <p:cNvSpPr/>
            <p:nvPr/>
          </p:nvSpPr>
          <p:spPr>
            <a:xfrm>
              <a:off x="2423017" y="2454545"/>
              <a:ext cx="370378" cy="211179"/>
            </a:xfrm>
            <a:custGeom>
              <a:avLst/>
              <a:gdLst/>
              <a:ahLst/>
              <a:cxnLst/>
              <a:rect l="l" t="t" r="r" b="b"/>
              <a:pathLst>
                <a:path w="6933" h="3953" extrusionOk="0">
                  <a:moveTo>
                    <a:pt x="223" y="1"/>
                  </a:moveTo>
                  <a:cubicBezTo>
                    <a:pt x="100" y="1"/>
                    <a:pt x="0" y="124"/>
                    <a:pt x="29" y="223"/>
                  </a:cubicBezTo>
                  <a:lnTo>
                    <a:pt x="1001" y="3953"/>
                  </a:lnTo>
                  <a:lnTo>
                    <a:pt x="6933" y="3953"/>
                  </a:lnTo>
                  <a:lnTo>
                    <a:pt x="5978" y="323"/>
                  </a:lnTo>
                  <a:cubicBezTo>
                    <a:pt x="5931" y="124"/>
                    <a:pt x="5762" y="1"/>
                    <a:pt x="55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p17"/>
            <p:cNvSpPr/>
            <p:nvPr/>
          </p:nvSpPr>
          <p:spPr>
            <a:xfrm>
              <a:off x="2408913" y="2454545"/>
              <a:ext cx="370111" cy="211179"/>
            </a:xfrm>
            <a:custGeom>
              <a:avLst/>
              <a:gdLst/>
              <a:ahLst/>
              <a:cxnLst/>
              <a:rect l="l" t="t" r="r" b="b"/>
              <a:pathLst>
                <a:path w="6928" h="3953" extrusionOk="0">
                  <a:moveTo>
                    <a:pt x="217" y="1"/>
                  </a:moveTo>
                  <a:cubicBezTo>
                    <a:pt x="94" y="1"/>
                    <a:pt x="1" y="124"/>
                    <a:pt x="24" y="223"/>
                  </a:cubicBezTo>
                  <a:lnTo>
                    <a:pt x="996" y="3953"/>
                  </a:lnTo>
                  <a:lnTo>
                    <a:pt x="6927" y="3953"/>
                  </a:lnTo>
                  <a:lnTo>
                    <a:pt x="5973" y="323"/>
                  </a:lnTo>
                  <a:cubicBezTo>
                    <a:pt x="5926" y="124"/>
                    <a:pt x="5756" y="1"/>
                    <a:pt x="55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17"/>
            <p:cNvSpPr/>
            <p:nvPr/>
          </p:nvSpPr>
          <p:spPr>
            <a:xfrm>
              <a:off x="2559999" y="2547130"/>
              <a:ext cx="44501" cy="32588"/>
            </a:xfrm>
            <a:custGeom>
              <a:avLst/>
              <a:gdLst/>
              <a:ahLst/>
              <a:cxnLst/>
              <a:rect l="l" t="t" r="r" b="b"/>
              <a:pathLst>
                <a:path w="833" h="610" extrusionOk="0">
                  <a:moveTo>
                    <a:pt x="364" y="1"/>
                  </a:moveTo>
                  <a:cubicBezTo>
                    <a:pt x="147" y="1"/>
                    <a:pt x="1" y="124"/>
                    <a:pt x="24" y="294"/>
                  </a:cubicBezTo>
                  <a:cubicBezTo>
                    <a:pt x="48" y="463"/>
                    <a:pt x="247" y="610"/>
                    <a:pt x="463" y="610"/>
                  </a:cubicBezTo>
                  <a:cubicBezTo>
                    <a:pt x="686" y="610"/>
                    <a:pt x="832" y="463"/>
                    <a:pt x="803" y="294"/>
                  </a:cubicBezTo>
                  <a:cubicBezTo>
                    <a:pt x="780" y="124"/>
                    <a:pt x="586" y="1"/>
                    <a:pt x="3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17"/>
            <p:cNvSpPr/>
            <p:nvPr/>
          </p:nvSpPr>
          <p:spPr>
            <a:xfrm>
              <a:off x="2941933" y="2590297"/>
              <a:ext cx="33870" cy="49469"/>
            </a:xfrm>
            <a:custGeom>
              <a:avLst/>
              <a:gdLst/>
              <a:ahLst/>
              <a:cxnLst/>
              <a:rect l="l" t="t" r="r" b="b"/>
              <a:pathLst>
                <a:path w="634" h="926" extrusionOk="0">
                  <a:moveTo>
                    <a:pt x="1" y="1"/>
                  </a:moveTo>
                  <a:lnTo>
                    <a:pt x="1" y="147"/>
                  </a:lnTo>
                  <a:lnTo>
                    <a:pt x="317" y="147"/>
                  </a:lnTo>
                  <a:cubicBezTo>
                    <a:pt x="417" y="147"/>
                    <a:pt x="487" y="241"/>
                    <a:pt x="487" y="340"/>
                  </a:cubicBezTo>
                  <a:lnTo>
                    <a:pt x="487" y="610"/>
                  </a:lnTo>
                  <a:cubicBezTo>
                    <a:pt x="487" y="709"/>
                    <a:pt x="417" y="780"/>
                    <a:pt x="317" y="780"/>
                  </a:cubicBezTo>
                  <a:lnTo>
                    <a:pt x="1" y="780"/>
                  </a:lnTo>
                  <a:lnTo>
                    <a:pt x="1" y="926"/>
                  </a:lnTo>
                  <a:lnTo>
                    <a:pt x="317" y="926"/>
                  </a:lnTo>
                  <a:cubicBezTo>
                    <a:pt x="487" y="926"/>
                    <a:pt x="633" y="780"/>
                    <a:pt x="633" y="610"/>
                  </a:cubicBezTo>
                  <a:lnTo>
                    <a:pt x="633" y="340"/>
                  </a:lnTo>
                  <a:cubicBezTo>
                    <a:pt x="633" y="147"/>
                    <a:pt x="487" y="1"/>
                    <a:pt x="3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17"/>
            <p:cNvSpPr/>
            <p:nvPr/>
          </p:nvSpPr>
          <p:spPr>
            <a:xfrm>
              <a:off x="2885944" y="2578436"/>
              <a:ext cx="68862" cy="87292"/>
            </a:xfrm>
            <a:custGeom>
              <a:avLst/>
              <a:gdLst/>
              <a:ahLst/>
              <a:cxnLst/>
              <a:rect l="l" t="t" r="r" b="b"/>
              <a:pathLst>
                <a:path w="1289" h="1634" extrusionOk="0">
                  <a:moveTo>
                    <a:pt x="1" y="0"/>
                  </a:moveTo>
                  <a:lnTo>
                    <a:pt x="1" y="1048"/>
                  </a:lnTo>
                  <a:cubicBezTo>
                    <a:pt x="1" y="1370"/>
                    <a:pt x="264" y="1634"/>
                    <a:pt x="610" y="1634"/>
                  </a:cubicBezTo>
                  <a:lnTo>
                    <a:pt x="680" y="1634"/>
                  </a:lnTo>
                  <a:cubicBezTo>
                    <a:pt x="1026" y="1634"/>
                    <a:pt x="1289" y="1370"/>
                    <a:pt x="1289" y="1048"/>
                  </a:cubicBezTo>
                  <a:lnTo>
                    <a:pt x="12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p17"/>
            <p:cNvSpPr/>
            <p:nvPr/>
          </p:nvSpPr>
          <p:spPr>
            <a:xfrm>
              <a:off x="2875312" y="2650079"/>
              <a:ext cx="90177" cy="15653"/>
            </a:xfrm>
            <a:custGeom>
              <a:avLst/>
              <a:gdLst/>
              <a:ahLst/>
              <a:cxnLst/>
              <a:rect l="l" t="t" r="r" b="b"/>
              <a:pathLst>
                <a:path w="1688" h="293" extrusionOk="0">
                  <a:moveTo>
                    <a:pt x="1" y="0"/>
                  </a:moveTo>
                  <a:cubicBezTo>
                    <a:pt x="1" y="0"/>
                    <a:pt x="1" y="293"/>
                    <a:pt x="463" y="293"/>
                  </a:cubicBezTo>
                  <a:lnTo>
                    <a:pt x="1195" y="293"/>
                  </a:lnTo>
                  <a:cubicBezTo>
                    <a:pt x="1664" y="293"/>
                    <a:pt x="1687" y="0"/>
                    <a:pt x="16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p17"/>
            <p:cNvSpPr/>
            <p:nvPr/>
          </p:nvSpPr>
          <p:spPr>
            <a:xfrm>
              <a:off x="3405875" y="2945997"/>
              <a:ext cx="132969" cy="147606"/>
            </a:xfrm>
            <a:custGeom>
              <a:avLst/>
              <a:gdLst/>
              <a:ahLst/>
              <a:cxnLst/>
              <a:rect l="l" t="t" r="r" b="b"/>
              <a:pathLst>
                <a:path w="2489" h="2763" extrusionOk="0">
                  <a:moveTo>
                    <a:pt x="540" y="1"/>
                  </a:moveTo>
                  <a:cubicBezTo>
                    <a:pt x="427" y="1"/>
                    <a:pt x="318" y="31"/>
                    <a:pt x="223" y="100"/>
                  </a:cubicBezTo>
                  <a:cubicBezTo>
                    <a:pt x="147" y="147"/>
                    <a:pt x="76" y="223"/>
                    <a:pt x="47" y="316"/>
                  </a:cubicBezTo>
                  <a:cubicBezTo>
                    <a:pt x="0" y="492"/>
                    <a:pt x="123" y="685"/>
                    <a:pt x="223" y="832"/>
                  </a:cubicBezTo>
                  <a:cubicBezTo>
                    <a:pt x="463" y="1247"/>
                    <a:pt x="732" y="1634"/>
                    <a:pt x="978" y="2026"/>
                  </a:cubicBezTo>
                  <a:cubicBezTo>
                    <a:pt x="1137" y="2286"/>
                    <a:pt x="1544" y="2763"/>
                    <a:pt x="1915" y="2763"/>
                  </a:cubicBezTo>
                  <a:cubicBezTo>
                    <a:pt x="1996" y="2763"/>
                    <a:pt x="2075" y="2740"/>
                    <a:pt x="2149" y="2688"/>
                  </a:cubicBezTo>
                  <a:cubicBezTo>
                    <a:pt x="2489" y="2442"/>
                    <a:pt x="2295" y="1856"/>
                    <a:pt x="2149" y="1563"/>
                  </a:cubicBezTo>
                  <a:cubicBezTo>
                    <a:pt x="1927" y="1148"/>
                    <a:pt x="1634" y="755"/>
                    <a:pt x="1318" y="439"/>
                  </a:cubicBezTo>
                  <a:cubicBezTo>
                    <a:pt x="1171" y="293"/>
                    <a:pt x="1001" y="147"/>
                    <a:pt x="808" y="53"/>
                  </a:cubicBezTo>
                  <a:cubicBezTo>
                    <a:pt x="721" y="19"/>
                    <a:pt x="629" y="1"/>
                    <a:pt x="5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p17"/>
            <p:cNvSpPr/>
            <p:nvPr/>
          </p:nvSpPr>
          <p:spPr>
            <a:xfrm>
              <a:off x="3428046" y="2962879"/>
              <a:ext cx="65122" cy="84835"/>
            </a:xfrm>
            <a:custGeom>
              <a:avLst/>
              <a:gdLst/>
              <a:ahLst/>
              <a:cxnLst/>
              <a:rect l="l" t="t" r="r" b="b"/>
              <a:pathLst>
                <a:path w="1219" h="1588" extrusionOk="0">
                  <a:moveTo>
                    <a:pt x="71" y="0"/>
                  </a:moveTo>
                  <a:lnTo>
                    <a:pt x="1" y="76"/>
                  </a:lnTo>
                  <a:cubicBezTo>
                    <a:pt x="440" y="516"/>
                    <a:pt x="832" y="1025"/>
                    <a:pt x="1125" y="1587"/>
                  </a:cubicBezTo>
                  <a:lnTo>
                    <a:pt x="1219" y="1540"/>
                  </a:lnTo>
                  <a:cubicBezTo>
                    <a:pt x="903" y="978"/>
                    <a:pt x="510" y="439"/>
                    <a:pt x="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p17"/>
            <p:cNvSpPr/>
            <p:nvPr/>
          </p:nvSpPr>
          <p:spPr>
            <a:xfrm>
              <a:off x="3505031" y="2702275"/>
              <a:ext cx="132969" cy="147286"/>
            </a:xfrm>
            <a:custGeom>
              <a:avLst/>
              <a:gdLst/>
              <a:ahLst/>
              <a:cxnLst/>
              <a:rect l="l" t="t" r="r" b="b"/>
              <a:pathLst>
                <a:path w="2489" h="2757" extrusionOk="0">
                  <a:moveTo>
                    <a:pt x="543" y="0"/>
                  </a:moveTo>
                  <a:cubicBezTo>
                    <a:pt x="427" y="0"/>
                    <a:pt x="314" y="31"/>
                    <a:pt x="217" y="101"/>
                  </a:cubicBezTo>
                  <a:cubicBezTo>
                    <a:pt x="147" y="147"/>
                    <a:pt x="71" y="223"/>
                    <a:pt x="47" y="294"/>
                  </a:cubicBezTo>
                  <a:cubicBezTo>
                    <a:pt x="0" y="464"/>
                    <a:pt x="94" y="663"/>
                    <a:pt x="217" y="832"/>
                  </a:cubicBezTo>
                  <a:cubicBezTo>
                    <a:pt x="463" y="1219"/>
                    <a:pt x="732" y="1611"/>
                    <a:pt x="972" y="2003"/>
                  </a:cubicBezTo>
                  <a:cubicBezTo>
                    <a:pt x="1136" y="2264"/>
                    <a:pt x="1548" y="2756"/>
                    <a:pt x="1917" y="2756"/>
                  </a:cubicBezTo>
                  <a:cubicBezTo>
                    <a:pt x="1995" y="2756"/>
                    <a:pt x="2071" y="2734"/>
                    <a:pt x="2143" y="2683"/>
                  </a:cubicBezTo>
                  <a:cubicBezTo>
                    <a:pt x="2489" y="2443"/>
                    <a:pt x="2290" y="1857"/>
                    <a:pt x="2120" y="1564"/>
                  </a:cubicBezTo>
                  <a:cubicBezTo>
                    <a:pt x="1903" y="1125"/>
                    <a:pt x="1634" y="756"/>
                    <a:pt x="1294" y="417"/>
                  </a:cubicBezTo>
                  <a:cubicBezTo>
                    <a:pt x="1148" y="270"/>
                    <a:pt x="1001" y="124"/>
                    <a:pt x="802" y="48"/>
                  </a:cubicBezTo>
                  <a:cubicBezTo>
                    <a:pt x="719" y="18"/>
                    <a:pt x="631" y="0"/>
                    <a:pt x="5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17"/>
            <p:cNvSpPr/>
            <p:nvPr/>
          </p:nvSpPr>
          <p:spPr>
            <a:xfrm>
              <a:off x="3527203" y="2717928"/>
              <a:ext cx="63893" cy="84835"/>
            </a:xfrm>
            <a:custGeom>
              <a:avLst/>
              <a:gdLst/>
              <a:ahLst/>
              <a:cxnLst/>
              <a:rect l="l" t="t" r="r" b="b"/>
              <a:pathLst>
                <a:path w="1196" h="1588" extrusionOk="0">
                  <a:moveTo>
                    <a:pt x="71" y="1"/>
                  </a:moveTo>
                  <a:lnTo>
                    <a:pt x="1" y="77"/>
                  </a:lnTo>
                  <a:cubicBezTo>
                    <a:pt x="440" y="516"/>
                    <a:pt x="827" y="1025"/>
                    <a:pt x="1119" y="1587"/>
                  </a:cubicBezTo>
                  <a:lnTo>
                    <a:pt x="1195" y="1541"/>
                  </a:lnTo>
                  <a:cubicBezTo>
                    <a:pt x="903" y="979"/>
                    <a:pt x="510" y="463"/>
                    <a:pt x="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17"/>
            <p:cNvSpPr/>
            <p:nvPr/>
          </p:nvSpPr>
          <p:spPr>
            <a:xfrm>
              <a:off x="3176575" y="2926818"/>
              <a:ext cx="188955" cy="157596"/>
            </a:xfrm>
            <a:custGeom>
              <a:avLst/>
              <a:gdLst/>
              <a:ahLst/>
              <a:cxnLst/>
              <a:rect l="l" t="t" r="r" b="b"/>
              <a:pathLst>
                <a:path w="3537" h="2950" extrusionOk="0">
                  <a:moveTo>
                    <a:pt x="2542" y="1"/>
                  </a:moveTo>
                  <a:cubicBezTo>
                    <a:pt x="2309" y="1"/>
                    <a:pt x="2062" y="71"/>
                    <a:pt x="1880" y="142"/>
                  </a:cubicBezTo>
                  <a:cubicBezTo>
                    <a:pt x="1218" y="412"/>
                    <a:pt x="586" y="851"/>
                    <a:pt x="270" y="1483"/>
                  </a:cubicBezTo>
                  <a:cubicBezTo>
                    <a:pt x="94" y="1823"/>
                    <a:pt x="0" y="2215"/>
                    <a:pt x="123" y="2555"/>
                  </a:cubicBezTo>
                  <a:cubicBezTo>
                    <a:pt x="190" y="2765"/>
                    <a:pt x="366" y="2949"/>
                    <a:pt x="573" y="2949"/>
                  </a:cubicBezTo>
                  <a:cubicBezTo>
                    <a:pt x="585" y="2949"/>
                    <a:pt x="597" y="2948"/>
                    <a:pt x="609" y="2947"/>
                  </a:cubicBezTo>
                  <a:cubicBezTo>
                    <a:pt x="680" y="2924"/>
                    <a:pt x="756" y="2871"/>
                    <a:pt x="826" y="2848"/>
                  </a:cubicBezTo>
                  <a:cubicBezTo>
                    <a:pt x="1411" y="2485"/>
                    <a:pt x="1927" y="2045"/>
                    <a:pt x="2389" y="1530"/>
                  </a:cubicBezTo>
                  <a:cubicBezTo>
                    <a:pt x="2659" y="1214"/>
                    <a:pt x="3537" y="582"/>
                    <a:pt x="2998" y="142"/>
                  </a:cubicBezTo>
                  <a:cubicBezTo>
                    <a:pt x="2874" y="39"/>
                    <a:pt x="2712" y="1"/>
                    <a:pt x="25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17"/>
            <p:cNvSpPr/>
            <p:nvPr/>
          </p:nvSpPr>
          <p:spPr>
            <a:xfrm>
              <a:off x="3239136" y="2943486"/>
              <a:ext cx="93863" cy="83553"/>
            </a:xfrm>
            <a:custGeom>
              <a:avLst/>
              <a:gdLst/>
              <a:ahLst/>
              <a:cxnLst/>
              <a:rect l="l" t="t" r="r" b="b"/>
              <a:pathLst>
                <a:path w="1757" h="1564" extrusionOk="0">
                  <a:moveTo>
                    <a:pt x="1704" y="0"/>
                  </a:moveTo>
                  <a:cubicBezTo>
                    <a:pt x="1072" y="416"/>
                    <a:pt x="486" y="902"/>
                    <a:pt x="0" y="1487"/>
                  </a:cubicBezTo>
                  <a:lnTo>
                    <a:pt x="71" y="1564"/>
                  </a:lnTo>
                  <a:cubicBezTo>
                    <a:pt x="562" y="978"/>
                    <a:pt x="1119" y="486"/>
                    <a:pt x="1757" y="71"/>
                  </a:cubicBezTo>
                  <a:lnTo>
                    <a:pt x="17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17"/>
            <p:cNvSpPr/>
            <p:nvPr/>
          </p:nvSpPr>
          <p:spPr>
            <a:xfrm>
              <a:off x="3207829" y="2512083"/>
              <a:ext cx="200548" cy="127039"/>
            </a:xfrm>
            <a:custGeom>
              <a:avLst/>
              <a:gdLst/>
              <a:ahLst/>
              <a:cxnLst/>
              <a:rect l="l" t="t" r="r" b="b"/>
              <a:pathLst>
                <a:path w="3754" h="2378" extrusionOk="0">
                  <a:moveTo>
                    <a:pt x="1180" y="1"/>
                  </a:moveTo>
                  <a:cubicBezTo>
                    <a:pt x="850" y="1"/>
                    <a:pt x="523" y="67"/>
                    <a:pt x="217" y="218"/>
                  </a:cubicBezTo>
                  <a:cubicBezTo>
                    <a:pt x="124" y="270"/>
                    <a:pt x="24" y="317"/>
                    <a:pt x="1" y="417"/>
                  </a:cubicBezTo>
                  <a:cubicBezTo>
                    <a:pt x="1" y="487"/>
                    <a:pt x="24" y="587"/>
                    <a:pt x="71" y="657"/>
                  </a:cubicBezTo>
                  <a:cubicBezTo>
                    <a:pt x="217" y="903"/>
                    <a:pt x="440" y="1119"/>
                    <a:pt x="657" y="1295"/>
                  </a:cubicBezTo>
                  <a:cubicBezTo>
                    <a:pt x="1242" y="1734"/>
                    <a:pt x="1951" y="1904"/>
                    <a:pt x="2583" y="2197"/>
                  </a:cubicBezTo>
                  <a:cubicBezTo>
                    <a:pt x="2796" y="2295"/>
                    <a:pt x="3049" y="2378"/>
                    <a:pt x="3285" y="2378"/>
                  </a:cubicBezTo>
                  <a:cubicBezTo>
                    <a:pt x="3457" y="2378"/>
                    <a:pt x="3621" y="2334"/>
                    <a:pt x="3754" y="2220"/>
                  </a:cubicBezTo>
                  <a:lnTo>
                    <a:pt x="3584" y="1535"/>
                  </a:lnTo>
                  <a:cubicBezTo>
                    <a:pt x="3514" y="1049"/>
                    <a:pt x="3098" y="657"/>
                    <a:pt x="2683" y="417"/>
                  </a:cubicBezTo>
                  <a:cubicBezTo>
                    <a:pt x="2222" y="163"/>
                    <a:pt x="1697" y="1"/>
                    <a:pt x="1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17"/>
            <p:cNvSpPr/>
            <p:nvPr/>
          </p:nvSpPr>
          <p:spPr>
            <a:xfrm>
              <a:off x="3284814" y="2685392"/>
              <a:ext cx="88575" cy="491487"/>
            </a:xfrm>
            <a:custGeom>
              <a:avLst/>
              <a:gdLst/>
              <a:ahLst/>
              <a:cxnLst/>
              <a:rect l="l" t="t" r="r" b="b"/>
              <a:pathLst>
                <a:path w="1658" h="9200" extrusionOk="0">
                  <a:moveTo>
                    <a:pt x="70" y="1"/>
                  </a:moveTo>
                  <a:lnTo>
                    <a:pt x="0" y="48"/>
                  </a:lnTo>
                  <a:cubicBezTo>
                    <a:pt x="679" y="1465"/>
                    <a:pt x="925" y="2975"/>
                    <a:pt x="1048" y="4515"/>
                  </a:cubicBezTo>
                  <a:cubicBezTo>
                    <a:pt x="1195" y="6049"/>
                    <a:pt x="1242" y="7612"/>
                    <a:pt x="1558" y="9199"/>
                  </a:cubicBezTo>
                  <a:lnTo>
                    <a:pt x="1657" y="9176"/>
                  </a:lnTo>
                  <a:cubicBezTo>
                    <a:pt x="1341" y="7612"/>
                    <a:pt x="1288" y="6049"/>
                    <a:pt x="1142" y="4492"/>
                  </a:cubicBezTo>
                  <a:cubicBezTo>
                    <a:pt x="996" y="2952"/>
                    <a:pt x="779" y="1441"/>
                    <a:pt x="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17"/>
            <p:cNvSpPr/>
            <p:nvPr/>
          </p:nvSpPr>
          <p:spPr>
            <a:xfrm>
              <a:off x="3451553" y="2656650"/>
              <a:ext cx="78211" cy="492662"/>
            </a:xfrm>
            <a:custGeom>
              <a:avLst/>
              <a:gdLst/>
              <a:ahLst/>
              <a:cxnLst/>
              <a:rect l="l" t="t" r="r" b="b"/>
              <a:pathLst>
                <a:path w="1464" h="9222" extrusionOk="0">
                  <a:moveTo>
                    <a:pt x="1440" y="0"/>
                  </a:moveTo>
                  <a:cubicBezTo>
                    <a:pt x="1364" y="0"/>
                    <a:pt x="1317" y="24"/>
                    <a:pt x="1271" y="76"/>
                  </a:cubicBezTo>
                  <a:cubicBezTo>
                    <a:pt x="1171" y="147"/>
                    <a:pt x="1124" y="223"/>
                    <a:pt x="1072" y="316"/>
                  </a:cubicBezTo>
                  <a:cubicBezTo>
                    <a:pt x="1025" y="416"/>
                    <a:pt x="1001" y="539"/>
                    <a:pt x="978" y="638"/>
                  </a:cubicBezTo>
                  <a:cubicBezTo>
                    <a:pt x="463" y="3127"/>
                    <a:pt x="0" y="6611"/>
                    <a:pt x="0" y="9199"/>
                  </a:cubicBezTo>
                  <a:lnTo>
                    <a:pt x="0" y="9222"/>
                  </a:lnTo>
                  <a:lnTo>
                    <a:pt x="100" y="9222"/>
                  </a:lnTo>
                  <a:lnTo>
                    <a:pt x="100" y="9199"/>
                  </a:lnTo>
                  <a:cubicBezTo>
                    <a:pt x="100" y="6640"/>
                    <a:pt x="562" y="3150"/>
                    <a:pt x="1072" y="638"/>
                  </a:cubicBezTo>
                  <a:cubicBezTo>
                    <a:pt x="1095" y="515"/>
                    <a:pt x="1148" y="392"/>
                    <a:pt x="1218" y="269"/>
                  </a:cubicBezTo>
                  <a:cubicBezTo>
                    <a:pt x="1241" y="223"/>
                    <a:pt x="1271" y="199"/>
                    <a:pt x="1317" y="147"/>
                  </a:cubicBezTo>
                  <a:cubicBezTo>
                    <a:pt x="1364" y="123"/>
                    <a:pt x="1388" y="100"/>
                    <a:pt x="1464" y="100"/>
                  </a:cubicBezTo>
                  <a:lnTo>
                    <a:pt x="14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17"/>
            <p:cNvSpPr/>
            <p:nvPr/>
          </p:nvSpPr>
          <p:spPr>
            <a:xfrm>
              <a:off x="3249447" y="2853413"/>
              <a:ext cx="79493" cy="358465"/>
            </a:xfrm>
            <a:custGeom>
              <a:avLst/>
              <a:gdLst/>
              <a:ahLst/>
              <a:cxnLst/>
              <a:rect l="l" t="t" r="r" b="b"/>
              <a:pathLst>
                <a:path w="1488" h="6710" extrusionOk="0">
                  <a:moveTo>
                    <a:pt x="100" y="0"/>
                  </a:moveTo>
                  <a:lnTo>
                    <a:pt x="1" y="53"/>
                  </a:lnTo>
                  <a:cubicBezTo>
                    <a:pt x="563" y="1101"/>
                    <a:pt x="709" y="2172"/>
                    <a:pt x="832" y="3296"/>
                  </a:cubicBezTo>
                  <a:cubicBezTo>
                    <a:pt x="978" y="4421"/>
                    <a:pt x="1049" y="5562"/>
                    <a:pt x="1418" y="6710"/>
                  </a:cubicBezTo>
                  <a:lnTo>
                    <a:pt x="1488" y="6687"/>
                  </a:lnTo>
                  <a:cubicBezTo>
                    <a:pt x="1148" y="5562"/>
                    <a:pt x="1049" y="4421"/>
                    <a:pt x="926" y="3296"/>
                  </a:cubicBezTo>
                  <a:cubicBezTo>
                    <a:pt x="809" y="2172"/>
                    <a:pt x="633" y="1054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17"/>
            <p:cNvSpPr/>
            <p:nvPr/>
          </p:nvSpPr>
          <p:spPr>
            <a:xfrm>
              <a:off x="3048623" y="2815428"/>
              <a:ext cx="237463" cy="173783"/>
            </a:xfrm>
            <a:custGeom>
              <a:avLst/>
              <a:gdLst/>
              <a:ahLst/>
              <a:cxnLst/>
              <a:rect l="l" t="t" r="r" b="b"/>
              <a:pathLst>
                <a:path w="4445" h="3253" extrusionOk="0">
                  <a:moveTo>
                    <a:pt x="3128" y="1"/>
                  </a:moveTo>
                  <a:cubicBezTo>
                    <a:pt x="2898" y="1"/>
                    <a:pt x="2668" y="46"/>
                    <a:pt x="2489" y="102"/>
                  </a:cubicBezTo>
                  <a:cubicBezTo>
                    <a:pt x="1663" y="325"/>
                    <a:pt x="879" y="740"/>
                    <a:pt x="393" y="1472"/>
                  </a:cubicBezTo>
                  <a:cubicBezTo>
                    <a:pt x="147" y="1812"/>
                    <a:pt x="1" y="2274"/>
                    <a:pt x="100" y="2713"/>
                  </a:cubicBezTo>
                  <a:cubicBezTo>
                    <a:pt x="176" y="2983"/>
                    <a:pt x="369" y="3252"/>
                    <a:pt x="662" y="3252"/>
                  </a:cubicBezTo>
                  <a:cubicBezTo>
                    <a:pt x="732" y="3252"/>
                    <a:pt x="832" y="3199"/>
                    <a:pt x="932" y="3153"/>
                  </a:cubicBezTo>
                  <a:cubicBezTo>
                    <a:pt x="1640" y="2813"/>
                    <a:pt x="2319" y="2374"/>
                    <a:pt x="2928" y="1812"/>
                  </a:cubicBezTo>
                  <a:cubicBezTo>
                    <a:pt x="3297" y="1496"/>
                    <a:pt x="4445" y="834"/>
                    <a:pt x="3859" y="248"/>
                  </a:cubicBezTo>
                  <a:cubicBezTo>
                    <a:pt x="3672" y="64"/>
                    <a:pt x="3400" y="1"/>
                    <a:pt x="3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17"/>
            <p:cNvSpPr/>
            <p:nvPr/>
          </p:nvSpPr>
          <p:spPr>
            <a:xfrm>
              <a:off x="3126837" y="2839309"/>
              <a:ext cx="120147" cy="86064"/>
            </a:xfrm>
            <a:custGeom>
              <a:avLst/>
              <a:gdLst/>
              <a:ahLst/>
              <a:cxnLst/>
              <a:rect l="l" t="t" r="r" b="b"/>
              <a:pathLst>
                <a:path w="2249" h="1611" extrusionOk="0">
                  <a:moveTo>
                    <a:pt x="2196" y="1"/>
                  </a:moveTo>
                  <a:cubicBezTo>
                    <a:pt x="1394" y="387"/>
                    <a:pt x="662" y="902"/>
                    <a:pt x="0" y="1535"/>
                  </a:cubicBezTo>
                  <a:lnTo>
                    <a:pt x="76" y="1611"/>
                  </a:lnTo>
                  <a:cubicBezTo>
                    <a:pt x="709" y="972"/>
                    <a:pt x="1441" y="463"/>
                    <a:pt x="2249" y="94"/>
                  </a:cubicBezTo>
                  <a:lnTo>
                    <a:pt x="21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p17"/>
            <p:cNvSpPr/>
            <p:nvPr/>
          </p:nvSpPr>
          <p:spPr>
            <a:xfrm>
              <a:off x="3138697" y="2670701"/>
              <a:ext cx="163045" cy="86598"/>
            </a:xfrm>
            <a:custGeom>
              <a:avLst/>
              <a:gdLst/>
              <a:ahLst/>
              <a:cxnLst/>
              <a:rect l="l" t="t" r="r" b="b"/>
              <a:pathLst>
                <a:path w="3052" h="1621" extrusionOk="0">
                  <a:moveTo>
                    <a:pt x="1505" y="1"/>
                  </a:moveTo>
                  <a:cubicBezTo>
                    <a:pt x="1183" y="1"/>
                    <a:pt x="874" y="60"/>
                    <a:pt x="586" y="229"/>
                  </a:cubicBezTo>
                  <a:cubicBezTo>
                    <a:pt x="270" y="446"/>
                    <a:pt x="24" y="785"/>
                    <a:pt x="24" y="1178"/>
                  </a:cubicBezTo>
                  <a:cubicBezTo>
                    <a:pt x="1" y="1254"/>
                    <a:pt x="24" y="1300"/>
                    <a:pt x="48" y="1347"/>
                  </a:cubicBezTo>
                  <a:cubicBezTo>
                    <a:pt x="71" y="1423"/>
                    <a:pt x="147" y="1470"/>
                    <a:pt x="217" y="1494"/>
                  </a:cubicBezTo>
                  <a:cubicBezTo>
                    <a:pt x="438" y="1587"/>
                    <a:pt x="666" y="1621"/>
                    <a:pt x="898" y="1621"/>
                  </a:cubicBezTo>
                  <a:cubicBezTo>
                    <a:pt x="1029" y="1621"/>
                    <a:pt x="1162" y="1610"/>
                    <a:pt x="1295" y="1593"/>
                  </a:cubicBezTo>
                  <a:cubicBezTo>
                    <a:pt x="1658" y="1546"/>
                    <a:pt x="2003" y="1423"/>
                    <a:pt x="2343" y="1300"/>
                  </a:cubicBezTo>
                  <a:cubicBezTo>
                    <a:pt x="2489" y="1224"/>
                    <a:pt x="2636" y="1178"/>
                    <a:pt x="2759" y="1078"/>
                  </a:cubicBezTo>
                  <a:cubicBezTo>
                    <a:pt x="2928" y="961"/>
                    <a:pt x="3051" y="692"/>
                    <a:pt x="2999" y="469"/>
                  </a:cubicBezTo>
                  <a:cubicBezTo>
                    <a:pt x="2882" y="53"/>
                    <a:pt x="2003" y="30"/>
                    <a:pt x="1681" y="6"/>
                  </a:cubicBezTo>
                  <a:cubicBezTo>
                    <a:pt x="1622" y="3"/>
                    <a:pt x="1563" y="1"/>
                    <a:pt x="15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17"/>
            <p:cNvSpPr/>
            <p:nvPr/>
          </p:nvSpPr>
          <p:spPr>
            <a:xfrm>
              <a:off x="3185657" y="2696986"/>
              <a:ext cx="102945" cy="17255"/>
            </a:xfrm>
            <a:custGeom>
              <a:avLst/>
              <a:gdLst/>
              <a:ahLst/>
              <a:cxnLst/>
              <a:rect l="l" t="t" r="r" b="b"/>
              <a:pathLst>
                <a:path w="1927" h="323" extrusionOk="0">
                  <a:moveTo>
                    <a:pt x="1587" y="0"/>
                  </a:moveTo>
                  <a:cubicBezTo>
                    <a:pt x="1048" y="0"/>
                    <a:pt x="510" y="77"/>
                    <a:pt x="0" y="223"/>
                  </a:cubicBezTo>
                  <a:lnTo>
                    <a:pt x="24" y="322"/>
                  </a:lnTo>
                  <a:cubicBezTo>
                    <a:pt x="539" y="176"/>
                    <a:pt x="1048" y="100"/>
                    <a:pt x="1587" y="100"/>
                  </a:cubicBezTo>
                  <a:cubicBezTo>
                    <a:pt x="1681" y="100"/>
                    <a:pt x="1804" y="123"/>
                    <a:pt x="1926" y="123"/>
                  </a:cubicBezTo>
                  <a:lnTo>
                    <a:pt x="1926" y="30"/>
                  </a:lnTo>
                  <a:cubicBezTo>
                    <a:pt x="1804" y="30"/>
                    <a:pt x="1681" y="0"/>
                    <a:pt x="15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17"/>
            <p:cNvSpPr/>
            <p:nvPr/>
          </p:nvSpPr>
          <p:spPr>
            <a:xfrm>
              <a:off x="3177804" y="2743465"/>
              <a:ext cx="156475" cy="225550"/>
            </a:xfrm>
            <a:custGeom>
              <a:avLst/>
              <a:gdLst/>
              <a:ahLst/>
              <a:cxnLst/>
              <a:rect l="l" t="t" r="r" b="b"/>
              <a:pathLst>
                <a:path w="2929" h="4222" extrusionOk="0">
                  <a:moveTo>
                    <a:pt x="2268" y="1"/>
                  </a:moveTo>
                  <a:cubicBezTo>
                    <a:pt x="2227" y="1"/>
                    <a:pt x="2187" y="4"/>
                    <a:pt x="2150" y="9"/>
                  </a:cubicBezTo>
                  <a:cubicBezTo>
                    <a:pt x="1757" y="61"/>
                    <a:pt x="1441" y="278"/>
                    <a:pt x="1148" y="571"/>
                  </a:cubicBezTo>
                  <a:cubicBezTo>
                    <a:pt x="657" y="1086"/>
                    <a:pt x="340" y="1765"/>
                    <a:pt x="247" y="2474"/>
                  </a:cubicBezTo>
                  <a:cubicBezTo>
                    <a:pt x="171" y="2889"/>
                    <a:pt x="1" y="3961"/>
                    <a:pt x="487" y="4183"/>
                  </a:cubicBezTo>
                  <a:cubicBezTo>
                    <a:pt x="543" y="4209"/>
                    <a:pt x="601" y="4221"/>
                    <a:pt x="658" y="4221"/>
                  </a:cubicBezTo>
                  <a:cubicBezTo>
                    <a:pt x="1254" y="4221"/>
                    <a:pt x="1899" y="2950"/>
                    <a:pt x="2097" y="2550"/>
                  </a:cubicBezTo>
                  <a:cubicBezTo>
                    <a:pt x="2319" y="2087"/>
                    <a:pt x="2559" y="1619"/>
                    <a:pt x="2735" y="1109"/>
                  </a:cubicBezTo>
                  <a:cubicBezTo>
                    <a:pt x="2852" y="793"/>
                    <a:pt x="2928" y="354"/>
                    <a:pt x="2659" y="132"/>
                  </a:cubicBezTo>
                  <a:cubicBezTo>
                    <a:pt x="2563" y="36"/>
                    <a:pt x="2411" y="1"/>
                    <a:pt x="2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17"/>
            <p:cNvSpPr/>
            <p:nvPr/>
          </p:nvSpPr>
          <p:spPr>
            <a:xfrm>
              <a:off x="3230053" y="2758317"/>
              <a:ext cx="80775" cy="126398"/>
            </a:xfrm>
            <a:custGeom>
              <a:avLst/>
              <a:gdLst/>
              <a:ahLst/>
              <a:cxnLst/>
              <a:rect l="l" t="t" r="r" b="b"/>
              <a:pathLst>
                <a:path w="1512" h="2366" extrusionOk="0">
                  <a:moveTo>
                    <a:pt x="1435" y="0"/>
                  </a:moveTo>
                  <a:cubicBezTo>
                    <a:pt x="826" y="685"/>
                    <a:pt x="364" y="1487"/>
                    <a:pt x="1" y="2319"/>
                  </a:cubicBezTo>
                  <a:lnTo>
                    <a:pt x="94" y="2366"/>
                  </a:lnTo>
                  <a:cubicBezTo>
                    <a:pt x="440" y="1540"/>
                    <a:pt x="926" y="755"/>
                    <a:pt x="1511" y="53"/>
                  </a:cubicBezTo>
                  <a:lnTo>
                    <a:pt x="14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17"/>
            <p:cNvSpPr/>
            <p:nvPr/>
          </p:nvSpPr>
          <p:spPr>
            <a:xfrm>
              <a:off x="3291065" y="2557761"/>
              <a:ext cx="93863" cy="50751"/>
            </a:xfrm>
            <a:custGeom>
              <a:avLst/>
              <a:gdLst/>
              <a:ahLst/>
              <a:cxnLst/>
              <a:rect l="l" t="t" r="r" b="b"/>
              <a:pathLst>
                <a:path w="1757" h="950" extrusionOk="0">
                  <a:moveTo>
                    <a:pt x="30" y="1"/>
                  </a:moveTo>
                  <a:lnTo>
                    <a:pt x="0" y="95"/>
                  </a:lnTo>
                  <a:cubicBezTo>
                    <a:pt x="615" y="264"/>
                    <a:pt x="1201" y="534"/>
                    <a:pt x="1687" y="949"/>
                  </a:cubicBezTo>
                  <a:lnTo>
                    <a:pt x="1757" y="850"/>
                  </a:lnTo>
                  <a:cubicBezTo>
                    <a:pt x="1247" y="463"/>
                    <a:pt x="639" y="171"/>
                    <a:pt x="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17"/>
            <p:cNvSpPr/>
            <p:nvPr/>
          </p:nvSpPr>
          <p:spPr>
            <a:xfrm>
              <a:off x="3419017" y="2594090"/>
              <a:ext cx="15653" cy="555220"/>
            </a:xfrm>
            <a:custGeom>
              <a:avLst/>
              <a:gdLst/>
              <a:ahLst/>
              <a:cxnLst/>
              <a:rect l="l" t="t" r="r" b="b"/>
              <a:pathLst>
                <a:path w="293" h="10393" extrusionOk="0">
                  <a:moveTo>
                    <a:pt x="146" y="0"/>
                  </a:moveTo>
                  <a:cubicBezTo>
                    <a:pt x="146" y="0"/>
                    <a:pt x="94" y="931"/>
                    <a:pt x="94" y="2172"/>
                  </a:cubicBezTo>
                  <a:cubicBezTo>
                    <a:pt x="94" y="3027"/>
                    <a:pt x="123" y="4005"/>
                    <a:pt x="170" y="4930"/>
                  </a:cubicBezTo>
                  <a:cubicBezTo>
                    <a:pt x="193" y="5516"/>
                    <a:pt x="193" y="6101"/>
                    <a:pt x="193" y="6663"/>
                  </a:cubicBezTo>
                  <a:cubicBezTo>
                    <a:pt x="193" y="7905"/>
                    <a:pt x="146" y="9076"/>
                    <a:pt x="0" y="10393"/>
                  </a:cubicBezTo>
                  <a:lnTo>
                    <a:pt x="94" y="10393"/>
                  </a:lnTo>
                  <a:cubicBezTo>
                    <a:pt x="240" y="9076"/>
                    <a:pt x="293" y="7905"/>
                    <a:pt x="293" y="6663"/>
                  </a:cubicBezTo>
                  <a:cubicBezTo>
                    <a:pt x="293" y="6101"/>
                    <a:pt x="293" y="5516"/>
                    <a:pt x="269" y="4930"/>
                  </a:cubicBezTo>
                  <a:cubicBezTo>
                    <a:pt x="217" y="4005"/>
                    <a:pt x="193" y="3027"/>
                    <a:pt x="193" y="2172"/>
                  </a:cubicBezTo>
                  <a:cubicBezTo>
                    <a:pt x="193" y="1563"/>
                    <a:pt x="217" y="1025"/>
                    <a:pt x="217" y="638"/>
                  </a:cubicBezTo>
                  <a:lnTo>
                    <a:pt x="217" y="17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17"/>
            <p:cNvSpPr/>
            <p:nvPr/>
          </p:nvSpPr>
          <p:spPr>
            <a:xfrm>
              <a:off x="3342032" y="2562676"/>
              <a:ext cx="116087" cy="247026"/>
            </a:xfrm>
            <a:custGeom>
              <a:avLst/>
              <a:gdLst/>
              <a:ahLst/>
              <a:cxnLst/>
              <a:rect l="l" t="t" r="r" b="b"/>
              <a:pathLst>
                <a:path w="2173" h="4624" extrusionOk="0">
                  <a:moveTo>
                    <a:pt x="1442" y="0"/>
                  </a:moveTo>
                  <a:cubicBezTo>
                    <a:pt x="1213" y="0"/>
                    <a:pt x="994" y="163"/>
                    <a:pt x="879" y="371"/>
                  </a:cubicBezTo>
                  <a:cubicBezTo>
                    <a:pt x="733" y="565"/>
                    <a:pt x="686" y="834"/>
                    <a:pt x="610" y="1080"/>
                  </a:cubicBezTo>
                  <a:cubicBezTo>
                    <a:pt x="510" y="1519"/>
                    <a:pt x="270" y="1929"/>
                    <a:pt x="171" y="2368"/>
                  </a:cubicBezTo>
                  <a:cubicBezTo>
                    <a:pt x="48" y="2860"/>
                    <a:pt x="1" y="3369"/>
                    <a:pt x="24" y="3861"/>
                  </a:cubicBezTo>
                  <a:cubicBezTo>
                    <a:pt x="48" y="4125"/>
                    <a:pt x="100" y="4417"/>
                    <a:pt x="317" y="4540"/>
                  </a:cubicBezTo>
                  <a:cubicBezTo>
                    <a:pt x="390" y="4599"/>
                    <a:pt x="487" y="4623"/>
                    <a:pt x="590" y="4623"/>
                  </a:cubicBezTo>
                  <a:cubicBezTo>
                    <a:pt x="661" y="4623"/>
                    <a:pt x="734" y="4612"/>
                    <a:pt x="803" y="4593"/>
                  </a:cubicBezTo>
                  <a:cubicBezTo>
                    <a:pt x="949" y="4517"/>
                    <a:pt x="1096" y="4394"/>
                    <a:pt x="1195" y="4271"/>
                  </a:cubicBezTo>
                  <a:cubicBezTo>
                    <a:pt x="1564" y="3832"/>
                    <a:pt x="1781" y="3299"/>
                    <a:pt x="1880" y="2737"/>
                  </a:cubicBezTo>
                  <a:cubicBezTo>
                    <a:pt x="1974" y="2151"/>
                    <a:pt x="1974" y="1543"/>
                    <a:pt x="2073" y="957"/>
                  </a:cubicBezTo>
                  <a:cubicBezTo>
                    <a:pt x="2173" y="494"/>
                    <a:pt x="1950" y="55"/>
                    <a:pt x="1488" y="3"/>
                  </a:cubicBezTo>
                  <a:cubicBezTo>
                    <a:pt x="1473" y="1"/>
                    <a:pt x="1457" y="0"/>
                    <a:pt x="14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17"/>
            <p:cNvSpPr/>
            <p:nvPr/>
          </p:nvSpPr>
          <p:spPr>
            <a:xfrm>
              <a:off x="3370828" y="2582497"/>
              <a:ext cx="54811" cy="179927"/>
            </a:xfrm>
            <a:custGeom>
              <a:avLst/>
              <a:gdLst/>
              <a:ahLst/>
              <a:cxnLst/>
              <a:rect l="l" t="t" r="r" b="b"/>
              <a:pathLst>
                <a:path w="1026" h="3368" extrusionOk="0">
                  <a:moveTo>
                    <a:pt x="925" y="0"/>
                  </a:moveTo>
                  <a:cubicBezTo>
                    <a:pt x="463" y="1049"/>
                    <a:pt x="147" y="2196"/>
                    <a:pt x="0" y="3367"/>
                  </a:cubicBezTo>
                  <a:lnTo>
                    <a:pt x="94" y="3367"/>
                  </a:lnTo>
                  <a:cubicBezTo>
                    <a:pt x="240" y="2220"/>
                    <a:pt x="557" y="1095"/>
                    <a:pt x="1025" y="47"/>
                  </a:cubicBez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17"/>
            <p:cNvSpPr/>
            <p:nvPr/>
          </p:nvSpPr>
          <p:spPr>
            <a:xfrm>
              <a:off x="3258529" y="3115513"/>
              <a:ext cx="277797" cy="251567"/>
            </a:xfrm>
            <a:custGeom>
              <a:avLst/>
              <a:gdLst/>
              <a:ahLst/>
              <a:cxnLst/>
              <a:rect l="l" t="t" r="r" b="b"/>
              <a:pathLst>
                <a:path w="5200" h="4709" extrusionOk="0">
                  <a:moveTo>
                    <a:pt x="0" y="1"/>
                  </a:moveTo>
                  <a:lnTo>
                    <a:pt x="732" y="4708"/>
                  </a:lnTo>
                  <a:lnTo>
                    <a:pt x="4468" y="4708"/>
                  </a:lnTo>
                  <a:lnTo>
                    <a:pt x="52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17"/>
            <p:cNvSpPr/>
            <p:nvPr/>
          </p:nvSpPr>
          <p:spPr>
            <a:xfrm>
              <a:off x="3267611" y="3171502"/>
              <a:ext cx="259633" cy="14424"/>
            </a:xfrm>
            <a:custGeom>
              <a:avLst/>
              <a:gdLst/>
              <a:ahLst/>
              <a:cxnLst/>
              <a:rect l="l" t="t" r="r" b="b"/>
              <a:pathLst>
                <a:path w="4860" h="270" extrusionOk="0">
                  <a:moveTo>
                    <a:pt x="0" y="1"/>
                  </a:moveTo>
                  <a:lnTo>
                    <a:pt x="29" y="270"/>
                  </a:lnTo>
                  <a:lnTo>
                    <a:pt x="4831" y="270"/>
                  </a:lnTo>
                  <a:lnTo>
                    <a:pt x="48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17"/>
            <p:cNvSpPr/>
            <p:nvPr/>
          </p:nvSpPr>
          <p:spPr>
            <a:xfrm>
              <a:off x="3246936" y="3178074"/>
              <a:ext cx="65122" cy="298472"/>
            </a:xfrm>
            <a:custGeom>
              <a:avLst/>
              <a:gdLst/>
              <a:ahLst/>
              <a:cxnLst/>
              <a:rect l="l" t="t" r="r" b="b"/>
              <a:pathLst>
                <a:path w="1219" h="5587" extrusionOk="0">
                  <a:moveTo>
                    <a:pt x="1148" y="1"/>
                  </a:moveTo>
                  <a:lnTo>
                    <a:pt x="1" y="5586"/>
                  </a:lnTo>
                  <a:lnTo>
                    <a:pt x="94" y="5586"/>
                  </a:lnTo>
                  <a:lnTo>
                    <a:pt x="1219" y="24"/>
                  </a:lnTo>
                  <a:lnTo>
                    <a:pt x="11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17"/>
            <p:cNvSpPr/>
            <p:nvPr/>
          </p:nvSpPr>
          <p:spPr>
            <a:xfrm>
              <a:off x="3481578" y="3178074"/>
              <a:ext cx="65069" cy="298472"/>
            </a:xfrm>
            <a:custGeom>
              <a:avLst/>
              <a:gdLst/>
              <a:ahLst/>
              <a:cxnLst/>
              <a:rect l="l" t="t" r="r" b="b"/>
              <a:pathLst>
                <a:path w="1218" h="5587" extrusionOk="0">
                  <a:moveTo>
                    <a:pt x="94" y="1"/>
                  </a:moveTo>
                  <a:lnTo>
                    <a:pt x="0" y="24"/>
                  </a:lnTo>
                  <a:lnTo>
                    <a:pt x="1118" y="5586"/>
                  </a:lnTo>
                  <a:lnTo>
                    <a:pt x="1218" y="5586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17"/>
            <p:cNvSpPr/>
            <p:nvPr/>
          </p:nvSpPr>
          <p:spPr>
            <a:xfrm>
              <a:off x="3394282" y="3179356"/>
              <a:ext cx="5075" cy="297189"/>
            </a:xfrm>
            <a:custGeom>
              <a:avLst/>
              <a:gdLst/>
              <a:ahLst/>
              <a:cxnLst/>
              <a:rect l="l" t="t" r="r" b="b"/>
              <a:pathLst>
                <a:path w="95" h="5563" extrusionOk="0">
                  <a:moveTo>
                    <a:pt x="1" y="0"/>
                  </a:moveTo>
                  <a:lnTo>
                    <a:pt x="1" y="5562"/>
                  </a:lnTo>
                  <a:lnTo>
                    <a:pt x="94" y="5562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17"/>
            <p:cNvSpPr/>
            <p:nvPr/>
          </p:nvSpPr>
          <p:spPr>
            <a:xfrm>
              <a:off x="3473724" y="2784281"/>
              <a:ext cx="199319" cy="161229"/>
            </a:xfrm>
            <a:custGeom>
              <a:avLst/>
              <a:gdLst/>
              <a:ahLst/>
              <a:cxnLst/>
              <a:rect l="l" t="t" r="r" b="b"/>
              <a:pathLst>
                <a:path w="3731" h="3018" extrusionOk="0">
                  <a:moveTo>
                    <a:pt x="774" y="0"/>
                  </a:moveTo>
                  <a:cubicBezTo>
                    <a:pt x="595" y="0"/>
                    <a:pt x="429" y="41"/>
                    <a:pt x="317" y="152"/>
                  </a:cubicBezTo>
                  <a:cubicBezTo>
                    <a:pt x="1" y="468"/>
                    <a:pt x="217" y="831"/>
                    <a:pt x="487" y="1101"/>
                  </a:cubicBezTo>
                  <a:cubicBezTo>
                    <a:pt x="856" y="1470"/>
                    <a:pt x="1219" y="1856"/>
                    <a:pt x="1587" y="2248"/>
                  </a:cubicBezTo>
                  <a:cubicBezTo>
                    <a:pt x="1781" y="2442"/>
                    <a:pt x="1974" y="2664"/>
                    <a:pt x="2196" y="2810"/>
                  </a:cubicBezTo>
                  <a:cubicBezTo>
                    <a:pt x="2430" y="2946"/>
                    <a:pt x="2693" y="3018"/>
                    <a:pt x="2950" y="3018"/>
                  </a:cubicBezTo>
                  <a:cubicBezTo>
                    <a:pt x="3016" y="3018"/>
                    <a:pt x="3081" y="3013"/>
                    <a:pt x="3145" y="3004"/>
                  </a:cubicBezTo>
                  <a:cubicBezTo>
                    <a:pt x="3244" y="2980"/>
                    <a:pt x="3344" y="2957"/>
                    <a:pt x="3414" y="2904"/>
                  </a:cubicBezTo>
                  <a:cubicBezTo>
                    <a:pt x="3514" y="2857"/>
                    <a:pt x="3584" y="2734"/>
                    <a:pt x="3637" y="2641"/>
                  </a:cubicBezTo>
                  <a:cubicBezTo>
                    <a:pt x="3730" y="2319"/>
                    <a:pt x="3684" y="1956"/>
                    <a:pt x="3514" y="1663"/>
                  </a:cubicBezTo>
                  <a:cubicBezTo>
                    <a:pt x="3367" y="1347"/>
                    <a:pt x="3122" y="1124"/>
                    <a:pt x="2852" y="908"/>
                  </a:cubicBezTo>
                  <a:cubicBezTo>
                    <a:pt x="2466" y="591"/>
                    <a:pt x="1974" y="299"/>
                    <a:pt x="1488" y="152"/>
                  </a:cubicBezTo>
                  <a:cubicBezTo>
                    <a:pt x="1303" y="80"/>
                    <a:pt x="1026" y="0"/>
                    <a:pt x="7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17"/>
            <p:cNvSpPr/>
            <p:nvPr/>
          </p:nvSpPr>
          <p:spPr>
            <a:xfrm>
              <a:off x="3498460" y="2803941"/>
              <a:ext cx="128908" cy="87346"/>
            </a:xfrm>
            <a:custGeom>
              <a:avLst/>
              <a:gdLst/>
              <a:ahLst/>
              <a:cxnLst/>
              <a:rect l="l" t="t" r="r" b="b"/>
              <a:pathLst>
                <a:path w="2413" h="1635" extrusionOk="0">
                  <a:moveTo>
                    <a:pt x="47" y="1"/>
                  </a:moveTo>
                  <a:lnTo>
                    <a:pt x="0" y="77"/>
                  </a:lnTo>
                  <a:cubicBezTo>
                    <a:pt x="855" y="463"/>
                    <a:pt x="1634" y="1002"/>
                    <a:pt x="2342" y="1634"/>
                  </a:cubicBezTo>
                  <a:lnTo>
                    <a:pt x="2413" y="1564"/>
                  </a:lnTo>
                  <a:cubicBezTo>
                    <a:pt x="1710" y="903"/>
                    <a:pt x="902" y="393"/>
                    <a:pt x="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17"/>
            <p:cNvSpPr/>
            <p:nvPr/>
          </p:nvSpPr>
          <p:spPr>
            <a:xfrm>
              <a:off x="3313289" y="2836210"/>
              <a:ext cx="211179" cy="156902"/>
            </a:xfrm>
            <a:custGeom>
              <a:avLst/>
              <a:gdLst/>
              <a:ahLst/>
              <a:cxnLst/>
              <a:rect l="l" t="t" r="r" b="b"/>
              <a:pathLst>
                <a:path w="3953" h="2937" extrusionOk="0">
                  <a:moveTo>
                    <a:pt x="958" y="1"/>
                  </a:moveTo>
                  <a:cubicBezTo>
                    <a:pt x="633" y="1"/>
                    <a:pt x="331" y="92"/>
                    <a:pt x="170" y="398"/>
                  </a:cubicBezTo>
                  <a:cubicBezTo>
                    <a:pt x="0" y="667"/>
                    <a:pt x="732" y="1347"/>
                    <a:pt x="878" y="1522"/>
                  </a:cubicBezTo>
                  <a:cubicBezTo>
                    <a:pt x="1271" y="1909"/>
                    <a:pt x="1686" y="2278"/>
                    <a:pt x="2149" y="2547"/>
                  </a:cubicBezTo>
                  <a:cubicBezTo>
                    <a:pt x="2490" y="2763"/>
                    <a:pt x="2863" y="2936"/>
                    <a:pt x="3241" y="2936"/>
                  </a:cubicBezTo>
                  <a:cubicBezTo>
                    <a:pt x="3324" y="2936"/>
                    <a:pt x="3407" y="2928"/>
                    <a:pt x="3490" y="2910"/>
                  </a:cubicBezTo>
                  <a:cubicBezTo>
                    <a:pt x="3660" y="2863"/>
                    <a:pt x="3829" y="2764"/>
                    <a:pt x="3882" y="2594"/>
                  </a:cubicBezTo>
                  <a:cubicBezTo>
                    <a:pt x="3952" y="2471"/>
                    <a:pt x="3929" y="2348"/>
                    <a:pt x="3905" y="2202"/>
                  </a:cubicBezTo>
                  <a:cubicBezTo>
                    <a:pt x="3829" y="1838"/>
                    <a:pt x="3683" y="1470"/>
                    <a:pt x="3466" y="1177"/>
                  </a:cubicBezTo>
                  <a:cubicBezTo>
                    <a:pt x="3074" y="644"/>
                    <a:pt x="2488" y="322"/>
                    <a:pt x="1880" y="152"/>
                  </a:cubicBezTo>
                  <a:cubicBezTo>
                    <a:pt x="1626" y="91"/>
                    <a:pt x="1281" y="1"/>
                    <a:pt x="9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17"/>
            <p:cNvSpPr/>
            <p:nvPr/>
          </p:nvSpPr>
          <p:spPr>
            <a:xfrm>
              <a:off x="3339521" y="2858702"/>
              <a:ext cx="139272" cy="86064"/>
            </a:xfrm>
            <a:custGeom>
              <a:avLst/>
              <a:gdLst/>
              <a:ahLst/>
              <a:cxnLst/>
              <a:rect l="l" t="t" r="r" b="b"/>
              <a:pathLst>
                <a:path w="2607" h="1611" extrusionOk="0">
                  <a:moveTo>
                    <a:pt x="48" y="1"/>
                  </a:moveTo>
                  <a:lnTo>
                    <a:pt x="1" y="100"/>
                  </a:lnTo>
                  <a:cubicBezTo>
                    <a:pt x="879" y="563"/>
                    <a:pt x="1728" y="1072"/>
                    <a:pt x="2560" y="1611"/>
                  </a:cubicBezTo>
                  <a:lnTo>
                    <a:pt x="2606" y="1540"/>
                  </a:lnTo>
                  <a:cubicBezTo>
                    <a:pt x="1781" y="978"/>
                    <a:pt x="926" y="463"/>
                    <a:pt x="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17"/>
            <p:cNvSpPr/>
            <p:nvPr/>
          </p:nvSpPr>
          <p:spPr>
            <a:xfrm>
              <a:off x="3477464" y="2641958"/>
              <a:ext cx="241256" cy="115446"/>
            </a:xfrm>
            <a:custGeom>
              <a:avLst/>
              <a:gdLst/>
              <a:ahLst/>
              <a:cxnLst/>
              <a:rect l="l" t="t" r="r" b="b"/>
              <a:pathLst>
                <a:path w="4516" h="2161" extrusionOk="0">
                  <a:moveTo>
                    <a:pt x="2862" y="0"/>
                  </a:moveTo>
                  <a:cubicBezTo>
                    <a:pt x="2529" y="0"/>
                    <a:pt x="2187" y="50"/>
                    <a:pt x="1857" y="129"/>
                  </a:cubicBezTo>
                  <a:cubicBezTo>
                    <a:pt x="1395" y="228"/>
                    <a:pt x="540" y="82"/>
                    <a:pt x="346" y="767"/>
                  </a:cubicBezTo>
                  <a:cubicBezTo>
                    <a:pt x="1" y="1739"/>
                    <a:pt x="1395" y="1815"/>
                    <a:pt x="1927" y="1985"/>
                  </a:cubicBezTo>
                  <a:cubicBezTo>
                    <a:pt x="2279" y="2082"/>
                    <a:pt x="2620" y="2160"/>
                    <a:pt x="2950" y="2160"/>
                  </a:cubicBezTo>
                  <a:cubicBezTo>
                    <a:pt x="3357" y="2160"/>
                    <a:pt x="3748" y="2041"/>
                    <a:pt x="4123" y="1692"/>
                  </a:cubicBezTo>
                  <a:cubicBezTo>
                    <a:pt x="4346" y="1470"/>
                    <a:pt x="4515" y="1177"/>
                    <a:pt x="4468" y="861"/>
                  </a:cubicBezTo>
                  <a:cubicBezTo>
                    <a:pt x="4416" y="691"/>
                    <a:pt x="4299" y="544"/>
                    <a:pt x="4176" y="422"/>
                  </a:cubicBezTo>
                  <a:cubicBezTo>
                    <a:pt x="3860" y="152"/>
                    <a:pt x="3467" y="35"/>
                    <a:pt x="3052" y="6"/>
                  </a:cubicBezTo>
                  <a:cubicBezTo>
                    <a:pt x="2989" y="2"/>
                    <a:pt x="2926" y="0"/>
                    <a:pt x="2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17"/>
            <p:cNvSpPr/>
            <p:nvPr/>
          </p:nvSpPr>
          <p:spPr>
            <a:xfrm>
              <a:off x="3512831" y="2690735"/>
              <a:ext cx="172074" cy="33816"/>
            </a:xfrm>
            <a:custGeom>
              <a:avLst/>
              <a:gdLst/>
              <a:ahLst/>
              <a:cxnLst/>
              <a:rect l="l" t="t" r="r" b="b"/>
              <a:pathLst>
                <a:path w="3221" h="633" extrusionOk="0">
                  <a:moveTo>
                    <a:pt x="1" y="0"/>
                  </a:moveTo>
                  <a:lnTo>
                    <a:pt x="1" y="94"/>
                  </a:lnTo>
                  <a:cubicBezTo>
                    <a:pt x="1072" y="94"/>
                    <a:pt x="2144" y="293"/>
                    <a:pt x="3168" y="633"/>
                  </a:cubicBezTo>
                  <a:lnTo>
                    <a:pt x="3221" y="533"/>
                  </a:lnTo>
                  <a:cubicBezTo>
                    <a:pt x="2173" y="194"/>
                    <a:pt x="1096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17"/>
            <p:cNvSpPr/>
            <p:nvPr/>
          </p:nvSpPr>
          <p:spPr>
            <a:xfrm>
              <a:off x="1085619" y="2656329"/>
              <a:ext cx="172127" cy="111493"/>
            </a:xfrm>
            <a:custGeom>
              <a:avLst/>
              <a:gdLst/>
              <a:ahLst/>
              <a:cxnLst/>
              <a:rect l="l" t="t" r="r" b="b"/>
              <a:pathLst>
                <a:path w="3222" h="2087" extrusionOk="0">
                  <a:moveTo>
                    <a:pt x="1462" y="0"/>
                  </a:moveTo>
                  <a:cubicBezTo>
                    <a:pt x="1296" y="0"/>
                    <a:pt x="1131" y="6"/>
                    <a:pt x="973" y="6"/>
                  </a:cubicBezTo>
                  <a:lnTo>
                    <a:pt x="1" y="1007"/>
                  </a:lnTo>
                  <a:cubicBezTo>
                    <a:pt x="173" y="984"/>
                    <a:pt x="352" y="958"/>
                    <a:pt x="528" y="958"/>
                  </a:cubicBezTo>
                  <a:cubicBezTo>
                    <a:pt x="698" y="958"/>
                    <a:pt x="867" y="982"/>
                    <a:pt x="1026" y="1054"/>
                  </a:cubicBezTo>
                  <a:cubicBezTo>
                    <a:pt x="1318" y="1177"/>
                    <a:pt x="1512" y="1447"/>
                    <a:pt x="1728" y="1692"/>
                  </a:cubicBezTo>
                  <a:cubicBezTo>
                    <a:pt x="1928" y="1887"/>
                    <a:pt x="2185" y="2087"/>
                    <a:pt x="2448" y="2087"/>
                  </a:cubicBezTo>
                  <a:cubicBezTo>
                    <a:pt x="2477" y="2087"/>
                    <a:pt x="2507" y="2084"/>
                    <a:pt x="2536" y="2079"/>
                  </a:cubicBezTo>
                  <a:cubicBezTo>
                    <a:pt x="2876" y="2055"/>
                    <a:pt x="3122" y="1739"/>
                    <a:pt x="3169" y="1400"/>
                  </a:cubicBezTo>
                  <a:cubicBezTo>
                    <a:pt x="3221" y="1031"/>
                    <a:pt x="3075" y="691"/>
                    <a:pt x="2829" y="445"/>
                  </a:cubicBezTo>
                  <a:cubicBezTo>
                    <a:pt x="2583" y="205"/>
                    <a:pt x="2267" y="82"/>
                    <a:pt x="1951" y="30"/>
                  </a:cubicBezTo>
                  <a:cubicBezTo>
                    <a:pt x="1793" y="6"/>
                    <a:pt x="1627" y="0"/>
                    <a:pt x="1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17"/>
            <p:cNvSpPr/>
            <p:nvPr/>
          </p:nvSpPr>
          <p:spPr>
            <a:xfrm>
              <a:off x="1141661" y="2857473"/>
              <a:ext cx="113256" cy="67900"/>
            </a:xfrm>
            <a:custGeom>
              <a:avLst/>
              <a:gdLst/>
              <a:ahLst/>
              <a:cxnLst/>
              <a:rect l="l" t="t" r="r" b="b"/>
              <a:pathLst>
                <a:path w="2120" h="1271" extrusionOk="0">
                  <a:moveTo>
                    <a:pt x="972" y="0"/>
                  </a:moveTo>
                  <a:lnTo>
                    <a:pt x="0" y="123"/>
                  </a:lnTo>
                  <a:cubicBezTo>
                    <a:pt x="70" y="316"/>
                    <a:pt x="269" y="416"/>
                    <a:pt x="463" y="486"/>
                  </a:cubicBezTo>
                  <a:cubicBezTo>
                    <a:pt x="632" y="562"/>
                    <a:pt x="802" y="609"/>
                    <a:pt x="949" y="732"/>
                  </a:cubicBezTo>
                  <a:cubicBezTo>
                    <a:pt x="1072" y="832"/>
                    <a:pt x="1171" y="949"/>
                    <a:pt x="1294" y="1072"/>
                  </a:cubicBezTo>
                  <a:cubicBezTo>
                    <a:pt x="1411" y="1171"/>
                    <a:pt x="1534" y="1271"/>
                    <a:pt x="1704" y="1271"/>
                  </a:cubicBezTo>
                  <a:cubicBezTo>
                    <a:pt x="1926" y="1271"/>
                    <a:pt x="2120" y="1001"/>
                    <a:pt x="2096" y="732"/>
                  </a:cubicBezTo>
                  <a:cubicBezTo>
                    <a:pt x="2073" y="486"/>
                    <a:pt x="1880" y="269"/>
                    <a:pt x="1657" y="170"/>
                  </a:cubicBezTo>
                  <a:cubicBezTo>
                    <a:pt x="1464" y="47"/>
                    <a:pt x="1194" y="24"/>
                    <a:pt x="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17"/>
            <p:cNvSpPr/>
            <p:nvPr/>
          </p:nvSpPr>
          <p:spPr>
            <a:xfrm>
              <a:off x="1023058" y="2840110"/>
              <a:ext cx="212461" cy="141249"/>
            </a:xfrm>
            <a:custGeom>
              <a:avLst/>
              <a:gdLst/>
              <a:ahLst/>
              <a:cxnLst/>
              <a:rect l="l" t="t" r="r" b="b"/>
              <a:pathLst>
                <a:path w="3977" h="2644" extrusionOk="0">
                  <a:moveTo>
                    <a:pt x="2301" y="0"/>
                  </a:moveTo>
                  <a:cubicBezTo>
                    <a:pt x="1776" y="0"/>
                    <a:pt x="1250" y="204"/>
                    <a:pt x="850" y="571"/>
                  </a:cubicBezTo>
                  <a:cubicBezTo>
                    <a:pt x="294" y="1080"/>
                    <a:pt x="1" y="1859"/>
                    <a:pt x="24" y="2644"/>
                  </a:cubicBezTo>
                  <a:cubicBezTo>
                    <a:pt x="510" y="2398"/>
                    <a:pt x="1172" y="2035"/>
                    <a:pt x="1582" y="1666"/>
                  </a:cubicBezTo>
                  <a:cubicBezTo>
                    <a:pt x="1681" y="1566"/>
                    <a:pt x="1781" y="1473"/>
                    <a:pt x="1875" y="1397"/>
                  </a:cubicBezTo>
                  <a:cubicBezTo>
                    <a:pt x="2039" y="1282"/>
                    <a:pt x="2839" y="531"/>
                    <a:pt x="3781" y="531"/>
                  </a:cubicBezTo>
                  <a:cubicBezTo>
                    <a:pt x="3845" y="531"/>
                    <a:pt x="3911" y="534"/>
                    <a:pt x="3977" y="542"/>
                  </a:cubicBezTo>
                  <a:cubicBezTo>
                    <a:pt x="3608" y="302"/>
                    <a:pt x="3221" y="202"/>
                    <a:pt x="2929" y="103"/>
                  </a:cubicBezTo>
                  <a:cubicBezTo>
                    <a:pt x="2725" y="34"/>
                    <a:pt x="2513" y="0"/>
                    <a:pt x="2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17"/>
            <p:cNvSpPr/>
            <p:nvPr/>
          </p:nvSpPr>
          <p:spPr>
            <a:xfrm>
              <a:off x="981173" y="2645645"/>
              <a:ext cx="214011" cy="239066"/>
            </a:xfrm>
            <a:custGeom>
              <a:avLst/>
              <a:gdLst/>
              <a:ahLst/>
              <a:cxnLst/>
              <a:rect l="l" t="t" r="r" b="b"/>
              <a:pathLst>
                <a:path w="4006" h="4475" extrusionOk="0">
                  <a:moveTo>
                    <a:pt x="1966" y="1"/>
                  </a:moveTo>
                  <a:cubicBezTo>
                    <a:pt x="1298" y="1"/>
                    <a:pt x="657" y="485"/>
                    <a:pt x="346" y="1108"/>
                  </a:cubicBezTo>
                  <a:cubicBezTo>
                    <a:pt x="0" y="1793"/>
                    <a:pt x="0" y="2601"/>
                    <a:pt x="147" y="3356"/>
                  </a:cubicBezTo>
                  <a:cubicBezTo>
                    <a:pt x="223" y="3719"/>
                    <a:pt x="317" y="4088"/>
                    <a:pt x="270" y="4475"/>
                  </a:cubicBezTo>
                  <a:cubicBezTo>
                    <a:pt x="1394" y="3304"/>
                    <a:pt x="1464" y="1916"/>
                    <a:pt x="2196" y="1524"/>
                  </a:cubicBezTo>
                  <a:cubicBezTo>
                    <a:pt x="2881" y="1137"/>
                    <a:pt x="3297" y="475"/>
                    <a:pt x="4005" y="306"/>
                  </a:cubicBezTo>
                  <a:cubicBezTo>
                    <a:pt x="3929" y="230"/>
                    <a:pt x="3783" y="206"/>
                    <a:pt x="3660" y="206"/>
                  </a:cubicBezTo>
                  <a:cubicBezTo>
                    <a:pt x="3540" y="206"/>
                    <a:pt x="3418" y="212"/>
                    <a:pt x="3293" y="212"/>
                  </a:cubicBezTo>
                  <a:cubicBezTo>
                    <a:pt x="3168" y="212"/>
                    <a:pt x="3039" y="206"/>
                    <a:pt x="2904" y="183"/>
                  </a:cubicBezTo>
                  <a:cubicBezTo>
                    <a:pt x="2659" y="136"/>
                    <a:pt x="2395" y="36"/>
                    <a:pt x="2149" y="13"/>
                  </a:cubicBezTo>
                  <a:cubicBezTo>
                    <a:pt x="2088" y="5"/>
                    <a:pt x="2027" y="1"/>
                    <a:pt x="19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17"/>
            <p:cNvSpPr/>
            <p:nvPr/>
          </p:nvSpPr>
          <p:spPr>
            <a:xfrm>
              <a:off x="792209" y="2488363"/>
              <a:ext cx="185269" cy="348154"/>
            </a:xfrm>
            <a:custGeom>
              <a:avLst/>
              <a:gdLst/>
              <a:ahLst/>
              <a:cxnLst/>
              <a:rect l="l" t="t" r="r" b="b"/>
              <a:pathLst>
                <a:path w="3468" h="6517" extrusionOk="0">
                  <a:moveTo>
                    <a:pt x="718" y="0"/>
                  </a:moveTo>
                  <a:cubicBezTo>
                    <a:pt x="506" y="0"/>
                    <a:pt x="294" y="59"/>
                    <a:pt x="171" y="223"/>
                  </a:cubicBezTo>
                  <a:cubicBezTo>
                    <a:pt x="48" y="346"/>
                    <a:pt x="1" y="539"/>
                    <a:pt x="1" y="738"/>
                  </a:cubicBezTo>
                  <a:cubicBezTo>
                    <a:pt x="1" y="908"/>
                    <a:pt x="48" y="1101"/>
                    <a:pt x="100" y="1271"/>
                  </a:cubicBezTo>
                  <a:cubicBezTo>
                    <a:pt x="171" y="1517"/>
                    <a:pt x="247" y="1739"/>
                    <a:pt x="317" y="1956"/>
                  </a:cubicBezTo>
                  <a:cubicBezTo>
                    <a:pt x="393" y="2202"/>
                    <a:pt x="463" y="2418"/>
                    <a:pt x="563" y="2641"/>
                  </a:cubicBezTo>
                  <a:cubicBezTo>
                    <a:pt x="662" y="2834"/>
                    <a:pt x="780" y="3027"/>
                    <a:pt x="879" y="3226"/>
                  </a:cubicBezTo>
                  <a:cubicBezTo>
                    <a:pt x="1072" y="3519"/>
                    <a:pt x="1248" y="3812"/>
                    <a:pt x="1418" y="4105"/>
                  </a:cubicBezTo>
                  <a:cubicBezTo>
                    <a:pt x="1541" y="4321"/>
                    <a:pt x="1658" y="4520"/>
                    <a:pt x="1804" y="4690"/>
                  </a:cubicBezTo>
                  <a:cubicBezTo>
                    <a:pt x="2074" y="5006"/>
                    <a:pt x="2390" y="5223"/>
                    <a:pt x="2659" y="5492"/>
                  </a:cubicBezTo>
                  <a:cubicBezTo>
                    <a:pt x="2928" y="5762"/>
                    <a:pt x="3174" y="6101"/>
                    <a:pt x="3198" y="6517"/>
                  </a:cubicBezTo>
                  <a:cubicBezTo>
                    <a:pt x="3467" y="5955"/>
                    <a:pt x="3368" y="4883"/>
                    <a:pt x="3297" y="4397"/>
                  </a:cubicBezTo>
                  <a:cubicBezTo>
                    <a:pt x="3268" y="4151"/>
                    <a:pt x="3221" y="3935"/>
                    <a:pt x="3174" y="3712"/>
                  </a:cubicBezTo>
                  <a:cubicBezTo>
                    <a:pt x="2952" y="3004"/>
                    <a:pt x="2489" y="2418"/>
                    <a:pt x="2243" y="1739"/>
                  </a:cubicBezTo>
                  <a:cubicBezTo>
                    <a:pt x="2097" y="1370"/>
                    <a:pt x="2027" y="931"/>
                    <a:pt x="1781" y="638"/>
                  </a:cubicBezTo>
                  <a:cubicBezTo>
                    <a:pt x="1687" y="515"/>
                    <a:pt x="1564" y="422"/>
                    <a:pt x="1441" y="322"/>
                  </a:cubicBezTo>
                  <a:cubicBezTo>
                    <a:pt x="1271" y="176"/>
                    <a:pt x="1049" y="53"/>
                    <a:pt x="832" y="6"/>
                  </a:cubicBezTo>
                  <a:cubicBezTo>
                    <a:pt x="794" y="2"/>
                    <a:pt x="756" y="0"/>
                    <a:pt x="7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17"/>
            <p:cNvSpPr/>
            <p:nvPr/>
          </p:nvSpPr>
          <p:spPr>
            <a:xfrm>
              <a:off x="841627" y="2530248"/>
              <a:ext cx="137082" cy="594379"/>
            </a:xfrm>
            <a:custGeom>
              <a:avLst/>
              <a:gdLst/>
              <a:ahLst/>
              <a:cxnLst/>
              <a:rect l="l" t="t" r="r" b="b"/>
              <a:pathLst>
                <a:path w="2566" h="11126" extrusionOk="0">
                  <a:moveTo>
                    <a:pt x="77" y="1"/>
                  </a:moveTo>
                  <a:lnTo>
                    <a:pt x="1" y="48"/>
                  </a:lnTo>
                  <a:cubicBezTo>
                    <a:pt x="393" y="832"/>
                    <a:pt x="809" y="1611"/>
                    <a:pt x="1201" y="2366"/>
                  </a:cubicBezTo>
                  <a:cubicBezTo>
                    <a:pt x="1348" y="2659"/>
                    <a:pt x="1494" y="2952"/>
                    <a:pt x="1611" y="3244"/>
                  </a:cubicBezTo>
                  <a:cubicBezTo>
                    <a:pt x="1933" y="3953"/>
                    <a:pt x="2150" y="5100"/>
                    <a:pt x="2273" y="6371"/>
                  </a:cubicBezTo>
                  <a:cubicBezTo>
                    <a:pt x="2419" y="7659"/>
                    <a:pt x="2466" y="9053"/>
                    <a:pt x="2466" y="10247"/>
                  </a:cubicBezTo>
                  <a:lnTo>
                    <a:pt x="2466" y="11125"/>
                  </a:lnTo>
                  <a:lnTo>
                    <a:pt x="2565" y="11125"/>
                  </a:lnTo>
                  <a:lnTo>
                    <a:pt x="2565" y="10247"/>
                  </a:lnTo>
                  <a:cubicBezTo>
                    <a:pt x="2565" y="9029"/>
                    <a:pt x="2519" y="7636"/>
                    <a:pt x="2372" y="6371"/>
                  </a:cubicBezTo>
                  <a:cubicBezTo>
                    <a:pt x="2249" y="5100"/>
                    <a:pt x="2027" y="3953"/>
                    <a:pt x="1711" y="3221"/>
                  </a:cubicBezTo>
                  <a:cubicBezTo>
                    <a:pt x="1588" y="2905"/>
                    <a:pt x="1441" y="2612"/>
                    <a:pt x="1295" y="2343"/>
                  </a:cubicBezTo>
                  <a:cubicBezTo>
                    <a:pt x="879" y="1564"/>
                    <a:pt x="493" y="779"/>
                    <a:pt x="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17"/>
            <p:cNvSpPr/>
            <p:nvPr/>
          </p:nvSpPr>
          <p:spPr>
            <a:xfrm>
              <a:off x="986462" y="2654139"/>
              <a:ext cx="146164" cy="423587"/>
            </a:xfrm>
            <a:custGeom>
              <a:avLst/>
              <a:gdLst/>
              <a:ahLst/>
              <a:cxnLst/>
              <a:rect l="l" t="t" r="r" b="b"/>
              <a:pathLst>
                <a:path w="2736" h="7929" extrusionOk="0">
                  <a:moveTo>
                    <a:pt x="2636" y="0"/>
                  </a:moveTo>
                  <a:cubicBezTo>
                    <a:pt x="2296" y="0"/>
                    <a:pt x="1974" y="170"/>
                    <a:pt x="1711" y="393"/>
                  </a:cubicBezTo>
                  <a:cubicBezTo>
                    <a:pt x="780" y="1148"/>
                    <a:pt x="440" y="2413"/>
                    <a:pt x="247" y="3584"/>
                  </a:cubicBezTo>
                  <a:cubicBezTo>
                    <a:pt x="71" y="4684"/>
                    <a:pt x="1" y="5809"/>
                    <a:pt x="1" y="6903"/>
                  </a:cubicBezTo>
                  <a:cubicBezTo>
                    <a:pt x="1" y="7243"/>
                    <a:pt x="1" y="7589"/>
                    <a:pt x="24" y="7928"/>
                  </a:cubicBezTo>
                  <a:lnTo>
                    <a:pt x="124" y="7905"/>
                  </a:lnTo>
                  <a:cubicBezTo>
                    <a:pt x="100" y="7589"/>
                    <a:pt x="100" y="7243"/>
                    <a:pt x="100" y="6903"/>
                  </a:cubicBezTo>
                  <a:cubicBezTo>
                    <a:pt x="100" y="5809"/>
                    <a:pt x="171" y="4684"/>
                    <a:pt x="340" y="3613"/>
                  </a:cubicBezTo>
                  <a:cubicBezTo>
                    <a:pt x="540" y="2413"/>
                    <a:pt x="879" y="1195"/>
                    <a:pt x="1757" y="463"/>
                  </a:cubicBezTo>
                  <a:cubicBezTo>
                    <a:pt x="2027" y="246"/>
                    <a:pt x="2320" y="100"/>
                    <a:pt x="2636" y="100"/>
                  </a:cubicBezTo>
                  <a:lnTo>
                    <a:pt x="2735" y="100"/>
                  </a:lnTo>
                  <a:lnTo>
                    <a:pt x="27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17"/>
            <p:cNvSpPr/>
            <p:nvPr/>
          </p:nvSpPr>
          <p:spPr>
            <a:xfrm>
              <a:off x="1008687" y="2849619"/>
              <a:ext cx="182438" cy="293129"/>
            </a:xfrm>
            <a:custGeom>
              <a:avLst/>
              <a:gdLst/>
              <a:ahLst/>
              <a:cxnLst/>
              <a:rect l="l" t="t" r="r" b="b"/>
              <a:pathLst>
                <a:path w="3415" h="5487" extrusionOk="0">
                  <a:moveTo>
                    <a:pt x="2952" y="1"/>
                  </a:moveTo>
                  <a:cubicBezTo>
                    <a:pt x="2290" y="1"/>
                    <a:pt x="1658" y="317"/>
                    <a:pt x="1195" y="779"/>
                  </a:cubicBezTo>
                  <a:cubicBezTo>
                    <a:pt x="610" y="1388"/>
                    <a:pt x="293" y="2196"/>
                    <a:pt x="147" y="2999"/>
                  </a:cubicBezTo>
                  <a:cubicBezTo>
                    <a:pt x="24" y="3660"/>
                    <a:pt x="1" y="4293"/>
                    <a:pt x="1" y="4954"/>
                  </a:cubicBezTo>
                  <a:lnTo>
                    <a:pt x="1" y="5487"/>
                  </a:lnTo>
                  <a:lnTo>
                    <a:pt x="94" y="5487"/>
                  </a:lnTo>
                  <a:lnTo>
                    <a:pt x="94" y="4954"/>
                  </a:lnTo>
                  <a:cubicBezTo>
                    <a:pt x="94" y="4316"/>
                    <a:pt x="124" y="3660"/>
                    <a:pt x="241" y="3028"/>
                  </a:cubicBezTo>
                  <a:cubicBezTo>
                    <a:pt x="387" y="2220"/>
                    <a:pt x="709" y="1441"/>
                    <a:pt x="1265" y="856"/>
                  </a:cubicBezTo>
                  <a:cubicBezTo>
                    <a:pt x="1704" y="393"/>
                    <a:pt x="2343" y="100"/>
                    <a:pt x="2952" y="100"/>
                  </a:cubicBezTo>
                  <a:cubicBezTo>
                    <a:pt x="3098" y="100"/>
                    <a:pt x="3244" y="124"/>
                    <a:pt x="3391" y="147"/>
                  </a:cubicBezTo>
                  <a:lnTo>
                    <a:pt x="3414" y="48"/>
                  </a:lnTo>
                  <a:cubicBezTo>
                    <a:pt x="3268" y="24"/>
                    <a:pt x="3098" y="1"/>
                    <a:pt x="29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17"/>
            <p:cNvSpPr/>
            <p:nvPr/>
          </p:nvSpPr>
          <p:spPr>
            <a:xfrm>
              <a:off x="647695" y="2742984"/>
              <a:ext cx="291901" cy="216895"/>
            </a:xfrm>
            <a:custGeom>
              <a:avLst/>
              <a:gdLst/>
              <a:ahLst/>
              <a:cxnLst/>
              <a:rect l="l" t="t" r="r" b="b"/>
              <a:pathLst>
                <a:path w="5464" h="4060" extrusionOk="0">
                  <a:moveTo>
                    <a:pt x="2102" y="1"/>
                  </a:moveTo>
                  <a:cubicBezTo>
                    <a:pt x="1915" y="1"/>
                    <a:pt x="1726" y="23"/>
                    <a:pt x="1535" y="70"/>
                  </a:cubicBezTo>
                  <a:cubicBezTo>
                    <a:pt x="996" y="217"/>
                    <a:pt x="510" y="433"/>
                    <a:pt x="1" y="656"/>
                  </a:cubicBezTo>
                  <a:cubicBezTo>
                    <a:pt x="477" y="553"/>
                    <a:pt x="822" y="498"/>
                    <a:pt x="1124" y="498"/>
                  </a:cubicBezTo>
                  <a:cubicBezTo>
                    <a:pt x="1546" y="498"/>
                    <a:pt x="1881" y="607"/>
                    <a:pt x="2366" y="849"/>
                  </a:cubicBezTo>
                  <a:cubicBezTo>
                    <a:pt x="3168" y="1265"/>
                    <a:pt x="3607" y="2290"/>
                    <a:pt x="4123" y="3045"/>
                  </a:cubicBezTo>
                  <a:cubicBezTo>
                    <a:pt x="4254" y="3234"/>
                    <a:pt x="4905" y="4059"/>
                    <a:pt x="5233" y="4059"/>
                  </a:cubicBezTo>
                  <a:cubicBezTo>
                    <a:pt x="5330" y="4059"/>
                    <a:pt x="5399" y="3986"/>
                    <a:pt x="5417" y="3800"/>
                  </a:cubicBezTo>
                  <a:cubicBezTo>
                    <a:pt x="5464" y="3045"/>
                    <a:pt x="5270" y="2143"/>
                    <a:pt x="4831" y="1581"/>
                  </a:cubicBezTo>
                  <a:cubicBezTo>
                    <a:pt x="4125" y="711"/>
                    <a:pt x="3156" y="1"/>
                    <a:pt x="2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17"/>
            <p:cNvSpPr/>
            <p:nvPr/>
          </p:nvSpPr>
          <p:spPr>
            <a:xfrm>
              <a:off x="706195" y="2746724"/>
              <a:ext cx="260595" cy="366318"/>
            </a:xfrm>
            <a:custGeom>
              <a:avLst/>
              <a:gdLst/>
              <a:ahLst/>
              <a:cxnLst/>
              <a:rect l="l" t="t" r="r" b="b"/>
              <a:pathLst>
                <a:path w="4878" h="6857" extrusionOk="0">
                  <a:moveTo>
                    <a:pt x="779" y="0"/>
                  </a:moveTo>
                  <a:cubicBezTo>
                    <a:pt x="516" y="0"/>
                    <a:pt x="247" y="24"/>
                    <a:pt x="1" y="94"/>
                  </a:cubicBezTo>
                  <a:lnTo>
                    <a:pt x="24" y="170"/>
                  </a:lnTo>
                  <a:cubicBezTo>
                    <a:pt x="270" y="123"/>
                    <a:pt x="539" y="94"/>
                    <a:pt x="779" y="94"/>
                  </a:cubicBezTo>
                  <a:cubicBezTo>
                    <a:pt x="1441" y="94"/>
                    <a:pt x="2050" y="293"/>
                    <a:pt x="2536" y="756"/>
                  </a:cubicBezTo>
                  <a:cubicBezTo>
                    <a:pt x="2881" y="1072"/>
                    <a:pt x="3221" y="1611"/>
                    <a:pt x="3514" y="2196"/>
                  </a:cubicBezTo>
                  <a:cubicBezTo>
                    <a:pt x="3830" y="2782"/>
                    <a:pt x="4076" y="3391"/>
                    <a:pt x="4222" y="3877"/>
                  </a:cubicBezTo>
                  <a:cubicBezTo>
                    <a:pt x="4515" y="4831"/>
                    <a:pt x="4638" y="5856"/>
                    <a:pt x="4784" y="6857"/>
                  </a:cubicBezTo>
                  <a:lnTo>
                    <a:pt x="4878" y="6857"/>
                  </a:lnTo>
                  <a:cubicBezTo>
                    <a:pt x="4732" y="5832"/>
                    <a:pt x="4615" y="4831"/>
                    <a:pt x="4322" y="3853"/>
                  </a:cubicBezTo>
                  <a:cubicBezTo>
                    <a:pt x="4146" y="3367"/>
                    <a:pt x="3906" y="2729"/>
                    <a:pt x="3613" y="2143"/>
                  </a:cubicBezTo>
                  <a:cubicBezTo>
                    <a:pt x="3321" y="1558"/>
                    <a:pt x="2952" y="1025"/>
                    <a:pt x="2612" y="680"/>
                  </a:cubicBezTo>
                  <a:cubicBezTo>
                    <a:pt x="2097" y="194"/>
                    <a:pt x="1441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p17"/>
            <p:cNvSpPr/>
            <p:nvPr/>
          </p:nvSpPr>
          <p:spPr>
            <a:xfrm>
              <a:off x="860112" y="3063264"/>
              <a:ext cx="238425" cy="216521"/>
            </a:xfrm>
            <a:custGeom>
              <a:avLst/>
              <a:gdLst/>
              <a:ahLst/>
              <a:cxnLst/>
              <a:rect l="l" t="t" r="r" b="b"/>
              <a:pathLst>
                <a:path w="4463" h="4053" extrusionOk="0">
                  <a:moveTo>
                    <a:pt x="0" y="1"/>
                  </a:moveTo>
                  <a:lnTo>
                    <a:pt x="633" y="4053"/>
                  </a:lnTo>
                  <a:lnTo>
                    <a:pt x="3853" y="4053"/>
                  </a:lnTo>
                  <a:lnTo>
                    <a:pt x="4462" y="1"/>
                  </a:lnTo>
                  <a:close/>
                </a:path>
              </a:pathLst>
            </a:custGeom>
            <a:solidFill>
              <a:srgbClr val="E8E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17"/>
            <p:cNvSpPr/>
            <p:nvPr/>
          </p:nvSpPr>
          <p:spPr>
            <a:xfrm>
              <a:off x="867912" y="3111453"/>
              <a:ext cx="222772" cy="13195"/>
            </a:xfrm>
            <a:custGeom>
              <a:avLst/>
              <a:gdLst/>
              <a:ahLst/>
              <a:cxnLst/>
              <a:rect l="l" t="t" r="r" b="b"/>
              <a:pathLst>
                <a:path w="4170" h="247" extrusionOk="0">
                  <a:moveTo>
                    <a:pt x="1" y="0"/>
                  </a:moveTo>
                  <a:lnTo>
                    <a:pt x="24" y="246"/>
                  </a:lnTo>
                  <a:lnTo>
                    <a:pt x="4146" y="246"/>
                  </a:lnTo>
                  <a:lnTo>
                    <a:pt x="41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17"/>
            <p:cNvSpPr/>
            <p:nvPr/>
          </p:nvSpPr>
          <p:spPr>
            <a:xfrm>
              <a:off x="849481" y="3118024"/>
              <a:ext cx="57589" cy="358518"/>
            </a:xfrm>
            <a:custGeom>
              <a:avLst/>
              <a:gdLst/>
              <a:ahLst/>
              <a:cxnLst/>
              <a:rect l="l" t="t" r="r" b="b"/>
              <a:pathLst>
                <a:path w="1078" h="6711" extrusionOk="0">
                  <a:moveTo>
                    <a:pt x="978" y="0"/>
                  </a:moveTo>
                  <a:lnTo>
                    <a:pt x="0" y="6710"/>
                  </a:lnTo>
                  <a:lnTo>
                    <a:pt x="100" y="6710"/>
                  </a:lnTo>
                  <a:lnTo>
                    <a:pt x="10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17"/>
            <p:cNvSpPr/>
            <p:nvPr/>
          </p:nvSpPr>
          <p:spPr>
            <a:xfrm>
              <a:off x="1050305" y="3118024"/>
              <a:ext cx="58872" cy="358518"/>
            </a:xfrm>
            <a:custGeom>
              <a:avLst/>
              <a:gdLst/>
              <a:ahLst/>
              <a:cxnLst/>
              <a:rect l="l" t="t" r="r" b="b"/>
              <a:pathLst>
                <a:path w="1102" h="6711" extrusionOk="0">
                  <a:moveTo>
                    <a:pt x="0" y="0"/>
                  </a:moveTo>
                  <a:lnTo>
                    <a:pt x="1002" y="6710"/>
                  </a:lnTo>
                  <a:lnTo>
                    <a:pt x="1101" y="671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17"/>
            <p:cNvSpPr/>
            <p:nvPr/>
          </p:nvSpPr>
          <p:spPr>
            <a:xfrm>
              <a:off x="976151" y="3118024"/>
              <a:ext cx="5075" cy="358518"/>
            </a:xfrm>
            <a:custGeom>
              <a:avLst/>
              <a:gdLst/>
              <a:ahLst/>
              <a:cxnLst/>
              <a:rect l="l" t="t" r="r" b="b"/>
              <a:pathLst>
                <a:path w="95" h="6711" extrusionOk="0">
                  <a:moveTo>
                    <a:pt x="1" y="0"/>
                  </a:moveTo>
                  <a:lnTo>
                    <a:pt x="1" y="6710"/>
                  </a:lnTo>
                  <a:lnTo>
                    <a:pt x="94" y="67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17"/>
            <p:cNvSpPr/>
            <p:nvPr/>
          </p:nvSpPr>
          <p:spPr>
            <a:xfrm>
              <a:off x="608588" y="2742183"/>
              <a:ext cx="243713" cy="133556"/>
            </a:xfrm>
            <a:custGeom>
              <a:avLst/>
              <a:gdLst/>
              <a:ahLst/>
              <a:cxnLst/>
              <a:rect l="l" t="t" r="r" b="b"/>
              <a:pathLst>
                <a:path w="4562" h="2500" extrusionOk="0">
                  <a:moveTo>
                    <a:pt x="2821" y="1"/>
                  </a:moveTo>
                  <a:cubicBezTo>
                    <a:pt x="2740" y="1"/>
                    <a:pt x="2661" y="4"/>
                    <a:pt x="2583" y="9"/>
                  </a:cubicBezTo>
                  <a:cubicBezTo>
                    <a:pt x="1951" y="62"/>
                    <a:pt x="1289" y="279"/>
                    <a:pt x="756" y="648"/>
                  </a:cubicBezTo>
                  <a:cubicBezTo>
                    <a:pt x="264" y="1011"/>
                    <a:pt x="1" y="1497"/>
                    <a:pt x="411" y="2111"/>
                  </a:cubicBezTo>
                  <a:cubicBezTo>
                    <a:pt x="606" y="2378"/>
                    <a:pt x="924" y="2500"/>
                    <a:pt x="1247" y="2500"/>
                  </a:cubicBezTo>
                  <a:cubicBezTo>
                    <a:pt x="1457" y="2500"/>
                    <a:pt x="1669" y="2448"/>
                    <a:pt x="1851" y="2351"/>
                  </a:cubicBezTo>
                  <a:cubicBezTo>
                    <a:pt x="2343" y="2111"/>
                    <a:pt x="2682" y="1672"/>
                    <a:pt x="3046" y="1280"/>
                  </a:cubicBezTo>
                  <a:cubicBezTo>
                    <a:pt x="3414" y="864"/>
                    <a:pt x="4562" y="618"/>
                    <a:pt x="4562" y="618"/>
                  </a:cubicBezTo>
                  <a:cubicBezTo>
                    <a:pt x="4562" y="618"/>
                    <a:pt x="4293" y="355"/>
                    <a:pt x="4000" y="232"/>
                  </a:cubicBezTo>
                  <a:cubicBezTo>
                    <a:pt x="3854" y="179"/>
                    <a:pt x="3707" y="109"/>
                    <a:pt x="3561" y="85"/>
                  </a:cubicBezTo>
                  <a:cubicBezTo>
                    <a:pt x="3322" y="28"/>
                    <a:pt x="3067" y="1"/>
                    <a:pt x="28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17"/>
            <p:cNvSpPr/>
            <p:nvPr/>
          </p:nvSpPr>
          <p:spPr>
            <a:xfrm>
              <a:off x="663348" y="2743892"/>
              <a:ext cx="135479" cy="75753"/>
            </a:xfrm>
            <a:custGeom>
              <a:avLst/>
              <a:gdLst/>
              <a:ahLst/>
              <a:cxnLst/>
              <a:rect l="l" t="t" r="r" b="b"/>
              <a:pathLst>
                <a:path w="2536" h="1418" extrusionOk="0">
                  <a:moveTo>
                    <a:pt x="2536" y="1"/>
                  </a:moveTo>
                  <a:cubicBezTo>
                    <a:pt x="1950" y="53"/>
                    <a:pt x="1412" y="223"/>
                    <a:pt x="972" y="469"/>
                  </a:cubicBezTo>
                  <a:cubicBezTo>
                    <a:pt x="533" y="709"/>
                    <a:pt x="170" y="1002"/>
                    <a:pt x="0" y="1371"/>
                  </a:cubicBezTo>
                  <a:lnTo>
                    <a:pt x="71" y="1418"/>
                  </a:lnTo>
                  <a:cubicBezTo>
                    <a:pt x="241" y="1078"/>
                    <a:pt x="586" y="785"/>
                    <a:pt x="996" y="539"/>
                  </a:cubicBezTo>
                  <a:cubicBezTo>
                    <a:pt x="1435" y="323"/>
                    <a:pt x="1974" y="147"/>
                    <a:pt x="2536" y="100"/>
                  </a:cubicBezTo>
                  <a:lnTo>
                    <a:pt x="25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17"/>
            <p:cNvSpPr/>
            <p:nvPr/>
          </p:nvSpPr>
          <p:spPr>
            <a:xfrm>
              <a:off x="1338812" y="2686675"/>
              <a:ext cx="5022" cy="789852"/>
            </a:xfrm>
            <a:custGeom>
              <a:avLst/>
              <a:gdLst/>
              <a:ahLst/>
              <a:cxnLst/>
              <a:rect l="l" t="t" r="r" b="b"/>
              <a:pathLst>
                <a:path w="94" h="14785" extrusionOk="0">
                  <a:moveTo>
                    <a:pt x="0" y="0"/>
                  </a:moveTo>
                  <a:lnTo>
                    <a:pt x="0" y="14784"/>
                  </a:lnTo>
                  <a:lnTo>
                    <a:pt x="94" y="14784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17"/>
            <p:cNvSpPr/>
            <p:nvPr/>
          </p:nvSpPr>
          <p:spPr>
            <a:xfrm>
              <a:off x="3103383" y="2686675"/>
              <a:ext cx="5342" cy="789852"/>
            </a:xfrm>
            <a:custGeom>
              <a:avLst/>
              <a:gdLst/>
              <a:ahLst/>
              <a:cxnLst/>
              <a:rect l="l" t="t" r="r" b="b"/>
              <a:pathLst>
                <a:path w="100" h="14785" extrusionOk="0">
                  <a:moveTo>
                    <a:pt x="0" y="0"/>
                  </a:moveTo>
                  <a:lnTo>
                    <a:pt x="0" y="14784"/>
                  </a:lnTo>
                  <a:lnTo>
                    <a:pt x="100" y="14784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17"/>
            <p:cNvSpPr/>
            <p:nvPr/>
          </p:nvSpPr>
          <p:spPr>
            <a:xfrm>
              <a:off x="1281220" y="2664450"/>
              <a:ext cx="1884692" cy="44448"/>
            </a:xfrm>
            <a:custGeom>
              <a:avLst/>
              <a:gdLst/>
              <a:ahLst/>
              <a:cxnLst/>
              <a:rect l="l" t="t" r="r" b="b"/>
              <a:pathLst>
                <a:path w="35279" h="832" extrusionOk="0">
                  <a:moveTo>
                    <a:pt x="1" y="1"/>
                  </a:moveTo>
                  <a:lnTo>
                    <a:pt x="1" y="832"/>
                  </a:lnTo>
                  <a:lnTo>
                    <a:pt x="35278" y="832"/>
                  </a:lnTo>
                  <a:lnTo>
                    <a:pt x="352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p18"/>
          <p:cNvSpPr txBox="1">
            <a:spLocks noGrp="1"/>
          </p:cNvSpPr>
          <p:nvPr>
            <p:ph type="title"/>
          </p:nvPr>
        </p:nvSpPr>
        <p:spPr>
          <a:xfrm>
            <a:off x="311700" y="228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3. Уточнённые формулировки. Постановка проблемы</a:t>
            </a:r>
            <a:endParaRPr/>
          </a:p>
        </p:txBody>
      </p:sp>
      <p:sp>
        <p:nvSpPr>
          <p:cNvPr id="2544" name="Google Shape;254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Шаблон описания проблемы вам известен</a:t>
            </a:r>
            <a:endParaRPr sz="1600"/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600"/>
          </a:p>
          <a:p>
            <a:pPr marL="1529999" lvl="0" indent="-1529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Наш	[</a:t>
            </a:r>
            <a:r>
              <a:rPr lang="en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пользователь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хочет	[</a:t>
            </a:r>
            <a:r>
              <a:rPr lang="en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цель/желание/потребность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b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но не может, потому что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ему мешают	[</a:t>
            </a:r>
            <a:r>
              <a:rPr lang="en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барьеры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а существующие	[</a:t>
            </a:r>
            <a:r>
              <a:rPr lang="en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решения такие-то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обладают	[</a:t>
            </a:r>
            <a:r>
              <a:rPr lang="en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недостатками такими-то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 потому не позволяют эти барьеры преодолеть.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0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000"/>
              <a:t>Если вы внесли правки в паспорт проекта — запишите сюда свежую версию своей постановки проблемы.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45" name="Google Shape;2545;p18"/>
          <p:cNvSpPr txBox="1">
            <a:spLocks noGrp="1"/>
          </p:cNvSpPr>
          <p:nvPr>
            <p:ph type="body" idx="1"/>
          </p:nvPr>
        </p:nvSpPr>
        <p:spPr>
          <a:xfrm>
            <a:off x="4572000" y="685950"/>
            <a:ext cx="4413900" cy="43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</a:rPr>
              <a:t>Этот шаблон хорошо работает если вы делаете продукт для конечных пользователей-людей. 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0000"/>
                </a:solidFill>
              </a:rPr>
              <a:t>Но если вы решаете техническую задачу в интересах организации-заказчика, то возможно вам сложно выделить конечного пользователя вашего будущего решения, потому что оно лишь часть большей системы, за которую отвечает ваш заказчик. 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</a:rPr>
              <a:t>В таком случае попробуйте описать цепочку использования — кто пользователи конечного продукта вашей организации-заказчика, и какую пользу сможет ваш заказчик приносить им благодаря вашему решению? 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</a:rPr>
              <a:t>Или может быть есть какие-то регулирующие органы, и ваше решение нужно, чтобы заказчик мог соответствовать их требованиям? Разберитесь — откуда у него взялась потребность в вашем решении? Зачем стало нужно решать задачу? Понимая это, вы сможете решить её лучше. 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</a:rPr>
              <a:t>Если ответы на эти вопросы вам неизвестны — зафиксируйте вопросы в HADI-табличку, а потом задайте их заказчику. Если известны — запишите их на этом слайде слева, под основным шаблоном описания проблемы.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2546" name="Google Shape;2546;p18"/>
          <p:cNvPicPr preferRelativeResize="0"/>
          <p:nvPr/>
        </p:nvPicPr>
        <p:blipFill rotWithShape="1">
          <a:blip r:embed="rId3">
            <a:alphaModFix/>
          </a:blip>
          <a:srcRect l="2476" t="445" b="514"/>
          <a:stretch/>
        </p:blipFill>
        <p:spPr>
          <a:xfrm>
            <a:off x="8562425" y="4168176"/>
            <a:ext cx="373875" cy="5727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7" name="Google Shape;2547;p18"/>
          <p:cNvGrpSpPr/>
          <p:nvPr/>
        </p:nvGrpSpPr>
        <p:grpSpPr>
          <a:xfrm>
            <a:off x="8447758" y="1"/>
            <a:ext cx="696241" cy="733344"/>
            <a:chOff x="4093603" y="4146138"/>
            <a:chExt cx="395637" cy="420544"/>
          </a:xfrm>
        </p:grpSpPr>
        <p:sp>
          <p:nvSpPr>
            <p:cNvPr id="2548" name="Google Shape;2548;p18"/>
            <p:cNvSpPr/>
            <p:nvPr/>
          </p:nvSpPr>
          <p:spPr>
            <a:xfrm>
              <a:off x="4158286" y="4218414"/>
              <a:ext cx="266088" cy="326567"/>
            </a:xfrm>
            <a:custGeom>
              <a:avLst/>
              <a:gdLst/>
              <a:ahLst/>
              <a:cxnLst/>
              <a:rect l="l" t="t" r="r" b="b"/>
              <a:pathLst>
                <a:path w="10128" h="12430" extrusionOk="0">
                  <a:moveTo>
                    <a:pt x="5064" y="0"/>
                  </a:moveTo>
                  <a:cubicBezTo>
                    <a:pt x="2865" y="0"/>
                    <a:pt x="958" y="1526"/>
                    <a:pt x="479" y="3669"/>
                  </a:cubicBezTo>
                  <a:cubicBezTo>
                    <a:pt x="1" y="5813"/>
                    <a:pt x="1076" y="8005"/>
                    <a:pt x="3059" y="8941"/>
                  </a:cubicBezTo>
                  <a:cubicBezTo>
                    <a:pt x="3448" y="9128"/>
                    <a:pt x="3691" y="9510"/>
                    <a:pt x="3684" y="9933"/>
                  </a:cubicBezTo>
                  <a:lnTo>
                    <a:pt x="3684" y="11875"/>
                  </a:lnTo>
                  <a:lnTo>
                    <a:pt x="3691" y="11875"/>
                  </a:lnTo>
                  <a:cubicBezTo>
                    <a:pt x="3691" y="12180"/>
                    <a:pt x="3933" y="12430"/>
                    <a:pt x="4239" y="12430"/>
                  </a:cubicBezTo>
                  <a:lnTo>
                    <a:pt x="5896" y="12430"/>
                  </a:lnTo>
                  <a:cubicBezTo>
                    <a:pt x="6201" y="12430"/>
                    <a:pt x="6451" y="12180"/>
                    <a:pt x="6451" y="11875"/>
                  </a:cubicBezTo>
                  <a:lnTo>
                    <a:pt x="6451" y="9933"/>
                  </a:lnTo>
                  <a:cubicBezTo>
                    <a:pt x="6444" y="9510"/>
                    <a:pt x="6687" y="9128"/>
                    <a:pt x="7068" y="8941"/>
                  </a:cubicBezTo>
                  <a:cubicBezTo>
                    <a:pt x="9052" y="8005"/>
                    <a:pt x="10127" y="5813"/>
                    <a:pt x="9649" y="3669"/>
                  </a:cubicBezTo>
                  <a:cubicBezTo>
                    <a:pt x="9170" y="1526"/>
                    <a:pt x="7263" y="0"/>
                    <a:pt x="5064" y="0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18"/>
            <p:cNvSpPr/>
            <p:nvPr/>
          </p:nvSpPr>
          <p:spPr>
            <a:xfrm>
              <a:off x="4189813" y="4240089"/>
              <a:ext cx="203218" cy="203218"/>
            </a:xfrm>
            <a:custGeom>
              <a:avLst/>
              <a:gdLst/>
              <a:ahLst/>
              <a:cxnLst/>
              <a:rect l="l" t="t" r="r" b="b"/>
              <a:pathLst>
                <a:path w="7735" h="7735" extrusionOk="0">
                  <a:moveTo>
                    <a:pt x="3871" y="1"/>
                  </a:moveTo>
                  <a:cubicBezTo>
                    <a:pt x="1735" y="1"/>
                    <a:pt x="0" y="1735"/>
                    <a:pt x="0" y="3871"/>
                  </a:cubicBezTo>
                  <a:cubicBezTo>
                    <a:pt x="0" y="6007"/>
                    <a:pt x="1735" y="7734"/>
                    <a:pt x="3871" y="7734"/>
                  </a:cubicBezTo>
                  <a:cubicBezTo>
                    <a:pt x="6007" y="7734"/>
                    <a:pt x="7734" y="6007"/>
                    <a:pt x="7734" y="3871"/>
                  </a:cubicBezTo>
                  <a:cubicBezTo>
                    <a:pt x="7734" y="1735"/>
                    <a:pt x="6007" y="1"/>
                    <a:pt x="3871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18"/>
            <p:cNvSpPr/>
            <p:nvPr/>
          </p:nvSpPr>
          <p:spPr>
            <a:xfrm>
              <a:off x="4211671" y="4261947"/>
              <a:ext cx="159658" cy="159684"/>
            </a:xfrm>
            <a:custGeom>
              <a:avLst/>
              <a:gdLst/>
              <a:ahLst/>
              <a:cxnLst/>
              <a:rect l="l" t="t" r="r" b="b"/>
              <a:pathLst>
                <a:path w="6077" h="6078" extrusionOk="0">
                  <a:moveTo>
                    <a:pt x="3039" y="1"/>
                  </a:moveTo>
                  <a:cubicBezTo>
                    <a:pt x="1360" y="1"/>
                    <a:pt x="1" y="1360"/>
                    <a:pt x="1" y="3039"/>
                  </a:cubicBezTo>
                  <a:cubicBezTo>
                    <a:pt x="1" y="4718"/>
                    <a:pt x="1360" y="6077"/>
                    <a:pt x="3039" y="6077"/>
                  </a:cubicBezTo>
                  <a:cubicBezTo>
                    <a:pt x="4717" y="6077"/>
                    <a:pt x="6077" y="4718"/>
                    <a:pt x="6077" y="3039"/>
                  </a:cubicBezTo>
                  <a:cubicBezTo>
                    <a:pt x="6077" y="1360"/>
                    <a:pt x="4717" y="1"/>
                    <a:pt x="30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18"/>
            <p:cNvSpPr/>
            <p:nvPr/>
          </p:nvSpPr>
          <p:spPr>
            <a:xfrm>
              <a:off x="4269629" y="4537677"/>
              <a:ext cx="43586" cy="29005"/>
            </a:xfrm>
            <a:custGeom>
              <a:avLst/>
              <a:gdLst/>
              <a:ahLst/>
              <a:cxnLst/>
              <a:rect l="l" t="t" r="r" b="b"/>
              <a:pathLst>
                <a:path w="1659" h="1104" extrusionOk="0">
                  <a:moveTo>
                    <a:pt x="1" y="0"/>
                  </a:moveTo>
                  <a:lnTo>
                    <a:pt x="1" y="548"/>
                  </a:lnTo>
                  <a:cubicBezTo>
                    <a:pt x="1" y="854"/>
                    <a:pt x="250" y="1103"/>
                    <a:pt x="555" y="1103"/>
                  </a:cubicBezTo>
                  <a:lnTo>
                    <a:pt x="1103" y="1103"/>
                  </a:lnTo>
                  <a:cubicBezTo>
                    <a:pt x="1409" y="1103"/>
                    <a:pt x="1658" y="854"/>
                    <a:pt x="1658" y="548"/>
                  </a:cubicBezTo>
                  <a:lnTo>
                    <a:pt x="1658" y="0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18"/>
            <p:cNvSpPr/>
            <p:nvPr/>
          </p:nvSpPr>
          <p:spPr>
            <a:xfrm>
              <a:off x="4434725" y="4334486"/>
              <a:ext cx="54515" cy="14608"/>
            </a:xfrm>
            <a:custGeom>
              <a:avLst/>
              <a:gdLst/>
              <a:ahLst/>
              <a:cxnLst/>
              <a:rect l="l" t="t" r="r" b="b"/>
              <a:pathLst>
                <a:path w="2075" h="556" extrusionOk="0">
                  <a:moveTo>
                    <a:pt x="348" y="1"/>
                  </a:moveTo>
                  <a:cubicBezTo>
                    <a:pt x="1" y="21"/>
                    <a:pt x="1" y="535"/>
                    <a:pt x="348" y="555"/>
                  </a:cubicBezTo>
                  <a:lnTo>
                    <a:pt x="1728" y="555"/>
                  </a:lnTo>
                  <a:cubicBezTo>
                    <a:pt x="2075" y="535"/>
                    <a:pt x="2075" y="21"/>
                    <a:pt x="1728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18"/>
            <p:cNvSpPr/>
            <p:nvPr/>
          </p:nvSpPr>
          <p:spPr>
            <a:xfrm>
              <a:off x="4093603" y="4334460"/>
              <a:ext cx="62896" cy="14634"/>
            </a:xfrm>
            <a:custGeom>
              <a:avLst/>
              <a:gdLst/>
              <a:ahLst/>
              <a:cxnLst/>
              <a:rect l="l" t="t" r="r" b="b"/>
              <a:pathLst>
                <a:path w="2394" h="557" extrusionOk="0">
                  <a:moveTo>
                    <a:pt x="2025" y="1"/>
                  </a:moveTo>
                  <a:cubicBezTo>
                    <a:pt x="2018" y="1"/>
                    <a:pt x="2011" y="1"/>
                    <a:pt x="2005" y="2"/>
                  </a:cubicBezTo>
                  <a:lnTo>
                    <a:pt x="354" y="2"/>
                  </a:lnTo>
                  <a:cubicBezTo>
                    <a:pt x="0" y="22"/>
                    <a:pt x="0" y="536"/>
                    <a:pt x="354" y="556"/>
                  </a:cubicBezTo>
                  <a:lnTo>
                    <a:pt x="2005" y="556"/>
                  </a:lnTo>
                  <a:cubicBezTo>
                    <a:pt x="2011" y="557"/>
                    <a:pt x="2018" y="557"/>
                    <a:pt x="2025" y="557"/>
                  </a:cubicBezTo>
                  <a:cubicBezTo>
                    <a:pt x="2393" y="557"/>
                    <a:pt x="2393" y="1"/>
                    <a:pt x="2025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18"/>
            <p:cNvSpPr/>
            <p:nvPr/>
          </p:nvSpPr>
          <p:spPr>
            <a:xfrm>
              <a:off x="4284210" y="4146138"/>
              <a:ext cx="14424" cy="50417"/>
            </a:xfrm>
            <a:custGeom>
              <a:avLst/>
              <a:gdLst/>
              <a:ahLst/>
              <a:cxnLst/>
              <a:rect l="l" t="t" r="r" b="b"/>
              <a:pathLst>
                <a:path w="549" h="1919" extrusionOk="0">
                  <a:moveTo>
                    <a:pt x="277" y="1"/>
                  </a:moveTo>
                  <a:cubicBezTo>
                    <a:pt x="144" y="1"/>
                    <a:pt x="11" y="88"/>
                    <a:pt x="0" y="261"/>
                  </a:cubicBezTo>
                  <a:lnTo>
                    <a:pt x="0" y="1641"/>
                  </a:lnTo>
                  <a:cubicBezTo>
                    <a:pt x="0" y="1794"/>
                    <a:pt x="125" y="1919"/>
                    <a:pt x="278" y="1919"/>
                  </a:cubicBezTo>
                  <a:cubicBezTo>
                    <a:pt x="430" y="1919"/>
                    <a:pt x="548" y="1794"/>
                    <a:pt x="548" y="1641"/>
                  </a:cubicBezTo>
                  <a:lnTo>
                    <a:pt x="548" y="261"/>
                  </a:lnTo>
                  <a:cubicBezTo>
                    <a:pt x="541" y="88"/>
                    <a:pt x="410" y="1"/>
                    <a:pt x="277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18"/>
            <p:cNvSpPr/>
            <p:nvPr/>
          </p:nvSpPr>
          <p:spPr>
            <a:xfrm>
              <a:off x="4358561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745" y="0"/>
                  </a:moveTo>
                  <a:cubicBezTo>
                    <a:pt x="662" y="0"/>
                    <a:pt x="578" y="39"/>
                    <a:pt x="521" y="131"/>
                  </a:cubicBezTo>
                  <a:lnTo>
                    <a:pt x="104" y="852"/>
                  </a:lnTo>
                  <a:cubicBezTo>
                    <a:pt x="0" y="1033"/>
                    <a:pt x="132" y="1262"/>
                    <a:pt x="347" y="1262"/>
                  </a:cubicBezTo>
                  <a:cubicBezTo>
                    <a:pt x="444" y="1262"/>
                    <a:pt x="534" y="1213"/>
                    <a:pt x="583" y="1130"/>
                  </a:cubicBezTo>
                  <a:lnTo>
                    <a:pt x="999" y="409"/>
                  </a:lnTo>
                  <a:cubicBezTo>
                    <a:pt x="1114" y="193"/>
                    <a:pt x="931" y="0"/>
                    <a:pt x="745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18"/>
            <p:cNvSpPr/>
            <p:nvPr/>
          </p:nvSpPr>
          <p:spPr>
            <a:xfrm>
              <a:off x="4195277" y="4466505"/>
              <a:ext cx="29268" cy="33287"/>
            </a:xfrm>
            <a:custGeom>
              <a:avLst/>
              <a:gdLst/>
              <a:ahLst/>
              <a:cxnLst/>
              <a:rect l="l" t="t" r="r" b="b"/>
              <a:pathLst>
                <a:path w="1114" h="1267" extrusionOk="0">
                  <a:moveTo>
                    <a:pt x="748" y="1"/>
                  </a:moveTo>
                  <a:cubicBezTo>
                    <a:pt x="664" y="1"/>
                    <a:pt x="579" y="41"/>
                    <a:pt x="521" y="136"/>
                  </a:cubicBezTo>
                  <a:lnTo>
                    <a:pt x="105" y="850"/>
                  </a:lnTo>
                  <a:cubicBezTo>
                    <a:pt x="1" y="1038"/>
                    <a:pt x="132" y="1267"/>
                    <a:pt x="347" y="1267"/>
                  </a:cubicBezTo>
                  <a:cubicBezTo>
                    <a:pt x="444" y="1267"/>
                    <a:pt x="535" y="1211"/>
                    <a:pt x="583" y="1128"/>
                  </a:cubicBezTo>
                  <a:lnTo>
                    <a:pt x="999" y="413"/>
                  </a:lnTo>
                  <a:cubicBezTo>
                    <a:pt x="1114" y="194"/>
                    <a:pt x="933" y="1"/>
                    <a:pt x="74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18"/>
            <p:cNvSpPr/>
            <p:nvPr/>
          </p:nvSpPr>
          <p:spPr>
            <a:xfrm>
              <a:off x="4195172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366" y="0"/>
                  </a:moveTo>
                  <a:cubicBezTo>
                    <a:pt x="180" y="0"/>
                    <a:pt x="1" y="193"/>
                    <a:pt x="116" y="409"/>
                  </a:cubicBezTo>
                  <a:lnTo>
                    <a:pt x="525" y="1130"/>
                  </a:lnTo>
                  <a:cubicBezTo>
                    <a:pt x="573" y="1213"/>
                    <a:pt x="670" y="1262"/>
                    <a:pt x="768" y="1262"/>
                  </a:cubicBezTo>
                  <a:cubicBezTo>
                    <a:pt x="976" y="1262"/>
                    <a:pt x="1114" y="1033"/>
                    <a:pt x="1003" y="852"/>
                  </a:cubicBezTo>
                  <a:lnTo>
                    <a:pt x="594" y="131"/>
                  </a:lnTo>
                  <a:cubicBezTo>
                    <a:pt x="534" y="39"/>
                    <a:pt x="450" y="0"/>
                    <a:pt x="366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18"/>
            <p:cNvSpPr/>
            <p:nvPr/>
          </p:nvSpPr>
          <p:spPr>
            <a:xfrm>
              <a:off x="4358272" y="4466505"/>
              <a:ext cx="29294" cy="33287"/>
            </a:xfrm>
            <a:custGeom>
              <a:avLst/>
              <a:gdLst/>
              <a:ahLst/>
              <a:cxnLst/>
              <a:rect l="l" t="t" r="r" b="b"/>
              <a:pathLst>
                <a:path w="1115" h="1267" extrusionOk="0">
                  <a:moveTo>
                    <a:pt x="367" y="1"/>
                  </a:moveTo>
                  <a:cubicBezTo>
                    <a:pt x="182" y="1"/>
                    <a:pt x="1" y="194"/>
                    <a:pt x="115" y="413"/>
                  </a:cubicBezTo>
                  <a:lnTo>
                    <a:pt x="532" y="1128"/>
                  </a:lnTo>
                  <a:cubicBezTo>
                    <a:pt x="580" y="1211"/>
                    <a:pt x="670" y="1267"/>
                    <a:pt x="774" y="1267"/>
                  </a:cubicBezTo>
                  <a:cubicBezTo>
                    <a:pt x="982" y="1267"/>
                    <a:pt x="1114" y="1038"/>
                    <a:pt x="1010" y="850"/>
                  </a:cubicBezTo>
                  <a:lnTo>
                    <a:pt x="594" y="136"/>
                  </a:lnTo>
                  <a:cubicBezTo>
                    <a:pt x="536" y="41"/>
                    <a:pt x="451" y="1"/>
                    <a:pt x="36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18"/>
            <p:cNvSpPr/>
            <p:nvPr/>
          </p:nvSpPr>
          <p:spPr>
            <a:xfrm>
              <a:off x="4412315" y="4410335"/>
              <a:ext cx="39934" cy="25668"/>
            </a:xfrm>
            <a:custGeom>
              <a:avLst/>
              <a:gdLst/>
              <a:ahLst/>
              <a:cxnLst/>
              <a:rect l="l" t="t" r="r" b="b"/>
              <a:pathLst>
                <a:path w="1520" h="977" extrusionOk="0">
                  <a:moveTo>
                    <a:pt x="408" y="1"/>
                  </a:moveTo>
                  <a:cubicBezTo>
                    <a:pt x="158" y="1"/>
                    <a:pt x="0" y="375"/>
                    <a:pt x="285" y="526"/>
                  </a:cubicBezTo>
                  <a:lnTo>
                    <a:pt x="999" y="942"/>
                  </a:lnTo>
                  <a:cubicBezTo>
                    <a:pt x="1041" y="963"/>
                    <a:pt x="1090" y="977"/>
                    <a:pt x="1138" y="977"/>
                  </a:cubicBezTo>
                  <a:cubicBezTo>
                    <a:pt x="1422" y="977"/>
                    <a:pt x="1520" y="602"/>
                    <a:pt x="1277" y="464"/>
                  </a:cubicBezTo>
                  <a:lnTo>
                    <a:pt x="562" y="48"/>
                  </a:lnTo>
                  <a:cubicBezTo>
                    <a:pt x="509" y="15"/>
                    <a:pt x="457" y="1"/>
                    <a:pt x="40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18"/>
            <p:cNvSpPr/>
            <p:nvPr/>
          </p:nvSpPr>
          <p:spPr>
            <a:xfrm>
              <a:off x="4130306" y="4247340"/>
              <a:ext cx="39304" cy="25589"/>
            </a:xfrm>
            <a:custGeom>
              <a:avLst/>
              <a:gdLst/>
              <a:ahLst/>
              <a:cxnLst/>
              <a:rect l="l" t="t" r="r" b="b"/>
              <a:pathLst>
                <a:path w="1496" h="974" extrusionOk="0">
                  <a:moveTo>
                    <a:pt x="397" y="1"/>
                  </a:moveTo>
                  <a:cubicBezTo>
                    <a:pt x="153" y="1"/>
                    <a:pt x="0" y="356"/>
                    <a:pt x="254" y="515"/>
                  </a:cubicBezTo>
                  <a:lnTo>
                    <a:pt x="975" y="931"/>
                  </a:lnTo>
                  <a:cubicBezTo>
                    <a:pt x="1017" y="959"/>
                    <a:pt x="1066" y="966"/>
                    <a:pt x="1114" y="973"/>
                  </a:cubicBezTo>
                  <a:lnTo>
                    <a:pt x="1114" y="966"/>
                  </a:lnTo>
                  <a:cubicBezTo>
                    <a:pt x="1398" y="966"/>
                    <a:pt x="1496" y="592"/>
                    <a:pt x="1253" y="453"/>
                  </a:cubicBezTo>
                  <a:lnTo>
                    <a:pt x="531" y="37"/>
                  </a:lnTo>
                  <a:cubicBezTo>
                    <a:pt x="485" y="12"/>
                    <a:pt x="439" y="1"/>
                    <a:pt x="39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18"/>
            <p:cNvSpPr/>
            <p:nvPr/>
          </p:nvSpPr>
          <p:spPr>
            <a:xfrm>
              <a:off x="4413418" y="4247182"/>
              <a:ext cx="39908" cy="25747"/>
            </a:xfrm>
            <a:custGeom>
              <a:avLst/>
              <a:gdLst/>
              <a:ahLst/>
              <a:cxnLst/>
              <a:rect l="l" t="t" r="r" b="b"/>
              <a:pathLst>
                <a:path w="1519" h="980" extrusionOk="0">
                  <a:moveTo>
                    <a:pt x="1114" y="0"/>
                  </a:moveTo>
                  <a:cubicBezTo>
                    <a:pt x="1064" y="0"/>
                    <a:pt x="1011" y="15"/>
                    <a:pt x="957" y="50"/>
                  </a:cubicBezTo>
                  <a:lnTo>
                    <a:pt x="243" y="459"/>
                  </a:lnTo>
                  <a:cubicBezTo>
                    <a:pt x="0" y="605"/>
                    <a:pt x="97" y="972"/>
                    <a:pt x="382" y="979"/>
                  </a:cubicBezTo>
                  <a:cubicBezTo>
                    <a:pt x="430" y="979"/>
                    <a:pt x="479" y="965"/>
                    <a:pt x="520" y="937"/>
                  </a:cubicBezTo>
                  <a:lnTo>
                    <a:pt x="1235" y="528"/>
                  </a:lnTo>
                  <a:cubicBezTo>
                    <a:pt x="1518" y="378"/>
                    <a:pt x="1363" y="0"/>
                    <a:pt x="1114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18"/>
            <p:cNvSpPr/>
            <p:nvPr/>
          </p:nvSpPr>
          <p:spPr>
            <a:xfrm>
              <a:off x="4130595" y="4410624"/>
              <a:ext cx="39304" cy="25379"/>
            </a:xfrm>
            <a:custGeom>
              <a:avLst/>
              <a:gdLst/>
              <a:ahLst/>
              <a:cxnLst/>
              <a:rect l="l" t="t" r="r" b="b"/>
              <a:pathLst>
                <a:path w="1496" h="966" extrusionOk="0">
                  <a:moveTo>
                    <a:pt x="1099" y="1"/>
                  </a:moveTo>
                  <a:cubicBezTo>
                    <a:pt x="1056" y="1"/>
                    <a:pt x="1011" y="12"/>
                    <a:pt x="964" y="37"/>
                  </a:cubicBezTo>
                  <a:lnTo>
                    <a:pt x="243" y="453"/>
                  </a:lnTo>
                  <a:cubicBezTo>
                    <a:pt x="0" y="598"/>
                    <a:pt x="104" y="966"/>
                    <a:pt x="382" y="966"/>
                  </a:cubicBezTo>
                  <a:cubicBezTo>
                    <a:pt x="430" y="966"/>
                    <a:pt x="479" y="952"/>
                    <a:pt x="520" y="931"/>
                  </a:cubicBezTo>
                  <a:lnTo>
                    <a:pt x="1242" y="515"/>
                  </a:lnTo>
                  <a:cubicBezTo>
                    <a:pt x="1496" y="356"/>
                    <a:pt x="1343" y="1"/>
                    <a:pt x="1099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18"/>
            <p:cNvSpPr/>
            <p:nvPr/>
          </p:nvSpPr>
          <p:spPr>
            <a:xfrm>
              <a:off x="4255231" y="4494118"/>
              <a:ext cx="72565" cy="50864"/>
            </a:xfrm>
            <a:custGeom>
              <a:avLst/>
              <a:gdLst/>
              <a:ahLst/>
              <a:cxnLst/>
              <a:rect l="l" t="t" r="r" b="b"/>
              <a:pathLst>
                <a:path w="2762" h="1936" extrusionOk="0">
                  <a:moveTo>
                    <a:pt x="1" y="1"/>
                  </a:moveTo>
                  <a:lnTo>
                    <a:pt x="1" y="1381"/>
                  </a:lnTo>
                  <a:cubicBezTo>
                    <a:pt x="1" y="1686"/>
                    <a:pt x="243" y="1936"/>
                    <a:pt x="549" y="1936"/>
                  </a:cubicBezTo>
                  <a:lnTo>
                    <a:pt x="2206" y="1936"/>
                  </a:lnTo>
                  <a:cubicBezTo>
                    <a:pt x="2511" y="1936"/>
                    <a:pt x="2761" y="1686"/>
                    <a:pt x="2761" y="1381"/>
                  </a:cubicBezTo>
                  <a:lnTo>
                    <a:pt x="2761" y="1"/>
                  </a:lnTo>
                  <a:close/>
                </a:path>
              </a:pathLst>
            </a:custGeom>
            <a:solidFill>
              <a:srgbClr val="C7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18"/>
            <p:cNvSpPr/>
            <p:nvPr/>
          </p:nvSpPr>
          <p:spPr>
            <a:xfrm>
              <a:off x="4247954" y="4494118"/>
              <a:ext cx="87120" cy="14608"/>
            </a:xfrm>
            <a:custGeom>
              <a:avLst/>
              <a:gdLst/>
              <a:ahLst/>
              <a:cxnLst/>
              <a:rect l="l" t="t" r="r" b="b"/>
              <a:pathLst>
                <a:path w="3316" h="556" extrusionOk="0">
                  <a:moveTo>
                    <a:pt x="278" y="1"/>
                  </a:moveTo>
                  <a:cubicBezTo>
                    <a:pt x="125" y="1"/>
                    <a:pt x="0" y="125"/>
                    <a:pt x="0" y="278"/>
                  </a:cubicBezTo>
                  <a:cubicBezTo>
                    <a:pt x="0" y="431"/>
                    <a:pt x="125" y="556"/>
                    <a:pt x="278" y="556"/>
                  </a:cubicBezTo>
                  <a:lnTo>
                    <a:pt x="3038" y="556"/>
                  </a:lnTo>
                  <a:cubicBezTo>
                    <a:pt x="3191" y="556"/>
                    <a:pt x="3316" y="431"/>
                    <a:pt x="3316" y="278"/>
                  </a:cubicBezTo>
                  <a:cubicBezTo>
                    <a:pt x="3316" y="125"/>
                    <a:pt x="3191" y="1"/>
                    <a:pt x="3038" y="1"/>
                  </a:cubicBezTo>
                  <a:close/>
                </a:path>
              </a:pathLst>
            </a:custGeom>
            <a:solidFill>
              <a:srgbClr val="ADB7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19"/>
          <p:cNvSpPr txBox="1">
            <a:spLocks noGrp="1"/>
          </p:cNvSpPr>
          <p:nvPr>
            <p:ph type="title"/>
          </p:nvPr>
        </p:nvSpPr>
        <p:spPr>
          <a:xfrm>
            <a:off x="311700" y="207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3. Уточнённые формулировки. Значимость проблемы</a:t>
            </a:r>
            <a:endParaRPr/>
          </a:p>
        </p:txBody>
      </p:sp>
      <p:sp>
        <p:nvSpPr>
          <p:cNvPr id="2570" name="Google Shape;2570;p19"/>
          <p:cNvSpPr txBox="1">
            <a:spLocks noGrp="1"/>
          </p:cNvSpPr>
          <p:nvPr>
            <p:ph type="body" idx="1"/>
          </p:nvPr>
        </p:nvSpPr>
        <p:spPr>
          <a:xfrm>
            <a:off x="311700" y="1032825"/>
            <a:ext cx="8736000" cy="39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</a:rPr>
              <a:t>А теперь давайте попробуем разобраться с тем — </a:t>
            </a:r>
            <a:r>
              <a:rPr lang="en" sz="1500" b="1">
                <a:solidFill>
                  <a:srgbClr val="000000"/>
                </a:solidFill>
              </a:rPr>
              <a:t>а правда ли выбранная вами проблема достойна решения?</a:t>
            </a:r>
            <a:r>
              <a:rPr lang="en" sz="1500">
                <a:solidFill>
                  <a:srgbClr val="000000"/>
                </a:solidFill>
              </a:rPr>
              <a:t> Ведь если проблема — и не проблема вовсе, то и решение никому не нужно, а тогда нужно ли посвящать этому проект?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</a:rPr>
              <a:t>Для проверки значимости проблемы есть </a:t>
            </a:r>
            <a:r>
              <a:rPr lang="en" sz="1500" b="1">
                <a:solidFill>
                  <a:srgbClr val="000000"/>
                </a:solidFill>
              </a:rPr>
              <a:t>4 проверочных вопроса</a:t>
            </a:r>
            <a:r>
              <a:rPr lang="en" sz="1500">
                <a:solidFill>
                  <a:srgbClr val="000000"/>
                </a:solidFill>
              </a:rPr>
              <a:t>, мы разместили их на следующем слайде. Попробуйте на них ответить. 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</a:rPr>
              <a:t>Но если у вас нет достоверных фактов, подтверждающих ваши ответы — то возможны два варианта развития событий:</a:t>
            </a:r>
            <a:endParaRPr sz="1500">
              <a:solidFill>
                <a:srgbClr val="000000"/>
              </a:solidFill>
            </a:endParaRPr>
          </a:p>
          <a:p>
            <a:pPr marL="179999" lvl="0" indent="-179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Char char="-"/>
            </a:pPr>
            <a:r>
              <a:rPr lang="en" sz="1500">
                <a:solidFill>
                  <a:srgbClr val="000000"/>
                </a:solidFill>
              </a:rPr>
              <a:t>Вы проведете исследование и выясните эти факты (как проводить исследование мы еще расскажем)</a:t>
            </a:r>
            <a:endParaRPr sz="1500">
              <a:solidFill>
                <a:srgbClr val="000000"/>
              </a:solidFill>
            </a:endParaRPr>
          </a:p>
          <a:p>
            <a:pPr marL="179999" lvl="0" indent="-17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-"/>
            </a:pPr>
            <a:r>
              <a:rPr lang="en" sz="1500">
                <a:solidFill>
                  <a:srgbClr val="000000"/>
                </a:solidFill>
              </a:rPr>
              <a:t>Вы проведете исследование, а подтверждений всё равно не найдётся, потому что в реальности всё устроено не совсем так, как вы думали изначально.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</a:rPr>
              <a:t>Впишите свои ответы в поля под вопросами на следующем слайде, а если они не будут влезать — создайте дополнительный слайд со своими ответами.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500" b="1">
                <a:solidFill>
                  <a:srgbClr val="000000"/>
                </a:solidFill>
              </a:rPr>
              <a:t>Если у вас появились сомнения и неясности — сформулируйте их в виде вопросов и занесите в HADI-таблицу.</a:t>
            </a: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2571" name="Google Shape;2571;p19"/>
          <p:cNvPicPr preferRelativeResize="0"/>
          <p:nvPr/>
        </p:nvPicPr>
        <p:blipFill rotWithShape="1">
          <a:blip r:embed="rId3">
            <a:alphaModFix/>
          </a:blip>
          <a:srcRect l="2476" t="445" b="514"/>
          <a:stretch/>
        </p:blipFill>
        <p:spPr>
          <a:xfrm flipH="1">
            <a:off x="0" y="4531301"/>
            <a:ext cx="373875" cy="5727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2" name="Google Shape;2572;p19"/>
          <p:cNvGrpSpPr/>
          <p:nvPr/>
        </p:nvGrpSpPr>
        <p:grpSpPr>
          <a:xfrm>
            <a:off x="8447758" y="1"/>
            <a:ext cx="696241" cy="733344"/>
            <a:chOff x="4093603" y="4146138"/>
            <a:chExt cx="395637" cy="420544"/>
          </a:xfrm>
        </p:grpSpPr>
        <p:sp>
          <p:nvSpPr>
            <p:cNvPr id="2573" name="Google Shape;2573;p19"/>
            <p:cNvSpPr/>
            <p:nvPr/>
          </p:nvSpPr>
          <p:spPr>
            <a:xfrm>
              <a:off x="4158286" y="4218414"/>
              <a:ext cx="266088" cy="326567"/>
            </a:xfrm>
            <a:custGeom>
              <a:avLst/>
              <a:gdLst/>
              <a:ahLst/>
              <a:cxnLst/>
              <a:rect l="l" t="t" r="r" b="b"/>
              <a:pathLst>
                <a:path w="10128" h="12430" extrusionOk="0">
                  <a:moveTo>
                    <a:pt x="5064" y="0"/>
                  </a:moveTo>
                  <a:cubicBezTo>
                    <a:pt x="2865" y="0"/>
                    <a:pt x="958" y="1526"/>
                    <a:pt x="479" y="3669"/>
                  </a:cubicBezTo>
                  <a:cubicBezTo>
                    <a:pt x="1" y="5813"/>
                    <a:pt x="1076" y="8005"/>
                    <a:pt x="3059" y="8941"/>
                  </a:cubicBezTo>
                  <a:cubicBezTo>
                    <a:pt x="3448" y="9128"/>
                    <a:pt x="3691" y="9510"/>
                    <a:pt x="3684" y="9933"/>
                  </a:cubicBezTo>
                  <a:lnTo>
                    <a:pt x="3684" y="11875"/>
                  </a:lnTo>
                  <a:lnTo>
                    <a:pt x="3691" y="11875"/>
                  </a:lnTo>
                  <a:cubicBezTo>
                    <a:pt x="3691" y="12180"/>
                    <a:pt x="3933" y="12430"/>
                    <a:pt x="4239" y="12430"/>
                  </a:cubicBezTo>
                  <a:lnTo>
                    <a:pt x="5896" y="12430"/>
                  </a:lnTo>
                  <a:cubicBezTo>
                    <a:pt x="6201" y="12430"/>
                    <a:pt x="6451" y="12180"/>
                    <a:pt x="6451" y="11875"/>
                  </a:cubicBezTo>
                  <a:lnTo>
                    <a:pt x="6451" y="9933"/>
                  </a:lnTo>
                  <a:cubicBezTo>
                    <a:pt x="6444" y="9510"/>
                    <a:pt x="6687" y="9128"/>
                    <a:pt x="7068" y="8941"/>
                  </a:cubicBezTo>
                  <a:cubicBezTo>
                    <a:pt x="9052" y="8005"/>
                    <a:pt x="10127" y="5813"/>
                    <a:pt x="9649" y="3669"/>
                  </a:cubicBezTo>
                  <a:cubicBezTo>
                    <a:pt x="9170" y="1526"/>
                    <a:pt x="7263" y="0"/>
                    <a:pt x="5064" y="0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19"/>
            <p:cNvSpPr/>
            <p:nvPr/>
          </p:nvSpPr>
          <p:spPr>
            <a:xfrm>
              <a:off x="4189813" y="4240089"/>
              <a:ext cx="203218" cy="203218"/>
            </a:xfrm>
            <a:custGeom>
              <a:avLst/>
              <a:gdLst/>
              <a:ahLst/>
              <a:cxnLst/>
              <a:rect l="l" t="t" r="r" b="b"/>
              <a:pathLst>
                <a:path w="7735" h="7735" extrusionOk="0">
                  <a:moveTo>
                    <a:pt x="3871" y="1"/>
                  </a:moveTo>
                  <a:cubicBezTo>
                    <a:pt x="1735" y="1"/>
                    <a:pt x="0" y="1735"/>
                    <a:pt x="0" y="3871"/>
                  </a:cubicBezTo>
                  <a:cubicBezTo>
                    <a:pt x="0" y="6007"/>
                    <a:pt x="1735" y="7734"/>
                    <a:pt x="3871" y="7734"/>
                  </a:cubicBezTo>
                  <a:cubicBezTo>
                    <a:pt x="6007" y="7734"/>
                    <a:pt x="7734" y="6007"/>
                    <a:pt x="7734" y="3871"/>
                  </a:cubicBezTo>
                  <a:cubicBezTo>
                    <a:pt x="7734" y="1735"/>
                    <a:pt x="6007" y="1"/>
                    <a:pt x="3871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19"/>
            <p:cNvSpPr/>
            <p:nvPr/>
          </p:nvSpPr>
          <p:spPr>
            <a:xfrm>
              <a:off x="4211671" y="4261947"/>
              <a:ext cx="159658" cy="159684"/>
            </a:xfrm>
            <a:custGeom>
              <a:avLst/>
              <a:gdLst/>
              <a:ahLst/>
              <a:cxnLst/>
              <a:rect l="l" t="t" r="r" b="b"/>
              <a:pathLst>
                <a:path w="6077" h="6078" extrusionOk="0">
                  <a:moveTo>
                    <a:pt x="3039" y="1"/>
                  </a:moveTo>
                  <a:cubicBezTo>
                    <a:pt x="1360" y="1"/>
                    <a:pt x="1" y="1360"/>
                    <a:pt x="1" y="3039"/>
                  </a:cubicBezTo>
                  <a:cubicBezTo>
                    <a:pt x="1" y="4718"/>
                    <a:pt x="1360" y="6077"/>
                    <a:pt x="3039" y="6077"/>
                  </a:cubicBezTo>
                  <a:cubicBezTo>
                    <a:pt x="4717" y="6077"/>
                    <a:pt x="6077" y="4718"/>
                    <a:pt x="6077" y="3039"/>
                  </a:cubicBezTo>
                  <a:cubicBezTo>
                    <a:pt x="6077" y="1360"/>
                    <a:pt x="4717" y="1"/>
                    <a:pt x="30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19"/>
            <p:cNvSpPr/>
            <p:nvPr/>
          </p:nvSpPr>
          <p:spPr>
            <a:xfrm>
              <a:off x="4269629" y="4537677"/>
              <a:ext cx="43586" cy="29005"/>
            </a:xfrm>
            <a:custGeom>
              <a:avLst/>
              <a:gdLst/>
              <a:ahLst/>
              <a:cxnLst/>
              <a:rect l="l" t="t" r="r" b="b"/>
              <a:pathLst>
                <a:path w="1659" h="1104" extrusionOk="0">
                  <a:moveTo>
                    <a:pt x="1" y="0"/>
                  </a:moveTo>
                  <a:lnTo>
                    <a:pt x="1" y="548"/>
                  </a:lnTo>
                  <a:cubicBezTo>
                    <a:pt x="1" y="854"/>
                    <a:pt x="250" y="1103"/>
                    <a:pt x="555" y="1103"/>
                  </a:cubicBezTo>
                  <a:lnTo>
                    <a:pt x="1103" y="1103"/>
                  </a:lnTo>
                  <a:cubicBezTo>
                    <a:pt x="1409" y="1103"/>
                    <a:pt x="1658" y="854"/>
                    <a:pt x="1658" y="548"/>
                  </a:cubicBezTo>
                  <a:lnTo>
                    <a:pt x="1658" y="0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19"/>
            <p:cNvSpPr/>
            <p:nvPr/>
          </p:nvSpPr>
          <p:spPr>
            <a:xfrm>
              <a:off x="4434725" y="4334486"/>
              <a:ext cx="54515" cy="14608"/>
            </a:xfrm>
            <a:custGeom>
              <a:avLst/>
              <a:gdLst/>
              <a:ahLst/>
              <a:cxnLst/>
              <a:rect l="l" t="t" r="r" b="b"/>
              <a:pathLst>
                <a:path w="2075" h="556" extrusionOk="0">
                  <a:moveTo>
                    <a:pt x="348" y="1"/>
                  </a:moveTo>
                  <a:cubicBezTo>
                    <a:pt x="1" y="21"/>
                    <a:pt x="1" y="535"/>
                    <a:pt x="348" y="555"/>
                  </a:cubicBezTo>
                  <a:lnTo>
                    <a:pt x="1728" y="555"/>
                  </a:lnTo>
                  <a:cubicBezTo>
                    <a:pt x="2075" y="535"/>
                    <a:pt x="2075" y="21"/>
                    <a:pt x="1728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19"/>
            <p:cNvSpPr/>
            <p:nvPr/>
          </p:nvSpPr>
          <p:spPr>
            <a:xfrm>
              <a:off x="4093603" y="4334460"/>
              <a:ext cx="62896" cy="14634"/>
            </a:xfrm>
            <a:custGeom>
              <a:avLst/>
              <a:gdLst/>
              <a:ahLst/>
              <a:cxnLst/>
              <a:rect l="l" t="t" r="r" b="b"/>
              <a:pathLst>
                <a:path w="2394" h="557" extrusionOk="0">
                  <a:moveTo>
                    <a:pt x="2025" y="1"/>
                  </a:moveTo>
                  <a:cubicBezTo>
                    <a:pt x="2018" y="1"/>
                    <a:pt x="2011" y="1"/>
                    <a:pt x="2005" y="2"/>
                  </a:cubicBezTo>
                  <a:lnTo>
                    <a:pt x="354" y="2"/>
                  </a:lnTo>
                  <a:cubicBezTo>
                    <a:pt x="0" y="22"/>
                    <a:pt x="0" y="536"/>
                    <a:pt x="354" y="556"/>
                  </a:cubicBezTo>
                  <a:lnTo>
                    <a:pt x="2005" y="556"/>
                  </a:lnTo>
                  <a:cubicBezTo>
                    <a:pt x="2011" y="557"/>
                    <a:pt x="2018" y="557"/>
                    <a:pt x="2025" y="557"/>
                  </a:cubicBezTo>
                  <a:cubicBezTo>
                    <a:pt x="2393" y="557"/>
                    <a:pt x="2393" y="1"/>
                    <a:pt x="2025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19"/>
            <p:cNvSpPr/>
            <p:nvPr/>
          </p:nvSpPr>
          <p:spPr>
            <a:xfrm>
              <a:off x="4284210" y="4146138"/>
              <a:ext cx="14424" cy="50417"/>
            </a:xfrm>
            <a:custGeom>
              <a:avLst/>
              <a:gdLst/>
              <a:ahLst/>
              <a:cxnLst/>
              <a:rect l="l" t="t" r="r" b="b"/>
              <a:pathLst>
                <a:path w="549" h="1919" extrusionOk="0">
                  <a:moveTo>
                    <a:pt x="277" y="1"/>
                  </a:moveTo>
                  <a:cubicBezTo>
                    <a:pt x="144" y="1"/>
                    <a:pt x="11" y="88"/>
                    <a:pt x="0" y="261"/>
                  </a:cubicBezTo>
                  <a:lnTo>
                    <a:pt x="0" y="1641"/>
                  </a:lnTo>
                  <a:cubicBezTo>
                    <a:pt x="0" y="1794"/>
                    <a:pt x="125" y="1919"/>
                    <a:pt x="278" y="1919"/>
                  </a:cubicBezTo>
                  <a:cubicBezTo>
                    <a:pt x="430" y="1919"/>
                    <a:pt x="548" y="1794"/>
                    <a:pt x="548" y="1641"/>
                  </a:cubicBezTo>
                  <a:lnTo>
                    <a:pt x="548" y="261"/>
                  </a:lnTo>
                  <a:cubicBezTo>
                    <a:pt x="541" y="88"/>
                    <a:pt x="410" y="1"/>
                    <a:pt x="277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19"/>
            <p:cNvSpPr/>
            <p:nvPr/>
          </p:nvSpPr>
          <p:spPr>
            <a:xfrm>
              <a:off x="4358561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745" y="0"/>
                  </a:moveTo>
                  <a:cubicBezTo>
                    <a:pt x="662" y="0"/>
                    <a:pt x="578" y="39"/>
                    <a:pt x="521" y="131"/>
                  </a:cubicBezTo>
                  <a:lnTo>
                    <a:pt x="104" y="852"/>
                  </a:lnTo>
                  <a:cubicBezTo>
                    <a:pt x="0" y="1033"/>
                    <a:pt x="132" y="1262"/>
                    <a:pt x="347" y="1262"/>
                  </a:cubicBezTo>
                  <a:cubicBezTo>
                    <a:pt x="444" y="1262"/>
                    <a:pt x="534" y="1213"/>
                    <a:pt x="583" y="1130"/>
                  </a:cubicBezTo>
                  <a:lnTo>
                    <a:pt x="999" y="409"/>
                  </a:lnTo>
                  <a:cubicBezTo>
                    <a:pt x="1114" y="193"/>
                    <a:pt x="931" y="0"/>
                    <a:pt x="745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19"/>
            <p:cNvSpPr/>
            <p:nvPr/>
          </p:nvSpPr>
          <p:spPr>
            <a:xfrm>
              <a:off x="4195277" y="4466505"/>
              <a:ext cx="29268" cy="33287"/>
            </a:xfrm>
            <a:custGeom>
              <a:avLst/>
              <a:gdLst/>
              <a:ahLst/>
              <a:cxnLst/>
              <a:rect l="l" t="t" r="r" b="b"/>
              <a:pathLst>
                <a:path w="1114" h="1267" extrusionOk="0">
                  <a:moveTo>
                    <a:pt x="748" y="1"/>
                  </a:moveTo>
                  <a:cubicBezTo>
                    <a:pt x="664" y="1"/>
                    <a:pt x="579" y="41"/>
                    <a:pt x="521" y="136"/>
                  </a:cubicBezTo>
                  <a:lnTo>
                    <a:pt x="105" y="850"/>
                  </a:lnTo>
                  <a:cubicBezTo>
                    <a:pt x="1" y="1038"/>
                    <a:pt x="132" y="1267"/>
                    <a:pt x="347" y="1267"/>
                  </a:cubicBezTo>
                  <a:cubicBezTo>
                    <a:pt x="444" y="1267"/>
                    <a:pt x="535" y="1211"/>
                    <a:pt x="583" y="1128"/>
                  </a:cubicBezTo>
                  <a:lnTo>
                    <a:pt x="999" y="413"/>
                  </a:lnTo>
                  <a:cubicBezTo>
                    <a:pt x="1114" y="194"/>
                    <a:pt x="933" y="1"/>
                    <a:pt x="74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19"/>
            <p:cNvSpPr/>
            <p:nvPr/>
          </p:nvSpPr>
          <p:spPr>
            <a:xfrm>
              <a:off x="4195172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366" y="0"/>
                  </a:moveTo>
                  <a:cubicBezTo>
                    <a:pt x="180" y="0"/>
                    <a:pt x="1" y="193"/>
                    <a:pt x="116" y="409"/>
                  </a:cubicBezTo>
                  <a:lnTo>
                    <a:pt x="525" y="1130"/>
                  </a:lnTo>
                  <a:cubicBezTo>
                    <a:pt x="573" y="1213"/>
                    <a:pt x="670" y="1262"/>
                    <a:pt x="768" y="1262"/>
                  </a:cubicBezTo>
                  <a:cubicBezTo>
                    <a:pt x="976" y="1262"/>
                    <a:pt x="1114" y="1033"/>
                    <a:pt x="1003" y="852"/>
                  </a:cubicBezTo>
                  <a:lnTo>
                    <a:pt x="594" y="131"/>
                  </a:lnTo>
                  <a:cubicBezTo>
                    <a:pt x="534" y="39"/>
                    <a:pt x="450" y="0"/>
                    <a:pt x="366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19"/>
            <p:cNvSpPr/>
            <p:nvPr/>
          </p:nvSpPr>
          <p:spPr>
            <a:xfrm>
              <a:off x="4358272" y="4466505"/>
              <a:ext cx="29294" cy="33287"/>
            </a:xfrm>
            <a:custGeom>
              <a:avLst/>
              <a:gdLst/>
              <a:ahLst/>
              <a:cxnLst/>
              <a:rect l="l" t="t" r="r" b="b"/>
              <a:pathLst>
                <a:path w="1115" h="1267" extrusionOk="0">
                  <a:moveTo>
                    <a:pt x="367" y="1"/>
                  </a:moveTo>
                  <a:cubicBezTo>
                    <a:pt x="182" y="1"/>
                    <a:pt x="1" y="194"/>
                    <a:pt x="115" y="413"/>
                  </a:cubicBezTo>
                  <a:lnTo>
                    <a:pt x="532" y="1128"/>
                  </a:lnTo>
                  <a:cubicBezTo>
                    <a:pt x="580" y="1211"/>
                    <a:pt x="670" y="1267"/>
                    <a:pt x="774" y="1267"/>
                  </a:cubicBezTo>
                  <a:cubicBezTo>
                    <a:pt x="982" y="1267"/>
                    <a:pt x="1114" y="1038"/>
                    <a:pt x="1010" y="850"/>
                  </a:cubicBezTo>
                  <a:lnTo>
                    <a:pt x="594" y="136"/>
                  </a:lnTo>
                  <a:cubicBezTo>
                    <a:pt x="536" y="41"/>
                    <a:pt x="451" y="1"/>
                    <a:pt x="36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19"/>
            <p:cNvSpPr/>
            <p:nvPr/>
          </p:nvSpPr>
          <p:spPr>
            <a:xfrm>
              <a:off x="4412315" y="4410335"/>
              <a:ext cx="39934" cy="25668"/>
            </a:xfrm>
            <a:custGeom>
              <a:avLst/>
              <a:gdLst/>
              <a:ahLst/>
              <a:cxnLst/>
              <a:rect l="l" t="t" r="r" b="b"/>
              <a:pathLst>
                <a:path w="1520" h="977" extrusionOk="0">
                  <a:moveTo>
                    <a:pt x="408" y="1"/>
                  </a:moveTo>
                  <a:cubicBezTo>
                    <a:pt x="158" y="1"/>
                    <a:pt x="0" y="375"/>
                    <a:pt x="285" y="526"/>
                  </a:cubicBezTo>
                  <a:lnTo>
                    <a:pt x="999" y="942"/>
                  </a:lnTo>
                  <a:cubicBezTo>
                    <a:pt x="1041" y="963"/>
                    <a:pt x="1090" y="977"/>
                    <a:pt x="1138" y="977"/>
                  </a:cubicBezTo>
                  <a:cubicBezTo>
                    <a:pt x="1422" y="977"/>
                    <a:pt x="1520" y="602"/>
                    <a:pt x="1277" y="464"/>
                  </a:cubicBezTo>
                  <a:lnTo>
                    <a:pt x="562" y="48"/>
                  </a:lnTo>
                  <a:cubicBezTo>
                    <a:pt x="509" y="15"/>
                    <a:pt x="457" y="1"/>
                    <a:pt x="40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19"/>
            <p:cNvSpPr/>
            <p:nvPr/>
          </p:nvSpPr>
          <p:spPr>
            <a:xfrm>
              <a:off x="4130306" y="4247340"/>
              <a:ext cx="39304" cy="25589"/>
            </a:xfrm>
            <a:custGeom>
              <a:avLst/>
              <a:gdLst/>
              <a:ahLst/>
              <a:cxnLst/>
              <a:rect l="l" t="t" r="r" b="b"/>
              <a:pathLst>
                <a:path w="1496" h="974" extrusionOk="0">
                  <a:moveTo>
                    <a:pt x="397" y="1"/>
                  </a:moveTo>
                  <a:cubicBezTo>
                    <a:pt x="153" y="1"/>
                    <a:pt x="0" y="356"/>
                    <a:pt x="254" y="515"/>
                  </a:cubicBezTo>
                  <a:lnTo>
                    <a:pt x="975" y="931"/>
                  </a:lnTo>
                  <a:cubicBezTo>
                    <a:pt x="1017" y="959"/>
                    <a:pt x="1066" y="966"/>
                    <a:pt x="1114" y="973"/>
                  </a:cubicBezTo>
                  <a:lnTo>
                    <a:pt x="1114" y="966"/>
                  </a:lnTo>
                  <a:cubicBezTo>
                    <a:pt x="1398" y="966"/>
                    <a:pt x="1496" y="592"/>
                    <a:pt x="1253" y="453"/>
                  </a:cubicBezTo>
                  <a:lnTo>
                    <a:pt x="531" y="37"/>
                  </a:lnTo>
                  <a:cubicBezTo>
                    <a:pt x="485" y="12"/>
                    <a:pt x="439" y="1"/>
                    <a:pt x="39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19"/>
            <p:cNvSpPr/>
            <p:nvPr/>
          </p:nvSpPr>
          <p:spPr>
            <a:xfrm>
              <a:off x="4413418" y="4247182"/>
              <a:ext cx="39908" cy="25747"/>
            </a:xfrm>
            <a:custGeom>
              <a:avLst/>
              <a:gdLst/>
              <a:ahLst/>
              <a:cxnLst/>
              <a:rect l="l" t="t" r="r" b="b"/>
              <a:pathLst>
                <a:path w="1519" h="980" extrusionOk="0">
                  <a:moveTo>
                    <a:pt x="1114" y="0"/>
                  </a:moveTo>
                  <a:cubicBezTo>
                    <a:pt x="1064" y="0"/>
                    <a:pt x="1011" y="15"/>
                    <a:pt x="957" y="50"/>
                  </a:cubicBezTo>
                  <a:lnTo>
                    <a:pt x="243" y="459"/>
                  </a:lnTo>
                  <a:cubicBezTo>
                    <a:pt x="0" y="605"/>
                    <a:pt x="97" y="972"/>
                    <a:pt x="382" y="979"/>
                  </a:cubicBezTo>
                  <a:cubicBezTo>
                    <a:pt x="430" y="979"/>
                    <a:pt x="479" y="965"/>
                    <a:pt x="520" y="937"/>
                  </a:cubicBezTo>
                  <a:lnTo>
                    <a:pt x="1235" y="528"/>
                  </a:lnTo>
                  <a:cubicBezTo>
                    <a:pt x="1518" y="378"/>
                    <a:pt x="1363" y="0"/>
                    <a:pt x="1114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p19"/>
            <p:cNvSpPr/>
            <p:nvPr/>
          </p:nvSpPr>
          <p:spPr>
            <a:xfrm>
              <a:off x="4130595" y="4410624"/>
              <a:ext cx="39304" cy="25379"/>
            </a:xfrm>
            <a:custGeom>
              <a:avLst/>
              <a:gdLst/>
              <a:ahLst/>
              <a:cxnLst/>
              <a:rect l="l" t="t" r="r" b="b"/>
              <a:pathLst>
                <a:path w="1496" h="966" extrusionOk="0">
                  <a:moveTo>
                    <a:pt x="1099" y="1"/>
                  </a:moveTo>
                  <a:cubicBezTo>
                    <a:pt x="1056" y="1"/>
                    <a:pt x="1011" y="12"/>
                    <a:pt x="964" y="37"/>
                  </a:cubicBezTo>
                  <a:lnTo>
                    <a:pt x="243" y="453"/>
                  </a:lnTo>
                  <a:cubicBezTo>
                    <a:pt x="0" y="598"/>
                    <a:pt x="104" y="966"/>
                    <a:pt x="382" y="966"/>
                  </a:cubicBezTo>
                  <a:cubicBezTo>
                    <a:pt x="430" y="966"/>
                    <a:pt x="479" y="952"/>
                    <a:pt x="520" y="931"/>
                  </a:cubicBezTo>
                  <a:lnTo>
                    <a:pt x="1242" y="515"/>
                  </a:lnTo>
                  <a:cubicBezTo>
                    <a:pt x="1496" y="356"/>
                    <a:pt x="1343" y="1"/>
                    <a:pt x="1099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19"/>
            <p:cNvSpPr/>
            <p:nvPr/>
          </p:nvSpPr>
          <p:spPr>
            <a:xfrm>
              <a:off x="4255231" y="4494118"/>
              <a:ext cx="72565" cy="50864"/>
            </a:xfrm>
            <a:custGeom>
              <a:avLst/>
              <a:gdLst/>
              <a:ahLst/>
              <a:cxnLst/>
              <a:rect l="l" t="t" r="r" b="b"/>
              <a:pathLst>
                <a:path w="2762" h="1936" extrusionOk="0">
                  <a:moveTo>
                    <a:pt x="1" y="1"/>
                  </a:moveTo>
                  <a:lnTo>
                    <a:pt x="1" y="1381"/>
                  </a:lnTo>
                  <a:cubicBezTo>
                    <a:pt x="1" y="1686"/>
                    <a:pt x="243" y="1936"/>
                    <a:pt x="549" y="1936"/>
                  </a:cubicBezTo>
                  <a:lnTo>
                    <a:pt x="2206" y="1936"/>
                  </a:lnTo>
                  <a:cubicBezTo>
                    <a:pt x="2511" y="1936"/>
                    <a:pt x="2761" y="1686"/>
                    <a:pt x="2761" y="1381"/>
                  </a:cubicBezTo>
                  <a:lnTo>
                    <a:pt x="2761" y="1"/>
                  </a:lnTo>
                  <a:close/>
                </a:path>
              </a:pathLst>
            </a:custGeom>
            <a:solidFill>
              <a:srgbClr val="C7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19"/>
            <p:cNvSpPr/>
            <p:nvPr/>
          </p:nvSpPr>
          <p:spPr>
            <a:xfrm>
              <a:off x="4247954" y="4494118"/>
              <a:ext cx="87120" cy="14608"/>
            </a:xfrm>
            <a:custGeom>
              <a:avLst/>
              <a:gdLst/>
              <a:ahLst/>
              <a:cxnLst/>
              <a:rect l="l" t="t" r="r" b="b"/>
              <a:pathLst>
                <a:path w="3316" h="556" extrusionOk="0">
                  <a:moveTo>
                    <a:pt x="278" y="1"/>
                  </a:moveTo>
                  <a:cubicBezTo>
                    <a:pt x="125" y="1"/>
                    <a:pt x="0" y="125"/>
                    <a:pt x="0" y="278"/>
                  </a:cubicBezTo>
                  <a:cubicBezTo>
                    <a:pt x="0" y="431"/>
                    <a:pt x="125" y="556"/>
                    <a:pt x="278" y="556"/>
                  </a:cubicBezTo>
                  <a:lnTo>
                    <a:pt x="3038" y="556"/>
                  </a:lnTo>
                  <a:cubicBezTo>
                    <a:pt x="3191" y="556"/>
                    <a:pt x="3316" y="431"/>
                    <a:pt x="3316" y="278"/>
                  </a:cubicBezTo>
                  <a:cubicBezTo>
                    <a:pt x="3316" y="125"/>
                    <a:pt x="3191" y="1"/>
                    <a:pt x="3038" y="1"/>
                  </a:cubicBezTo>
                  <a:close/>
                </a:path>
              </a:pathLst>
            </a:custGeom>
            <a:solidFill>
              <a:srgbClr val="ADB7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p20"/>
          <p:cNvSpPr txBox="1">
            <a:spLocks noGrp="1"/>
          </p:cNvSpPr>
          <p:nvPr>
            <p:ph type="title"/>
          </p:nvPr>
        </p:nvSpPr>
        <p:spPr>
          <a:xfrm>
            <a:off x="311700" y="42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3. Уточнённые формулировки. Значимость проблемы</a:t>
            </a:r>
            <a:endParaRPr/>
          </a:p>
        </p:txBody>
      </p:sp>
      <p:sp>
        <p:nvSpPr>
          <p:cNvPr id="2595" name="Google Shape;2595;p20"/>
          <p:cNvSpPr txBox="1">
            <a:spLocks noGrp="1"/>
          </p:cNvSpPr>
          <p:nvPr>
            <p:ph type="body" idx="1"/>
          </p:nvPr>
        </p:nvSpPr>
        <p:spPr>
          <a:xfrm>
            <a:off x="359400" y="883925"/>
            <a:ext cx="4212600" cy="3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 dirty="0">
                <a:solidFill>
                  <a:srgbClr val="000000"/>
                </a:solidFill>
              </a:rPr>
              <a:t>Есть ли ущерб? Кто и как его несёт?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900" dirty="0">
                <a:solidFill>
                  <a:srgbClr val="000000"/>
                </a:solidFill>
              </a:rPr>
              <a:t>(Если не потеряно время/деньги/здоровье/эмоции — в чем тогда проблема? Или может быть недополучена какая-то польза? Какая?)</a:t>
            </a:r>
            <a:endParaRPr sz="9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ru-RU" sz="1400" u="sng" dirty="0">
                <a:solidFill>
                  <a:srgbClr val="000000"/>
                </a:solidFill>
              </a:rPr>
              <a:t>Производства теряют время и свои ресурсы, а также понижается качество продукции</a:t>
            </a:r>
            <a:endParaRPr sz="1400" u="sng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 dirty="0">
                <a:solidFill>
                  <a:srgbClr val="000000"/>
                </a:solidFill>
              </a:rPr>
              <a:t>Как долго люди готовы терпеть и почему?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900" dirty="0">
                <a:solidFill>
                  <a:srgbClr val="000000"/>
                </a:solidFill>
              </a:rPr>
              <a:t>(Если люди готовы терпеть неопределенно долго, то возможно проблема не так уж и сильно им докучает, а может и вовсе её нет.)</a:t>
            </a:r>
            <a:endParaRPr sz="9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ru-RU" sz="1400" u="sng" dirty="0">
                <a:solidFill>
                  <a:srgbClr val="000000"/>
                </a:solidFill>
              </a:rPr>
              <a:t>Неопределённо долго, но это сказывается на качестве производства и ресурсах предприятия</a:t>
            </a:r>
            <a:endParaRPr sz="1400" u="sng" dirty="0">
              <a:solidFill>
                <a:srgbClr val="000000"/>
              </a:solidFill>
            </a:endParaRPr>
          </a:p>
        </p:txBody>
      </p:sp>
      <p:sp>
        <p:nvSpPr>
          <p:cNvPr id="2596" name="Google Shape;2596;p20"/>
          <p:cNvSpPr txBox="1">
            <a:spLocks noGrp="1"/>
          </p:cNvSpPr>
          <p:nvPr>
            <p:ph type="body" idx="1"/>
          </p:nvPr>
        </p:nvSpPr>
        <p:spPr>
          <a:xfrm>
            <a:off x="4676100" y="935575"/>
            <a:ext cx="4156200" cy="38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 dirty="0">
                <a:solidFill>
                  <a:srgbClr val="000000"/>
                </a:solidFill>
              </a:rPr>
              <a:t>Что будет, если ничего не делать?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900" dirty="0">
                <a:solidFill>
                  <a:srgbClr val="000000"/>
                </a:solidFill>
              </a:rPr>
              <a:t>(Если подождать и проблема рассосется сама — то может проще ничего не делать? И решение тогда не нужно?)</a:t>
            </a:r>
            <a:endParaRPr sz="9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ru-RU" sz="1400" u="sng" dirty="0">
                <a:solidFill>
                  <a:srgbClr val="000000"/>
                </a:solidFill>
              </a:rPr>
              <a:t>Будет снижаться качество производства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 dirty="0">
                <a:solidFill>
                  <a:srgbClr val="000000"/>
                </a:solidFill>
              </a:rPr>
              <a:t>Как мы поймем, что решили проблему?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900" dirty="0">
                <a:solidFill>
                  <a:srgbClr val="000000"/>
                </a:solidFill>
              </a:rPr>
              <a:t>(По каким объективным признакам мы это поймем? Что нам скажут пользователи или заказчик? Какие измеримые показатели нам это покажут?)</a:t>
            </a:r>
            <a:endParaRPr sz="9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ru-RU" sz="1400" u="sng" dirty="0">
                <a:solidFill>
                  <a:srgbClr val="000000"/>
                </a:solidFill>
              </a:rPr>
              <a:t>Повышение качества производства в краткие сроки</a:t>
            </a:r>
            <a:endParaRPr sz="1400" u="sng" dirty="0">
              <a:solidFill>
                <a:srgbClr val="000000"/>
              </a:solidFill>
            </a:endParaRPr>
          </a:p>
        </p:txBody>
      </p:sp>
      <p:grpSp>
        <p:nvGrpSpPr>
          <p:cNvPr id="2597" name="Google Shape;2597;p20"/>
          <p:cNvGrpSpPr/>
          <p:nvPr/>
        </p:nvGrpSpPr>
        <p:grpSpPr>
          <a:xfrm>
            <a:off x="8447758" y="1"/>
            <a:ext cx="696241" cy="733344"/>
            <a:chOff x="4093603" y="4146138"/>
            <a:chExt cx="395637" cy="420544"/>
          </a:xfrm>
        </p:grpSpPr>
        <p:sp>
          <p:nvSpPr>
            <p:cNvPr id="2598" name="Google Shape;2598;p20"/>
            <p:cNvSpPr/>
            <p:nvPr/>
          </p:nvSpPr>
          <p:spPr>
            <a:xfrm>
              <a:off x="4158286" y="4218414"/>
              <a:ext cx="266088" cy="326567"/>
            </a:xfrm>
            <a:custGeom>
              <a:avLst/>
              <a:gdLst/>
              <a:ahLst/>
              <a:cxnLst/>
              <a:rect l="l" t="t" r="r" b="b"/>
              <a:pathLst>
                <a:path w="10128" h="12430" extrusionOk="0">
                  <a:moveTo>
                    <a:pt x="5064" y="0"/>
                  </a:moveTo>
                  <a:cubicBezTo>
                    <a:pt x="2865" y="0"/>
                    <a:pt x="958" y="1526"/>
                    <a:pt x="479" y="3669"/>
                  </a:cubicBezTo>
                  <a:cubicBezTo>
                    <a:pt x="1" y="5813"/>
                    <a:pt x="1076" y="8005"/>
                    <a:pt x="3059" y="8941"/>
                  </a:cubicBezTo>
                  <a:cubicBezTo>
                    <a:pt x="3448" y="9128"/>
                    <a:pt x="3691" y="9510"/>
                    <a:pt x="3684" y="9933"/>
                  </a:cubicBezTo>
                  <a:lnTo>
                    <a:pt x="3684" y="11875"/>
                  </a:lnTo>
                  <a:lnTo>
                    <a:pt x="3691" y="11875"/>
                  </a:lnTo>
                  <a:cubicBezTo>
                    <a:pt x="3691" y="12180"/>
                    <a:pt x="3933" y="12430"/>
                    <a:pt x="4239" y="12430"/>
                  </a:cubicBezTo>
                  <a:lnTo>
                    <a:pt x="5896" y="12430"/>
                  </a:lnTo>
                  <a:cubicBezTo>
                    <a:pt x="6201" y="12430"/>
                    <a:pt x="6451" y="12180"/>
                    <a:pt x="6451" y="11875"/>
                  </a:cubicBezTo>
                  <a:lnTo>
                    <a:pt x="6451" y="9933"/>
                  </a:lnTo>
                  <a:cubicBezTo>
                    <a:pt x="6444" y="9510"/>
                    <a:pt x="6687" y="9128"/>
                    <a:pt x="7068" y="8941"/>
                  </a:cubicBezTo>
                  <a:cubicBezTo>
                    <a:pt x="9052" y="8005"/>
                    <a:pt x="10127" y="5813"/>
                    <a:pt x="9649" y="3669"/>
                  </a:cubicBezTo>
                  <a:cubicBezTo>
                    <a:pt x="9170" y="1526"/>
                    <a:pt x="7263" y="0"/>
                    <a:pt x="5064" y="0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20"/>
            <p:cNvSpPr/>
            <p:nvPr/>
          </p:nvSpPr>
          <p:spPr>
            <a:xfrm>
              <a:off x="4189813" y="4240089"/>
              <a:ext cx="203218" cy="203218"/>
            </a:xfrm>
            <a:custGeom>
              <a:avLst/>
              <a:gdLst/>
              <a:ahLst/>
              <a:cxnLst/>
              <a:rect l="l" t="t" r="r" b="b"/>
              <a:pathLst>
                <a:path w="7735" h="7735" extrusionOk="0">
                  <a:moveTo>
                    <a:pt x="3871" y="1"/>
                  </a:moveTo>
                  <a:cubicBezTo>
                    <a:pt x="1735" y="1"/>
                    <a:pt x="0" y="1735"/>
                    <a:pt x="0" y="3871"/>
                  </a:cubicBezTo>
                  <a:cubicBezTo>
                    <a:pt x="0" y="6007"/>
                    <a:pt x="1735" y="7734"/>
                    <a:pt x="3871" y="7734"/>
                  </a:cubicBezTo>
                  <a:cubicBezTo>
                    <a:pt x="6007" y="7734"/>
                    <a:pt x="7734" y="6007"/>
                    <a:pt x="7734" y="3871"/>
                  </a:cubicBezTo>
                  <a:cubicBezTo>
                    <a:pt x="7734" y="1735"/>
                    <a:pt x="6007" y="1"/>
                    <a:pt x="3871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20"/>
            <p:cNvSpPr/>
            <p:nvPr/>
          </p:nvSpPr>
          <p:spPr>
            <a:xfrm>
              <a:off x="4211671" y="4261947"/>
              <a:ext cx="159658" cy="159684"/>
            </a:xfrm>
            <a:custGeom>
              <a:avLst/>
              <a:gdLst/>
              <a:ahLst/>
              <a:cxnLst/>
              <a:rect l="l" t="t" r="r" b="b"/>
              <a:pathLst>
                <a:path w="6077" h="6078" extrusionOk="0">
                  <a:moveTo>
                    <a:pt x="3039" y="1"/>
                  </a:moveTo>
                  <a:cubicBezTo>
                    <a:pt x="1360" y="1"/>
                    <a:pt x="1" y="1360"/>
                    <a:pt x="1" y="3039"/>
                  </a:cubicBezTo>
                  <a:cubicBezTo>
                    <a:pt x="1" y="4718"/>
                    <a:pt x="1360" y="6077"/>
                    <a:pt x="3039" y="6077"/>
                  </a:cubicBezTo>
                  <a:cubicBezTo>
                    <a:pt x="4717" y="6077"/>
                    <a:pt x="6077" y="4718"/>
                    <a:pt x="6077" y="3039"/>
                  </a:cubicBezTo>
                  <a:cubicBezTo>
                    <a:pt x="6077" y="1360"/>
                    <a:pt x="4717" y="1"/>
                    <a:pt x="30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20"/>
            <p:cNvSpPr/>
            <p:nvPr/>
          </p:nvSpPr>
          <p:spPr>
            <a:xfrm>
              <a:off x="4269629" y="4537677"/>
              <a:ext cx="43586" cy="29005"/>
            </a:xfrm>
            <a:custGeom>
              <a:avLst/>
              <a:gdLst/>
              <a:ahLst/>
              <a:cxnLst/>
              <a:rect l="l" t="t" r="r" b="b"/>
              <a:pathLst>
                <a:path w="1659" h="1104" extrusionOk="0">
                  <a:moveTo>
                    <a:pt x="1" y="0"/>
                  </a:moveTo>
                  <a:lnTo>
                    <a:pt x="1" y="548"/>
                  </a:lnTo>
                  <a:cubicBezTo>
                    <a:pt x="1" y="854"/>
                    <a:pt x="250" y="1103"/>
                    <a:pt x="555" y="1103"/>
                  </a:cubicBezTo>
                  <a:lnTo>
                    <a:pt x="1103" y="1103"/>
                  </a:lnTo>
                  <a:cubicBezTo>
                    <a:pt x="1409" y="1103"/>
                    <a:pt x="1658" y="854"/>
                    <a:pt x="1658" y="548"/>
                  </a:cubicBezTo>
                  <a:lnTo>
                    <a:pt x="1658" y="0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20"/>
            <p:cNvSpPr/>
            <p:nvPr/>
          </p:nvSpPr>
          <p:spPr>
            <a:xfrm>
              <a:off x="4434725" y="4334486"/>
              <a:ext cx="54515" cy="14608"/>
            </a:xfrm>
            <a:custGeom>
              <a:avLst/>
              <a:gdLst/>
              <a:ahLst/>
              <a:cxnLst/>
              <a:rect l="l" t="t" r="r" b="b"/>
              <a:pathLst>
                <a:path w="2075" h="556" extrusionOk="0">
                  <a:moveTo>
                    <a:pt x="348" y="1"/>
                  </a:moveTo>
                  <a:cubicBezTo>
                    <a:pt x="1" y="21"/>
                    <a:pt x="1" y="535"/>
                    <a:pt x="348" y="555"/>
                  </a:cubicBezTo>
                  <a:lnTo>
                    <a:pt x="1728" y="555"/>
                  </a:lnTo>
                  <a:cubicBezTo>
                    <a:pt x="2075" y="535"/>
                    <a:pt x="2075" y="21"/>
                    <a:pt x="1728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20"/>
            <p:cNvSpPr/>
            <p:nvPr/>
          </p:nvSpPr>
          <p:spPr>
            <a:xfrm>
              <a:off x="4093603" y="4334460"/>
              <a:ext cx="62896" cy="14634"/>
            </a:xfrm>
            <a:custGeom>
              <a:avLst/>
              <a:gdLst/>
              <a:ahLst/>
              <a:cxnLst/>
              <a:rect l="l" t="t" r="r" b="b"/>
              <a:pathLst>
                <a:path w="2394" h="557" extrusionOk="0">
                  <a:moveTo>
                    <a:pt x="2025" y="1"/>
                  </a:moveTo>
                  <a:cubicBezTo>
                    <a:pt x="2018" y="1"/>
                    <a:pt x="2011" y="1"/>
                    <a:pt x="2005" y="2"/>
                  </a:cubicBezTo>
                  <a:lnTo>
                    <a:pt x="354" y="2"/>
                  </a:lnTo>
                  <a:cubicBezTo>
                    <a:pt x="0" y="22"/>
                    <a:pt x="0" y="536"/>
                    <a:pt x="354" y="556"/>
                  </a:cubicBezTo>
                  <a:lnTo>
                    <a:pt x="2005" y="556"/>
                  </a:lnTo>
                  <a:cubicBezTo>
                    <a:pt x="2011" y="557"/>
                    <a:pt x="2018" y="557"/>
                    <a:pt x="2025" y="557"/>
                  </a:cubicBezTo>
                  <a:cubicBezTo>
                    <a:pt x="2393" y="557"/>
                    <a:pt x="2393" y="1"/>
                    <a:pt x="2025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20"/>
            <p:cNvSpPr/>
            <p:nvPr/>
          </p:nvSpPr>
          <p:spPr>
            <a:xfrm>
              <a:off x="4284210" y="4146138"/>
              <a:ext cx="14424" cy="50417"/>
            </a:xfrm>
            <a:custGeom>
              <a:avLst/>
              <a:gdLst/>
              <a:ahLst/>
              <a:cxnLst/>
              <a:rect l="l" t="t" r="r" b="b"/>
              <a:pathLst>
                <a:path w="549" h="1919" extrusionOk="0">
                  <a:moveTo>
                    <a:pt x="277" y="1"/>
                  </a:moveTo>
                  <a:cubicBezTo>
                    <a:pt x="144" y="1"/>
                    <a:pt x="11" y="88"/>
                    <a:pt x="0" y="261"/>
                  </a:cubicBezTo>
                  <a:lnTo>
                    <a:pt x="0" y="1641"/>
                  </a:lnTo>
                  <a:cubicBezTo>
                    <a:pt x="0" y="1794"/>
                    <a:pt x="125" y="1919"/>
                    <a:pt x="278" y="1919"/>
                  </a:cubicBezTo>
                  <a:cubicBezTo>
                    <a:pt x="430" y="1919"/>
                    <a:pt x="548" y="1794"/>
                    <a:pt x="548" y="1641"/>
                  </a:cubicBezTo>
                  <a:lnTo>
                    <a:pt x="548" y="261"/>
                  </a:lnTo>
                  <a:cubicBezTo>
                    <a:pt x="541" y="88"/>
                    <a:pt x="410" y="1"/>
                    <a:pt x="277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20"/>
            <p:cNvSpPr/>
            <p:nvPr/>
          </p:nvSpPr>
          <p:spPr>
            <a:xfrm>
              <a:off x="4358561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745" y="0"/>
                  </a:moveTo>
                  <a:cubicBezTo>
                    <a:pt x="662" y="0"/>
                    <a:pt x="578" y="39"/>
                    <a:pt x="521" y="131"/>
                  </a:cubicBezTo>
                  <a:lnTo>
                    <a:pt x="104" y="852"/>
                  </a:lnTo>
                  <a:cubicBezTo>
                    <a:pt x="0" y="1033"/>
                    <a:pt x="132" y="1262"/>
                    <a:pt x="347" y="1262"/>
                  </a:cubicBezTo>
                  <a:cubicBezTo>
                    <a:pt x="444" y="1262"/>
                    <a:pt x="534" y="1213"/>
                    <a:pt x="583" y="1130"/>
                  </a:cubicBezTo>
                  <a:lnTo>
                    <a:pt x="999" y="409"/>
                  </a:lnTo>
                  <a:cubicBezTo>
                    <a:pt x="1114" y="193"/>
                    <a:pt x="931" y="0"/>
                    <a:pt x="745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20"/>
            <p:cNvSpPr/>
            <p:nvPr/>
          </p:nvSpPr>
          <p:spPr>
            <a:xfrm>
              <a:off x="4195277" y="4466505"/>
              <a:ext cx="29268" cy="33287"/>
            </a:xfrm>
            <a:custGeom>
              <a:avLst/>
              <a:gdLst/>
              <a:ahLst/>
              <a:cxnLst/>
              <a:rect l="l" t="t" r="r" b="b"/>
              <a:pathLst>
                <a:path w="1114" h="1267" extrusionOk="0">
                  <a:moveTo>
                    <a:pt x="748" y="1"/>
                  </a:moveTo>
                  <a:cubicBezTo>
                    <a:pt x="664" y="1"/>
                    <a:pt x="579" y="41"/>
                    <a:pt x="521" y="136"/>
                  </a:cubicBezTo>
                  <a:lnTo>
                    <a:pt x="105" y="850"/>
                  </a:lnTo>
                  <a:cubicBezTo>
                    <a:pt x="1" y="1038"/>
                    <a:pt x="132" y="1267"/>
                    <a:pt x="347" y="1267"/>
                  </a:cubicBezTo>
                  <a:cubicBezTo>
                    <a:pt x="444" y="1267"/>
                    <a:pt x="535" y="1211"/>
                    <a:pt x="583" y="1128"/>
                  </a:cubicBezTo>
                  <a:lnTo>
                    <a:pt x="999" y="413"/>
                  </a:lnTo>
                  <a:cubicBezTo>
                    <a:pt x="1114" y="194"/>
                    <a:pt x="933" y="1"/>
                    <a:pt x="74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20"/>
            <p:cNvSpPr/>
            <p:nvPr/>
          </p:nvSpPr>
          <p:spPr>
            <a:xfrm>
              <a:off x="4195172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366" y="0"/>
                  </a:moveTo>
                  <a:cubicBezTo>
                    <a:pt x="180" y="0"/>
                    <a:pt x="1" y="193"/>
                    <a:pt x="116" y="409"/>
                  </a:cubicBezTo>
                  <a:lnTo>
                    <a:pt x="525" y="1130"/>
                  </a:lnTo>
                  <a:cubicBezTo>
                    <a:pt x="573" y="1213"/>
                    <a:pt x="670" y="1262"/>
                    <a:pt x="768" y="1262"/>
                  </a:cubicBezTo>
                  <a:cubicBezTo>
                    <a:pt x="976" y="1262"/>
                    <a:pt x="1114" y="1033"/>
                    <a:pt x="1003" y="852"/>
                  </a:cubicBezTo>
                  <a:lnTo>
                    <a:pt x="594" y="131"/>
                  </a:lnTo>
                  <a:cubicBezTo>
                    <a:pt x="534" y="39"/>
                    <a:pt x="450" y="0"/>
                    <a:pt x="366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20"/>
            <p:cNvSpPr/>
            <p:nvPr/>
          </p:nvSpPr>
          <p:spPr>
            <a:xfrm>
              <a:off x="4358272" y="4466505"/>
              <a:ext cx="29294" cy="33287"/>
            </a:xfrm>
            <a:custGeom>
              <a:avLst/>
              <a:gdLst/>
              <a:ahLst/>
              <a:cxnLst/>
              <a:rect l="l" t="t" r="r" b="b"/>
              <a:pathLst>
                <a:path w="1115" h="1267" extrusionOk="0">
                  <a:moveTo>
                    <a:pt x="367" y="1"/>
                  </a:moveTo>
                  <a:cubicBezTo>
                    <a:pt x="182" y="1"/>
                    <a:pt x="1" y="194"/>
                    <a:pt x="115" y="413"/>
                  </a:cubicBezTo>
                  <a:lnTo>
                    <a:pt x="532" y="1128"/>
                  </a:lnTo>
                  <a:cubicBezTo>
                    <a:pt x="580" y="1211"/>
                    <a:pt x="670" y="1267"/>
                    <a:pt x="774" y="1267"/>
                  </a:cubicBezTo>
                  <a:cubicBezTo>
                    <a:pt x="982" y="1267"/>
                    <a:pt x="1114" y="1038"/>
                    <a:pt x="1010" y="850"/>
                  </a:cubicBezTo>
                  <a:lnTo>
                    <a:pt x="594" y="136"/>
                  </a:lnTo>
                  <a:cubicBezTo>
                    <a:pt x="536" y="41"/>
                    <a:pt x="451" y="1"/>
                    <a:pt x="36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20"/>
            <p:cNvSpPr/>
            <p:nvPr/>
          </p:nvSpPr>
          <p:spPr>
            <a:xfrm>
              <a:off x="4412315" y="4410335"/>
              <a:ext cx="39934" cy="25668"/>
            </a:xfrm>
            <a:custGeom>
              <a:avLst/>
              <a:gdLst/>
              <a:ahLst/>
              <a:cxnLst/>
              <a:rect l="l" t="t" r="r" b="b"/>
              <a:pathLst>
                <a:path w="1520" h="977" extrusionOk="0">
                  <a:moveTo>
                    <a:pt x="408" y="1"/>
                  </a:moveTo>
                  <a:cubicBezTo>
                    <a:pt x="158" y="1"/>
                    <a:pt x="0" y="375"/>
                    <a:pt x="285" y="526"/>
                  </a:cubicBezTo>
                  <a:lnTo>
                    <a:pt x="999" y="942"/>
                  </a:lnTo>
                  <a:cubicBezTo>
                    <a:pt x="1041" y="963"/>
                    <a:pt x="1090" y="977"/>
                    <a:pt x="1138" y="977"/>
                  </a:cubicBezTo>
                  <a:cubicBezTo>
                    <a:pt x="1422" y="977"/>
                    <a:pt x="1520" y="602"/>
                    <a:pt x="1277" y="464"/>
                  </a:cubicBezTo>
                  <a:lnTo>
                    <a:pt x="562" y="48"/>
                  </a:lnTo>
                  <a:cubicBezTo>
                    <a:pt x="509" y="15"/>
                    <a:pt x="457" y="1"/>
                    <a:pt x="40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20"/>
            <p:cNvSpPr/>
            <p:nvPr/>
          </p:nvSpPr>
          <p:spPr>
            <a:xfrm>
              <a:off x="4130306" y="4247340"/>
              <a:ext cx="39304" cy="25589"/>
            </a:xfrm>
            <a:custGeom>
              <a:avLst/>
              <a:gdLst/>
              <a:ahLst/>
              <a:cxnLst/>
              <a:rect l="l" t="t" r="r" b="b"/>
              <a:pathLst>
                <a:path w="1496" h="974" extrusionOk="0">
                  <a:moveTo>
                    <a:pt x="397" y="1"/>
                  </a:moveTo>
                  <a:cubicBezTo>
                    <a:pt x="153" y="1"/>
                    <a:pt x="0" y="356"/>
                    <a:pt x="254" y="515"/>
                  </a:cubicBezTo>
                  <a:lnTo>
                    <a:pt x="975" y="931"/>
                  </a:lnTo>
                  <a:cubicBezTo>
                    <a:pt x="1017" y="959"/>
                    <a:pt x="1066" y="966"/>
                    <a:pt x="1114" y="973"/>
                  </a:cubicBezTo>
                  <a:lnTo>
                    <a:pt x="1114" y="966"/>
                  </a:lnTo>
                  <a:cubicBezTo>
                    <a:pt x="1398" y="966"/>
                    <a:pt x="1496" y="592"/>
                    <a:pt x="1253" y="453"/>
                  </a:cubicBezTo>
                  <a:lnTo>
                    <a:pt x="531" y="37"/>
                  </a:lnTo>
                  <a:cubicBezTo>
                    <a:pt x="485" y="12"/>
                    <a:pt x="439" y="1"/>
                    <a:pt x="39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20"/>
            <p:cNvSpPr/>
            <p:nvPr/>
          </p:nvSpPr>
          <p:spPr>
            <a:xfrm>
              <a:off x="4413418" y="4247182"/>
              <a:ext cx="39908" cy="25747"/>
            </a:xfrm>
            <a:custGeom>
              <a:avLst/>
              <a:gdLst/>
              <a:ahLst/>
              <a:cxnLst/>
              <a:rect l="l" t="t" r="r" b="b"/>
              <a:pathLst>
                <a:path w="1519" h="980" extrusionOk="0">
                  <a:moveTo>
                    <a:pt x="1114" y="0"/>
                  </a:moveTo>
                  <a:cubicBezTo>
                    <a:pt x="1064" y="0"/>
                    <a:pt x="1011" y="15"/>
                    <a:pt x="957" y="50"/>
                  </a:cubicBezTo>
                  <a:lnTo>
                    <a:pt x="243" y="459"/>
                  </a:lnTo>
                  <a:cubicBezTo>
                    <a:pt x="0" y="605"/>
                    <a:pt x="97" y="972"/>
                    <a:pt x="382" y="979"/>
                  </a:cubicBezTo>
                  <a:cubicBezTo>
                    <a:pt x="430" y="979"/>
                    <a:pt x="479" y="965"/>
                    <a:pt x="520" y="937"/>
                  </a:cubicBezTo>
                  <a:lnTo>
                    <a:pt x="1235" y="528"/>
                  </a:lnTo>
                  <a:cubicBezTo>
                    <a:pt x="1518" y="378"/>
                    <a:pt x="1363" y="0"/>
                    <a:pt x="1114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20"/>
            <p:cNvSpPr/>
            <p:nvPr/>
          </p:nvSpPr>
          <p:spPr>
            <a:xfrm>
              <a:off x="4130595" y="4410624"/>
              <a:ext cx="39304" cy="25379"/>
            </a:xfrm>
            <a:custGeom>
              <a:avLst/>
              <a:gdLst/>
              <a:ahLst/>
              <a:cxnLst/>
              <a:rect l="l" t="t" r="r" b="b"/>
              <a:pathLst>
                <a:path w="1496" h="966" extrusionOk="0">
                  <a:moveTo>
                    <a:pt x="1099" y="1"/>
                  </a:moveTo>
                  <a:cubicBezTo>
                    <a:pt x="1056" y="1"/>
                    <a:pt x="1011" y="12"/>
                    <a:pt x="964" y="37"/>
                  </a:cubicBezTo>
                  <a:lnTo>
                    <a:pt x="243" y="453"/>
                  </a:lnTo>
                  <a:cubicBezTo>
                    <a:pt x="0" y="598"/>
                    <a:pt x="104" y="966"/>
                    <a:pt x="382" y="966"/>
                  </a:cubicBezTo>
                  <a:cubicBezTo>
                    <a:pt x="430" y="966"/>
                    <a:pt x="479" y="952"/>
                    <a:pt x="520" y="931"/>
                  </a:cubicBezTo>
                  <a:lnTo>
                    <a:pt x="1242" y="515"/>
                  </a:lnTo>
                  <a:cubicBezTo>
                    <a:pt x="1496" y="356"/>
                    <a:pt x="1343" y="1"/>
                    <a:pt x="1099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20"/>
            <p:cNvSpPr/>
            <p:nvPr/>
          </p:nvSpPr>
          <p:spPr>
            <a:xfrm>
              <a:off x="4255231" y="4494118"/>
              <a:ext cx="72565" cy="50864"/>
            </a:xfrm>
            <a:custGeom>
              <a:avLst/>
              <a:gdLst/>
              <a:ahLst/>
              <a:cxnLst/>
              <a:rect l="l" t="t" r="r" b="b"/>
              <a:pathLst>
                <a:path w="2762" h="1936" extrusionOk="0">
                  <a:moveTo>
                    <a:pt x="1" y="1"/>
                  </a:moveTo>
                  <a:lnTo>
                    <a:pt x="1" y="1381"/>
                  </a:lnTo>
                  <a:cubicBezTo>
                    <a:pt x="1" y="1686"/>
                    <a:pt x="243" y="1936"/>
                    <a:pt x="549" y="1936"/>
                  </a:cubicBezTo>
                  <a:lnTo>
                    <a:pt x="2206" y="1936"/>
                  </a:lnTo>
                  <a:cubicBezTo>
                    <a:pt x="2511" y="1936"/>
                    <a:pt x="2761" y="1686"/>
                    <a:pt x="2761" y="1381"/>
                  </a:cubicBezTo>
                  <a:lnTo>
                    <a:pt x="2761" y="1"/>
                  </a:lnTo>
                  <a:close/>
                </a:path>
              </a:pathLst>
            </a:custGeom>
            <a:solidFill>
              <a:srgbClr val="C7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20"/>
            <p:cNvSpPr/>
            <p:nvPr/>
          </p:nvSpPr>
          <p:spPr>
            <a:xfrm>
              <a:off x="4247954" y="4494118"/>
              <a:ext cx="87120" cy="14608"/>
            </a:xfrm>
            <a:custGeom>
              <a:avLst/>
              <a:gdLst/>
              <a:ahLst/>
              <a:cxnLst/>
              <a:rect l="l" t="t" r="r" b="b"/>
              <a:pathLst>
                <a:path w="3316" h="556" extrusionOk="0">
                  <a:moveTo>
                    <a:pt x="278" y="1"/>
                  </a:moveTo>
                  <a:cubicBezTo>
                    <a:pt x="125" y="1"/>
                    <a:pt x="0" y="125"/>
                    <a:pt x="0" y="278"/>
                  </a:cubicBezTo>
                  <a:cubicBezTo>
                    <a:pt x="0" y="431"/>
                    <a:pt x="125" y="556"/>
                    <a:pt x="278" y="556"/>
                  </a:cubicBezTo>
                  <a:lnTo>
                    <a:pt x="3038" y="556"/>
                  </a:lnTo>
                  <a:cubicBezTo>
                    <a:pt x="3191" y="556"/>
                    <a:pt x="3316" y="431"/>
                    <a:pt x="3316" y="278"/>
                  </a:cubicBezTo>
                  <a:cubicBezTo>
                    <a:pt x="3316" y="125"/>
                    <a:pt x="3191" y="1"/>
                    <a:pt x="3038" y="1"/>
                  </a:cubicBezTo>
                  <a:close/>
                </a:path>
              </a:pathLst>
            </a:custGeom>
            <a:solidFill>
              <a:srgbClr val="ADB7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p21"/>
          <p:cNvSpPr txBox="1">
            <a:spLocks noGrp="1"/>
          </p:cNvSpPr>
          <p:nvPr>
            <p:ph type="title"/>
          </p:nvPr>
        </p:nvSpPr>
        <p:spPr>
          <a:xfrm>
            <a:off x="311700" y="145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3. Уточнённые формулировки. Решение</a:t>
            </a:r>
            <a:endParaRPr/>
          </a:p>
        </p:txBody>
      </p:sp>
      <p:sp>
        <p:nvSpPr>
          <p:cNvPr id="2620" name="Google Shape;2620;p21"/>
          <p:cNvSpPr txBox="1">
            <a:spLocks noGrp="1"/>
          </p:cNvSpPr>
          <p:nvPr>
            <p:ph type="body" idx="1"/>
          </p:nvPr>
        </p:nvSpPr>
        <p:spPr>
          <a:xfrm>
            <a:off x="311700" y="842625"/>
            <a:ext cx="4260300" cy="3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Шаблон описания решения вам известен</a:t>
            </a:r>
            <a:endParaRPr sz="16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rgbClr val="000000"/>
              </a:solidFill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Для	[пользователей] 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наше	[решение] 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будет	[выполнять главную функцию], 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и в отличие от	[альтернатив]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будет иметь	[такие-то преимущества]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29999" lvl="0" indent="-152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000">
                <a:solidFill>
                  <a:srgbClr val="000000"/>
                </a:solidFill>
              </a:rPr>
              <a:t>Если вы внесли правки в паспорт проекта — запишите сюда свежую версию своей идеи решения.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1" name="Google Shape;2621;p21"/>
          <p:cNvSpPr txBox="1">
            <a:spLocks noGrp="1"/>
          </p:cNvSpPr>
          <p:nvPr>
            <p:ph type="body" idx="1"/>
          </p:nvPr>
        </p:nvSpPr>
        <p:spPr>
          <a:xfrm>
            <a:off x="4368850" y="676875"/>
            <a:ext cx="4723500" cy="46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>
                <a:solidFill>
                  <a:srgbClr val="000000"/>
                </a:solidFill>
              </a:rPr>
              <a:t>Этот шаблон подходит и для заказных разработок (когда вы работаете на заказчика) и для продуктовых (когда вы разрабатываете продукт для широких групп пользователей). Давайте попробуем добавить немного разъяснений к нему.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000" b="1">
                <a:solidFill>
                  <a:srgbClr val="000000"/>
                </a:solidFill>
              </a:rPr>
              <a:t>Пользователи</a:t>
            </a:r>
            <a:r>
              <a:rPr lang="en" sz="1000">
                <a:solidFill>
                  <a:srgbClr val="000000"/>
                </a:solidFill>
              </a:rPr>
              <a:t> — укажите здесь как можно более конкретную группу людей. На шкале от 1 до 10 где 1 — это максимально абстрактная формулировка, а 10 — максимально конкретная, попробуйте дать ответ на уровне 7-8. Не «клиенты» (это 1, очень абстрактно), не «студенты нашего вуза» (это уже конкретней, но всё равно 3), а «студенты-первокурсники, изучающие иностранные языки» (вот это гораздо более конкретно, баллов на 7).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000" b="1">
                <a:solidFill>
                  <a:srgbClr val="000000"/>
                </a:solidFill>
              </a:rPr>
              <a:t>Решение</a:t>
            </a:r>
            <a:r>
              <a:rPr lang="en" sz="1000">
                <a:solidFill>
                  <a:srgbClr val="000000"/>
                </a:solidFill>
              </a:rPr>
              <a:t> — указывайте, какой класс решения вы разрабатываете (например — мобильное приложение, прибор, интернет-сайт, технологический процесс производства). Хорошо бы, чтобы решение было технологичным, просто разработать методику — это недостаточно, надо тогда создать и набор инструментов, её поддерживающих.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000" b="1">
                <a:solidFill>
                  <a:srgbClr val="000000"/>
                </a:solidFill>
              </a:rPr>
              <a:t>Главная функция</a:t>
            </a:r>
            <a:r>
              <a:rPr lang="en" sz="1000">
                <a:solidFill>
                  <a:srgbClr val="000000"/>
                </a:solidFill>
              </a:rPr>
              <a:t> — то без чего точно нет смысла делать решение; то, что из него нельзя выбросить, даже в самой первой версии.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000" b="1">
                <a:solidFill>
                  <a:srgbClr val="000000"/>
                </a:solidFill>
              </a:rPr>
              <a:t>Преимущества</a:t>
            </a:r>
            <a:r>
              <a:rPr lang="en" sz="1000">
                <a:solidFill>
                  <a:srgbClr val="000000"/>
                </a:solidFill>
              </a:rPr>
              <a:t> — здесь надо записывать не просто какие-то дополнительные функции решения, а полезный эффект, реальные изменения в жизни вашего пользователя.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</a:pPr>
            <a:r>
              <a:rPr lang="en" sz="1000">
                <a:solidFill>
                  <a:srgbClr val="000000"/>
                </a:solidFill>
              </a:rPr>
              <a:t>Если на этой стадии у вас возникнут размышления и сомнения — а что же на самом деле будет реальным преимуществом для вашего пользователя, то это прекрасно — зафиксируйте свои вопросы в HADI-табличку, потом они лягут в основу вашего исследования.</a:t>
            </a:r>
            <a:endParaRPr sz="1000">
              <a:solidFill>
                <a:srgbClr val="000000"/>
              </a:solidFill>
            </a:endParaRPr>
          </a:p>
        </p:txBody>
      </p:sp>
      <p:pic>
        <p:nvPicPr>
          <p:cNvPr id="2622" name="Google Shape;2622;p21"/>
          <p:cNvPicPr preferRelativeResize="0"/>
          <p:nvPr/>
        </p:nvPicPr>
        <p:blipFill rotWithShape="1">
          <a:blip r:embed="rId3">
            <a:alphaModFix/>
          </a:blip>
          <a:srcRect l="2476" t="445" b="514"/>
          <a:stretch/>
        </p:blipFill>
        <p:spPr>
          <a:xfrm>
            <a:off x="8895225" y="4464776"/>
            <a:ext cx="373875" cy="5727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3" name="Google Shape;2623;p21"/>
          <p:cNvGrpSpPr/>
          <p:nvPr/>
        </p:nvGrpSpPr>
        <p:grpSpPr>
          <a:xfrm>
            <a:off x="8447758" y="1"/>
            <a:ext cx="696241" cy="733344"/>
            <a:chOff x="4093603" y="4146138"/>
            <a:chExt cx="395637" cy="420544"/>
          </a:xfrm>
        </p:grpSpPr>
        <p:sp>
          <p:nvSpPr>
            <p:cNvPr id="2624" name="Google Shape;2624;p21"/>
            <p:cNvSpPr/>
            <p:nvPr/>
          </p:nvSpPr>
          <p:spPr>
            <a:xfrm>
              <a:off x="4158286" y="4218414"/>
              <a:ext cx="266088" cy="326567"/>
            </a:xfrm>
            <a:custGeom>
              <a:avLst/>
              <a:gdLst/>
              <a:ahLst/>
              <a:cxnLst/>
              <a:rect l="l" t="t" r="r" b="b"/>
              <a:pathLst>
                <a:path w="10128" h="12430" extrusionOk="0">
                  <a:moveTo>
                    <a:pt x="5064" y="0"/>
                  </a:moveTo>
                  <a:cubicBezTo>
                    <a:pt x="2865" y="0"/>
                    <a:pt x="958" y="1526"/>
                    <a:pt x="479" y="3669"/>
                  </a:cubicBezTo>
                  <a:cubicBezTo>
                    <a:pt x="1" y="5813"/>
                    <a:pt x="1076" y="8005"/>
                    <a:pt x="3059" y="8941"/>
                  </a:cubicBezTo>
                  <a:cubicBezTo>
                    <a:pt x="3448" y="9128"/>
                    <a:pt x="3691" y="9510"/>
                    <a:pt x="3684" y="9933"/>
                  </a:cubicBezTo>
                  <a:lnTo>
                    <a:pt x="3684" y="11875"/>
                  </a:lnTo>
                  <a:lnTo>
                    <a:pt x="3691" y="11875"/>
                  </a:lnTo>
                  <a:cubicBezTo>
                    <a:pt x="3691" y="12180"/>
                    <a:pt x="3933" y="12430"/>
                    <a:pt x="4239" y="12430"/>
                  </a:cubicBezTo>
                  <a:lnTo>
                    <a:pt x="5896" y="12430"/>
                  </a:lnTo>
                  <a:cubicBezTo>
                    <a:pt x="6201" y="12430"/>
                    <a:pt x="6451" y="12180"/>
                    <a:pt x="6451" y="11875"/>
                  </a:cubicBezTo>
                  <a:lnTo>
                    <a:pt x="6451" y="9933"/>
                  </a:lnTo>
                  <a:cubicBezTo>
                    <a:pt x="6444" y="9510"/>
                    <a:pt x="6687" y="9128"/>
                    <a:pt x="7068" y="8941"/>
                  </a:cubicBezTo>
                  <a:cubicBezTo>
                    <a:pt x="9052" y="8005"/>
                    <a:pt x="10127" y="5813"/>
                    <a:pt x="9649" y="3669"/>
                  </a:cubicBezTo>
                  <a:cubicBezTo>
                    <a:pt x="9170" y="1526"/>
                    <a:pt x="7263" y="0"/>
                    <a:pt x="5064" y="0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21"/>
            <p:cNvSpPr/>
            <p:nvPr/>
          </p:nvSpPr>
          <p:spPr>
            <a:xfrm>
              <a:off x="4189813" y="4240089"/>
              <a:ext cx="203218" cy="203218"/>
            </a:xfrm>
            <a:custGeom>
              <a:avLst/>
              <a:gdLst/>
              <a:ahLst/>
              <a:cxnLst/>
              <a:rect l="l" t="t" r="r" b="b"/>
              <a:pathLst>
                <a:path w="7735" h="7735" extrusionOk="0">
                  <a:moveTo>
                    <a:pt x="3871" y="1"/>
                  </a:moveTo>
                  <a:cubicBezTo>
                    <a:pt x="1735" y="1"/>
                    <a:pt x="0" y="1735"/>
                    <a:pt x="0" y="3871"/>
                  </a:cubicBezTo>
                  <a:cubicBezTo>
                    <a:pt x="0" y="6007"/>
                    <a:pt x="1735" y="7734"/>
                    <a:pt x="3871" y="7734"/>
                  </a:cubicBezTo>
                  <a:cubicBezTo>
                    <a:pt x="6007" y="7734"/>
                    <a:pt x="7734" y="6007"/>
                    <a:pt x="7734" y="3871"/>
                  </a:cubicBezTo>
                  <a:cubicBezTo>
                    <a:pt x="7734" y="1735"/>
                    <a:pt x="6007" y="1"/>
                    <a:pt x="3871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p21"/>
            <p:cNvSpPr/>
            <p:nvPr/>
          </p:nvSpPr>
          <p:spPr>
            <a:xfrm>
              <a:off x="4211671" y="4261947"/>
              <a:ext cx="159658" cy="159684"/>
            </a:xfrm>
            <a:custGeom>
              <a:avLst/>
              <a:gdLst/>
              <a:ahLst/>
              <a:cxnLst/>
              <a:rect l="l" t="t" r="r" b="b"/>
              <a:pathLst>
                <a:path w="6077" h="6078" extrusionOk="0">
                  <a:moveTo>
                    <a:pt x="3039" y="1"/>
                  </a:moveTo>
                  <a:cubicBezTo>
                    <a:pt x="1360" y="1"/>
                    <a:pt x="1" y="1360"/>
                    <a:pt x="1" y="3039"/>
                  </a:cubicBezTo>
                  <a:cubicBezTo>
                    <a:pt x="1" y="4718"/>
                    <a:pt x="1360" y="6077"/>
                    <a:pt x="3039" y="6077"/>
                  </a:cubicBezTo>
                  <a:cubicBezTo>
                    <a:pt x="4717" y="6077"/>
                    <a:pt x="6077" y="4718"/>
                    <a:pt x="6077" y="3039"/>
                  </a:cubicBezTo>
                  <a:cubicBezTo>
                    <a:pt x="6077" y="1360"/>
                    <a:pt x="4717" y="1"/>
                    <a:pt x="30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p21"/>
            <p:cNvSpPr/>
            <p:nvPr/>
          </p:nvSpPr>
          <p:spPr>
            <a:xfrm>
              <a:off x="4269629" y="4537677"/>
              <a:ext cx="43586" cy="29005"/>
            </a:xfrm>
            <a:custGeom>
              <a:avLst/>
              <a:gdLst/>
              <a:ahLst/>
              <a:cxnLst/>
              <a:rect l="l" t="t" r="r" b="b"/>
              <a:pathLst>
                <a:path w="1659" h="1104" extrusionOk="0">
                  <a:moveTo>
                    <a:pt x="1" y="0"/>
                  </a:moveTo>
                  <a:lnTo>
                    <a:pt x="1" y="548"/>
                  </a:lnTo>
                  <a:cubicBezTo>
                    <a:pt x="1" y="854"/>
                    <a:pt x="250" y="1103"/>
                    <a:pt x="555" y="1103"/>
                  </a:cubicBezTo>
                  <a:lnTo>
                    <a:pt x="1103" y="1103"/>
                  </a:lnTo>
                  <a:cubicBezTo>
                    <a:pt x="1409" y="1103"/>
                    <a:pt x="1658" y="854"/>
                    <a:pt x="1658" y="548"/>
                  </a:cubicBezTo>
                  <a:lnTo>
                    <a:pt x="1658" y="0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p21"/>
            <p:cNvSpPr/>
            <p:nvPr/>
          </p:nvSpPr>
          <p:spPr>
            <a:xfrm>
              <a:off x="4434725" y="4334486"/>
              <a:ext cx="54515" cy="14608"/>
            </a:xfrm>
            <a:custGeom>
              <a:avLst/>
              <a:gdLst/>
              <a:ahLst/>
              <a:cxnLst/>
              <a:rect l="l" t="t" r="r" b="b"/>
              <a:pathLst>
                <a:path w="2075" h="556" extrusionOk="0">
                  <a:moveTo>
                    <a:pt x="348" y="1"/>
                  </a:moveTo>
                  <a:cubicBezTo>
                    <a:pt x="1" y="21"/>
                    <a:pt x="1" y="535"/>
                    <a:pt x="348" y="555"/>
                  </a:cubicBezTo>
                  <a:lnTo>
                    <a:pt x="1728" y="555"/>
                  </a:lnTo>
                  <a:cubicBezTo>
                    <a:pt x="2075" y="535"/>
                    <a:pt x="2075" y="21"/>
                    <a:pt x="1728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21"/>
            <p:cNvSpPr/>
            <p:nvPr/>
          </p:nvSpPr>
          <p:spPr>
            <a:xfrm>
              <a:off x="4093603" y="4334460"/>
              <a:ext cx="62896" cy="14634"/>
            </a:xfrm>
            <a:custGeom>
              <a:avLst/>
              <a:gdLst/>
              <a:ahLst/>
              <a:cxnLst/>
              <a:rect l="l" t="t" r="r" b="b"/>
              <a:pathLst>
                <a:path w="2394" h="557" extrusionOk="0">
                  <a:moveTo>
                    <a:pt x="2025" y="1"/>
                  </a:moveTo>
                  <a:cubicBezTo>
                    <a:pt x="2018" y="1"/>
                    <a:pt x="2011" y="1"/>
                    <a:pt x="2005" y="2"/>
                  </a:cubicBezTo>
                  <a:lnTo>
                    <a:pt x="354" y="2"/>
                  </a:lnTo>
                  <a:cubicBezTo>
                    <a:pt x="0" y="22"/>
                    <a:pt x="0" y="536"/>
                    <a:pt x="354" y="556"/>
                  </a:cubicBezTo>
                  <a:lnTo>
                    <a:pt x="2005" y="556"/>
                  </a:lnTo>
                  <a:cubicBezTo>
                    <a:pt x="2011" y="557"/>
                    <a:pt x="2018" y="557"/>
                    <a:pt x="2025" y="557"/>
                  </a:cubicBezTo>
                  <a:cubicBezTo>
                    <a:pt x="2393" y="557"/>
                    <a:pt x="2393" y="1"/>
                    <a:pt x="2025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21"/>
            <p:cNvSpPr/>
            <p:nvPr/>
          </p:nvSpPr>
          <p:spPr>
            <a:xfrm>
              <a:off x="4284210" y="4146138"/>
              <a:ext cx="14424" cy="50417"/>
            </a:xfrm>
            <a:custGeom>
              <a:avLst/>
              <a:gdLst/>
              <a:ahLst/>
              <a:cxnLst/>
              <a:rect l="l" t="t" r="r" b="b"/>
              <a:pathLst>
                <a:path w="549" h="1919" extrusionOk="0">
                  <a:moveTo>
                    <a:pt x="277" y="1"/>
                  </a:moveTo>
                  <a:cubicBezTo>
                    <a:pt x="144" y="1"/>
                    <a:pt x="11" y="88"/>
                    <a:pt x="0" y="261"/>
                  </a:cubicBezTo>
                  <a:lnTo>
                    <a:pt x="0" y="1641"/>
                  </a:lnTo>
                  <a:cubicBezTo>
                    <a:pt x="0" y="1794"/>
                    <a:pt x="125" y="1919"/>
                    <a:pt x="278" y="1919"/>
                  </a:cubicBezTo>
                  <a:cubicBezTo>
                    <a:pt x="430" y="1919"/>
                    <a:pt x="548" y="1794"/>
                    <a:pt x="548" y="1641"/>
                  </a:cubicBezTo>
                  <a:lnTo>
                    <a:pt x="548" y="261"/>
                  </a:lnTo>
                  <a:cubicBezTo>
                    <a:pt x="541" y="88"/>
                    <a:pt x="410" y="1"/>
                    <a:pt x="277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p21"/>
            <p:cNvSpPr/>
            <p:nvPr/>
          </p:nvSpPr>
          <p:spPr>
            <a:xfrm>
              <a:off x="4358561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745" y="0"/>
                  </a:moveTo>
                  <a:cubicBezTo>
                    <a:pt x="662" y="0"/>
                    <a:pt x="578" y="39"/>
                    <a:pt x="521" y="131"/>
                  </a:cubicBezTo>
                  <a:lnTo>
                    <a:pt x="104" y="852"/>
                  </a:lnTo>
                  <a:cubicBezTo>
                    <a:pt x="0" y="1033"/>
                    <a:pt x="132" y="1262"/>
                    <a:pt x="347" y="1262"/>
                  </a:cubicBezTo>
                  <a:cubicBezTo>
                    <a:pt x="444" y="1262"/>
                    <a:pt x="534" y="1213"/>
                    <a:pt x="583" y="1130"/>
                  </a:cubicBezTo>
                  <a:lnTo>
                    <a:pt x="999" y="409"/>
                  </a:lnTo>
                  <a:cubicBezTo>
                    <a:pt x="1114" y="193"/>
                    <a:pt x="931" y="0"/>
                    <a:pt x="745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21"/>
            <p:cNvSpPr/>
            <p:nvPr/>
          </p:nvSpPr>
          <p:spPr>
            <a:xfrm>
              <a:off x="4195277" y="4466505"/>
              <a:ext cx="29268" cy="33287"/>
            </a:xfrm>
            <a:custGeom>
              <a:avLst/>
              <a:gdLst/>
              <a:ahLst/>
              <a:cxnLst/>
              <a:rect l="l" t="t" r="r" b="b"/>
              <a:pathLst>
                <a:path w="1114" h="1267" extrusionOk="0">
                  <a:moveTo>
                    <a:pt x="748" y="1"/>
                  </a:moveTo>
                  <a:cubicBezTo>
                    <a:pt x="664" y="1"/>
                    <a:pt x="579" y="41"/>
                    <a:pt x="521" y="136"/>
                  </a:cubicBezTo>
                  <a:lnTo>
                    <a:pt x="105" y="850"/>
                  </a:lnTo>
                  <a:cubicBezTo>
                    <a:pt x="1" y="1038"/>
                    <a:pt x="132" y="1267"/>
                    <a:pt x="347" y="1267"/>
                  </a:cubicBezTo>
                  <a:cubicBezTo>
                    <a:pt x="444" y="1267"/>
                    <a:pt x="535" y="1211"/>
                    <a:pt x="583" y="1128"/>
                  </a:cubicBezTo>
                  <a:lnTo>
                    <a:pt x="999" y="413"/>
                  </a:lnTo>
                  <a:cubicBezTo>
                    <a:pt x="1114" y="194"/>
                    <a:pt x="933" y="1"/>
                    <a:pt x="74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21"/>
            <p:cNvSpPr/>
            <p:nvPr/>
          </p:nvSpPr>
          <p:spPr>
            <a:xfrm>
              <a:off x="4195172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366" y="0"/>
                  </a:moveTo>
                  <a:cubicBezTo>
                    <a:pt x="180" y="0"/>
                    <a:pt x="1" y="193"/>
                    <a:pt x="116" y="409"/>
                  </a:cubicBezTo>
                  <a:lnTo>
                    <a:pt x="525" y="1130"/>
                  </a:lnTo>
                  <a:cubicBezTo>
                    <a:pt x="573" y="1213"/>
                    <a:pt x="670" y="1262"/>
                    <a:pt x="768" y="1262"/>
                  </a:cubicBezTo>
                  <a:cubicBezTo>
                    <a:pt x="976" y="1262"/>
                    <a:pt x="1114" y="1033"/>
                    <a:pt x="1003" y="852"/>
                  </a:cubicBezTo>
                  <a:lnTo>
                    <a:pt x="594" y="131"/>
                  </a:lnTo>
                  <a:cubicBezTo>
                    <a:pt x="534" y="39"/>
                    <a:pt x="450" y="0"/>
                    <a:pt x="366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21"/>
            <p:cNvSpPr/>
            <p:nvPr/>
          </p:nvSpPr>
          <p:spPr>
            <a:xfrm>
              <a:off x="4358272" y="4466505"/>
              <a:ext cx="29294" cy="33287"/>
            </a:xfrm>
            <a:custGeom>
              <a:avLst/>
              <a:gdLst/>
              <a:ahLst/>
              <a:cxnLst/>
              <a:rect l="l" t="t" r="r" b="b"/>
              <a:pathLst>
                <a:path w="1115" h="1267" extrusionOk="0">
                  <a:moveTo>
                    <a:pt x="367" y="1"/>
                  </a:moveTo>
                  <a:cubicBezTo>
                    <a:pt x="182" y="1"/>
                    <a:pt x="1" y="194"/>
                    <a:pt x="115" y="413"/>
                  </a:cubicBezTo>
                  <a:lnTo>
                    <a:pt x="532" y="1128"/>
                  </a:lnTo>
                  <a:cubicBezTo>
                    <a:pt x="580" y="1211"/>
                    <a:pt x="670" y="1267"/>
                    <a:pt x="774" y="1267"/>
                  </a:cubicBezTo>
                  <a:cubicBezTo>
                    <a:pt x="982" y="1267"/>
                    <a:pt x="1114" y="1038"/>
                    <a:pt x="1010" y="850"/>
                  </a:cubicBezTo>
                  <a:lnTo>
                    <a:pt x="594" y="136"/>
                  </a:lnTo>
                  <a:cubicBezTo>
                    <a:pt x="536" y="41"/>
                    <a:pt x="451" y="1"/>
                    <a:pt x="36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p21"/>
            <p:cNvSpPr/>
            <p:nvPr/>
          </p:nvSpPr>
          <p:spPr>
            <a:xfrm>
              <a:off x="4412315" y="4410335"/>
              <a:ext cx="39934" cy="25668"/>
            </a:xfrm>
            <a:custGeom>
              <a:avLst/>
              <a:gdLst/>
              <a:ahLst/>
              <a:cxnLst/>
              <a:rect l="l" t="t" r="r" b="b"/>
              <a:pathLst>
                <a:path w="1520" h="977" extrusionOk="0">
                  <a:moveTo>
                    <a:pt x="408" y="1"/>
                  </a:moveTo>
                  <a:cubicBezTo>
                    <a:pt x="158" y="1"/>
                    <a:pt x="0" y="375"/>
                    <a:pt x="285" y="526"/>
                  </a:cubicBezTo>
                  <a:lnTo>
                    <a:pt x="999" y="942"/>
                  </a:lnTo>
                  <a:cubicBezTo>
                    <a:pt x="1041" y="963"/>
                    <a:pt x="1090" y="977"/>
                    <a:pt x="1138" y="977"/>
                  </a:cubicBezTo>
                  <a:cubicBezTo>
                    <a:pt x="1422" y="977"/>
                    <a:pt x="1520" y="602"/>
                    <a:pt x="1277" y="464"/>
                  </a:cubicBezTo>
                  <a:lnTo>
                    <a:pt x="562" y="48"/>
                  </a:lnTo>
                  <a:cubicBezTo>
                    <a:pt x="509" y="15"/>
                    <a:pt x="457" y="1"/>
                    <a:pt x="40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p21"/>
            <p:cNvSpPr/>
            <p:nvPr/>
          </p:nvSpPr>
          <p:spPr>
            <a:xfrm>
              <a:off x="4130306" y="4247340"/>
              <a:ext cx="39304" cy="25589"/>
            </a:xfrm>
            <a:custGeom>
              <a:avLst/>
              <a:gdLst/>
              <a:ahLst/>
              <a:cxnLst/>
              <a:rect l="l" t="t" r="r" b="b"/>
              <a:pathLst>
                <a:path w="1496" h="974" extrusionOk="0">
                  <a:moveTo>
                    <a:pt x="397" y="1"/>
                  </a:moveTo>
                  <a:cubicBezTo>
                    <a:pt x="153" y="1"/>
                    <a:pt x="0" y="356"/>
                    <a:pt x="254" y="515"/>
                  </a:cubicBezTo>
                  <a:lnTo>
                    <a:pt x="975" y="931"/>
                  </a:lnTo>
                  <a:cubicBezTo>
                    <a:pt x="1017" y="959"/>
                    <a:pt x="1066" y="966"/>
                    <a:pt x="1114" y="973"/>
                  </a:cubicBezTo>
                  <a:lnTo>
                    <a:pt x="1114" y="966"/>
                  </a:lnTo>
                  <a:cubicBezTo>
                    <a:pt x="1398" y="966"/>
                    <a:pt x="1496" y="592"/>
                    <a:pt x="1253" y="453"/>
                  </a:cubicBezTo>
                  <a:lnTo>
                    <a:pt x="531" y="37"/>
                  </a:lnTo>
                  <a:cubicBezTo>
                    <a:pt x="485" y="12"/>
                    <a:pt x="439" y="1"/>
                    <a:pt x="39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p21"/>
            <p:cNvSpPr/>
            <p:nvPr/>
          </p:nvSpPr>
          <p:spPr>
            <a:xfrm>
              <a:off x="4413418" y="4247182"/>
              <a:ext cx="39908" cy="25747"/>
            </a:xfrm>
            <a:custGeom>
              <a:avLst/>
              <a:gdLst/>
              <a:ahLst/>
              <a:cxnLst/>
              <a:rect l="l" t="t" r="r" b="b"/>
              <a:pathLst>
                <a:path w="1519" h="980" extrusionOk="0">
                  <a:moveTo>
                    <a:pt x="1114" y="0"/>
                  </a:moveTo>
                  <a:cubicBezTo>
                    <a:pt x="1064" y="0"/>
                    <a:pt x="1011" y="15"/>
                    <a:pt x="957" y="50"/>
                  </a:cubicBezTo>
                  <a:lnTo>
                    <a:pt x="243" y="459"/>
                  </a:lnTo>
                  <a:cubicBezTo>
                    <a:pt x="0" y="605"/>
                    <a:pt x="97" y="972"/>
                    <a:pt x="382" y="979"/>
                  </a:cubicBezTo>
                  <a:cubicBezTo>
                    <a:pt x="430" y="979"/>
                    <a:pt x="479" y="965"/>
                    <a:pt x="520" y="937"/>
                  </a:cubicBezTo>
                  <a:lnTo>
                    <a:pt x="1235" y="528"/>
                  </a:lnTo>
                  <a:cubicBezTo>
                    <a:pt x="1518" y="378"/>
                    <a:pt x="1363" y="0"/>
                    <a:pt x="1114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p21"/>
            <p:cNvSpPr/>
            <p:nvPr/>
          </p:nvSpPr>
          <p:spPr>
            <a:xfrm>
              <a:off x="4130595" y="4410624"/>
              <a:ext cx="39304" cy="25379"/>
            </a:xfrm>
            <a:custGeom>
              <a:avLst/>
              <a:gdLst/>
              <a:ahLst/>
              <a:cxnLst/>
              <a:rect l="l" t="t" r="r" b="b"/>
              <a:pathLst>
                <a:path w="1496" h="966" extrusionOk="0">
                  <a:moveTo>
                    <a:pt x="1099" y="1"/>
                  </a:moveTo>
                  <a:cubicBezTo>
                    <a:pt x="1056" y="1"/>
                    <a:pt x="1011" y="12"/>
                    <a:pt x="964" y="37"/>
                  </a:cubicBezTo>
                  <a:lnTo>
                    <a:pt x="243" y="453"/>
                  </a:lnTo>
                  <a:cubicBezTo>
                    <a:pt x="0" y="598"/>
                    <a:pt x="104" y="966"/>
                    <a:pt x="382" y="966"/>
                  </a:cubicBezTo>
                  <a:cubicBezTo>
                    <a:pt x="430" y="966"/>
                    <a:pt x="479" y="952"/>
                    <a:pt x="520" y="931"/>
                  </a:cubicBezTo>
                  <a:lnTo>
                    <a:pt x="1242" y="515"/>
                  </a:lnTo>
                  <a:cubicBezTo>
                    <a:pt x="1496" y="356"/>
                    <a:pt x="1343" y="1"/>
                    <a:pt x="1099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p21"/>
            <p:cNvSpPr/>
            <p:nvPr/>
          </p:nvSpPr>
          <p:spPr>
            <a:xfrm>
              <a:off x="4255231" y="4494118"/>
              <a:ext cx="72565" cy="50864"/>
            </a:xfrm>
            <a:custGeom>
              <a:avLst/>
              <a:gdLst/>
              <a:ahLst/>
              <a:cxnLst/>
              <a:rect l="l" t="t" r="r" b="b"/>
              <a:pathLst>
                <a:path w="2762" h="1936" extrusionOk="0">
                  <a:moveTo>
                    <a:pt x="1" y="1"/>
                  </a:moveTo>
                  <a:lnTo>
                    <a:pt x="1" y="1381"/>
                  </a:lnTo>
                  <a:cubicBezTo>
                    <a:pt x="1" y="1686"/>
                    <a:pt x="243" y="1936"/>
                    <a:pt x="549" y="1936"/>
                  </a:cubicBezTo>
                  <a:lnTo>
                    <a:pt x="2206" y="1936"/>
                  </a:lnTo>
                  <a:cubicBezTo>
                    <a:pt x="2511" y="1936"/>
                    <a:pt x="2761" y="1686"/>
                    <a:pt x="2761" y="1381"/>
                  </a:cubicBezTo>
                  <a:lnTo>
                    <a:pt x="2761" y="1"/>
                  </a:lnTo>
                  <a:close/>
                </a:path>
              </a:pathLst>
            </a:custGeom>
            <a:solidFill>
              <a:srgbClr val="C7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p21"/>
            <p:cNvSpPr/>
            <p:nvPr/>
          </p:nvSpPr>
          <p:spPr>
            <a:xfrm>
              <a:off x="4247954" y="4494118"/>
              <a:ext cx="87120" cy="14608"/>
            </a:xfrm>
            <a:custGeom>
              <a:avLst/>
              <a:gdLst/>
              <a:ahLst/>
              <a:cxnLst/>
              <a:rect l="l" t="t" r="r" b="b"/>
              <a:pathLst>
                <a:path w="3316" h="556" extrusionOk="0">
                  <a:moveTo>
                    <a:pt x="278" y="1"/>
                  </a:moveTo>
                  <a:cubicBezTo>
                    <a:pt x="125" y="1"/>
                    <a:pt x="0" y="125"/>
                    <a:pt x="0" y="278"/>
                  </a:cubicBezTo>
                  <a:cubicBezTo>
                    <a:pt x="0" y="431"/>
                    <a:pt x="125" y="556"/>
                    <a:pt x="278" y="556"/>
                  </a:cubicBezTo>
                  <a:lnTo>
                    <a:pt x="3038" y="556"/>
                  </a:lnTo>
                  <a:cubicBezTo>
                    <a:pt x="3191" y="556"/>
                    <a:pt x="3316" y="431"/>
                    <a:pt x="3316" y="278"/>
                  </a:cubicBezTo>
                  <a:cubicBezTo>
                    <a:pt x="3316" y="125"/>
                    <a:pt x="3191" y="1"/>
                    <a:pt x="3038" y="1"/>
                  </a:cubicBezTo>
                  <a:close/>
                </a:path>
              </a:pathLst>
            </a:custGeom>
            <a:solidFill>
              <a:srgbClr val="ADB7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Google Shape;264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3. Уточнённые формулировки. MVP</a:t>
            </a:r>
            <a:endParaRPr/>
          </a:p>
        </p:txBody>
      </p:sp>
      <p:sp>
        <p:nvSpPr>
          <p:cNvPr id="2646" name="Google Shape;264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 b="1">
                <a:solidFill>
                  <a:schemeClr val="dk1"/>
                </a:solidFill>
              </a:rPr>
              <a:t>Минимально полезный прототип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chemeClr val="dk1"/>
                </a:solidFill>
              </a:rPr>
              <a:t>(MVP – minimum viable product) —  это продукт, обладающий минимальными, но достаточными для удовлетворения первых потребителей функциями.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chemeClr val="dk1"/>
                </a:solidFill>
              </a:rPr>
              <a:t>Основная задача создания MVP — получение быстрой обратной связи для формирования гипотез о дальнейшем развитии продукта.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chemeClr val="dk1"/>
                </a:solidFill>
              </a:rPr>
              <a:t>Продуктовый прототип может быть совершенно не похож на техническую систему, которую планируется в конечном счёте создать, но при этом должен решать заявленную проблему пользователя.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" sz="1100">
                <a:solidFill>
                  <a:schemeClr val="dk1"/>
                </a:solidFill>
              </a:rPr>
              <a:t>Например вместо разработки сложной нейросети распознающей что-либо на фотографиях/видео, можно взять 10 человек, которые первое время вручную будут размечать эти материалы.</a:t>
            </a:r>
            <a:endParaRPr sz="100"/>
          </a:p>
        </p:txBody>
      </p:sp>
      <p:sp>
        <p:nvSpPr>
          <p:cNvPr id="2647" name="Google Shape;2647;p22"/>
          <p:cNvSpPr txBox="1">
            <a:spLocks noGrp="1"/>
          </p:cNvSpPr>
          <p:nvPr>
            <p:ph type="body" idx="1"/>
          </p:nvPr>
        </p:nvSpPr>
        <p:spPr>
          <a:xfrm>
            <a:off x="4626525" y="1152475"/>
            <a:ext cx="4260300" cy="24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 b="1">
                <a:solidFill>
                  <a:schemeClr val="dk1"/>
                </a:solidFill>
              </a:rPr>
              <a:t>Наводящие вопросы вам в помощь:</a:t>
            </a:r>
            <a:endParaRPr sz="1400" b="1">
              <a:solidFill>
                <a:schemeClr val="dk1"/>
              </a:solidFill>
            </a:endParaRPr>
          </a:p>
          <a:p>
            <a:pPr marL="179999" lvl="0" indent="-155575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Как может выглядеть прототип решения, который вы сможете сделать за ближайшие 10 недель? А за 5? А за 2?</a:t>
            </a:r>
            <a:endParaRPr sz="1100">
              <a:solidFill>
                <a:schemeClr val="dk1"/>
              </a:solidFill>
            </a:endParaRPr>
          </a:p>
          <a:p>
            <a:pPr marL="179999" lvl="0" indent="-155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Какого результата мы можем достигнуть за это время? </a:t>
            </a:r>
            <a:endParaRPr sz="1100">
              <a:solidFill>
                <a:schemeClr val="dk1"/>
              </a:solidFill>
            </a:endParaRPr>
          </a:p>
          <a:p>
            <a:pPr marL="179999" lvl="0" indent="-155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Какие артефакты (осязаемые результаты) получится у команд сделать?</a:t>
            </a:r>
            <a:endParaRPr sz="1100">
              <a:solidFill>
                <a:schemeClr val="dk1"/>
              </a:solidFill>
            </a:endParaRPr>
          </a:p>
          <a:p>
            <a:pPr marL="179999" lvl="0" indent="-155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Что вы сможете понять, сделав эти артефакты?</a:t>
            </a:r>
            <a:endParaRPr sz="1100">
              <a:solidFill>
                <a:schemeClr val="dk1"/>
              </a:solidFill>
            </a:endParaRPr>
          </a:p>
          <a:p>
            <a:pPr marL="179999" lvl="0" indent="-155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Как вы поймете, что ваши пользователи правда получают полезный эффект от вашего решения?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" sz="1100">
                <a:solidFill>
                  <a:schemeClr val="dk1"/>
                </a:solidFill>
              </a:rPr>
              <a:t>На следующем слайде заполните свое обновленное понимание того, каким может быть первый продуктовый (не технический!) прототип вашего решения.</a:t>
            </a:r>
            <a:endParaRPr sz="1100">
              <a:solidFill>
                <a:schemeClr val="dk1"/>
              </a:solidFill>
            </a:endParaRPr>
          </a:p>
        </p:txBody>
      </p:sp>
      <p:grpSp>
        <p:nvGrpSpPr>
          <p:cNvPr id="2648" name="Google Shape;2648;p22"/>
          <p:cNvGrpSpPr/>
          <p:nvPr/>
        </p:nvGrpSpPr>
        <p:grpSpPr>
          <a:xfrm>
            <a:off x="8447758" y="1"/>
            <a:ext cx="696241" cy="733344"/>
            <a:chOff x="4093603" y="4146138"/>
            <a:chExt cx="395637" cy="420544"/>
          </a:xfrm>
        </p:grpSpPr>
        <p:sp>
          <p:nvSpPr>
            <p:cNvPr id="2649" name="Google Shape;2649;p22"/>
            <p:cNvSpPr/>
            <p:nvPr/>
          </p:nvSpPr>
          <p:spPr>
            <a:xfrm>
              <a:off x="4158286" y="4218414"/>
              <a:ext cx="266088" cy="326567"/>
            </a:xfrm>
            <a:custGeom>
              <a:avLst/>
              <a:gdLst/>
              <a:ahLst/>
              <a:cxnLst/>
              <a:rect l="l" t="t" r="r" b="b"/>
              <a:pathLst>
                <a:path w="10128" h="12430" extrusionOk="0">
                  <a:moveTo>
                    <a:pt x="5064" y="0"/>
                  </a:moveTo>
                  <a:cubicBezTo>
                    <a:pt x="2865" y="0"/>
                    <a:pt x="958" y="1526"/>
                    <a:pt x="479" y="3669"/>
                  </a:cubicBezTo>
                  <a:cubicBezTo>
                    <a:pt x="1" y="5813"/>
                    <a:pt x="1076" y="8005"/>
                    <a:pt x="3059" y="8941"/>
                  </a:cubicBezTo>
                  <a:cubicBezTo>
                    <a:pt x="3448" y="9128"/>
                    <a:pt x="3691" y="9510"/>
                    <a:pt x="3684" y="9933"/>
                  </a:cubicBezTo>
                  <a:lnTo>
                    <a:pt x="3684" y="11875"/>
                  </a:lnTo>
                  <a:lnTo>
                    <a:pt x="3691" y="11875"/>
                  </a:lnTo>
                  <a:cubicBezTo>
                    <a:pt x="3691" y="12180"/>
                    <a:pt x="3933" y="12430"/>
                    <a:pt x="4239" y="12430"/>
                  </a:cubicBezTo>
                  <a:lnTo>
                    <a:pt x="5896" y="12430"/>
                  </a:lnTo>
                  <a:cubicBezTo>
                    <a:pt x="6201" y="12430"/>
                    <a:pt x="6451" y="12180"/>
                    <a:pt x="6451" y="11875"/>
                  </a:cubicBezTo>
                  <a:lnTo>
                    <a:pt x="6451" y="9933"/>
                  </a:lnTo>
                  <a:cubicBezTo>
                    <a:pt x="6444" y="9510"/>
                    <a:pt x="6687" y="9128"/>
                    <a:pt x="7068" y="8941"/>
                  </a:cubicBezTo>
                  <a:cubicBezTo>
                    <a:pt x="9052" y="8005"/>
                    <a:pt x="10127" y="5813"/>
                    <a:pt x="9649" y="3669"/>
                  </a:cubicBezTo>
                  <a:cubicBezTo>
                    <a:pt x="9170" y="1526"/>
                    <a:pt x="7263" y="0"/>
                    <a:pt x="5064" y="0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22"/>
            <p:cNvSpPr/>
            <p:nvPr/>
          </p:nvSpPr>
          <p:spPr>
            <a:xfrm>
              <a:off x="4189813" y="4240089"/>
              <a:ext cx="203218" cy="203218"/>
            </a:xfrm>
            <a:custGeom>
              <a:avLst/>
              <a:gdLst/>
              <a:ahLst/>
              <a:cxnLst/>
              <a:rect l="l" t="t" r="r" b="b"/>
              <a:pathLst>
                <a:path w="7735" h="7735" extrusionOk="0">
                  <a:moveTo>
                    <a:pt x="3871" y="1"/>
                  </a:moveTo>
                  <a:cubicBezTo>
                    <a:pt x="1735" y="1"/>
                    <a:pt x="0" y="1735"/>
                    <a:pt x="0" y="3871"/>
                  </a:cubicBezTo>
                  <a:cubicBezTo>
                    <a:pt x="0" y="6007"/>
                    <a:pt x="1735" y="7734"/>
                    <a:pt x="3871" y="7734"/>
                  </a:cubicBezTo>
                  <a:cubicBezTo>
                    <a:pt x="6007" y="7734"/>
                    <a:pt x="7734" y="6007"/>
                    <a:pt x="7734" y="3871"/>
                  </a:cubicBezTo>
                  <a:cubicBezTo>
                    <a:pt x="7734" y="1735"/>
                    <a:pt x="6007" y="1"/>
                    <a:pt x="3871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22"/>
            <p:cNvSpPr/>
            <p:nvPr/>
          </p:nvSpPr>
          <p:spPr>
            <a:xfrm>
              <a:off x="4211671" y="4261947"/>
              <a:ext cx="159658" cy="159684"/>
            </a:xfrm>
            <a:custGeom>
              <a:avLst/>
              <a:gdLst/>
              <a:ahLst/>
              <a:cxnLst/>
              <a:rect l="l" t="t" r="r" b="b"/>
              <a:pathLst>
                <a:path w="6077" h="6078" extrusionOk="0">
                  <a:moveTo>
                    <a:pt x="3039" y="1"/>
                  </a:moveTo>
                  <a:cubicBezTo>
                    <a:pt x="1360" y="1"/>
                    <a:pt x="1" y="1360"/>
                    <a:pt x="1" y="3039"/>
                  </a:cubicBezTo>
                  <a:cubicBezTo>
                    <a:pt x="1" y="4718"/>
                    <a:pt x="1360" y="6077"/>
                    <a:pt x="3039" y="6077"/>
                  </a:cubicBezTo>
                  <a:cubicBezTo>
                    <a:pt x="4717" y="6077"/>
                    <a:pt x="6077" y="4718"/>
                    <a:pt x="6077" y="3039"/>
                  </a:cubicBezTo>
                  <a:cubicBezTo>
                    <a:pt x="6077" y="1360"/>
                    <a:pt x="4717" y="1"/>
                    <a:pt x="30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22"/>
            <p:cNvSpPr/>
            <p:nvPr/>
          </p:nvSpPr>
          <p:spPr>
            <a:xfrm>
              <a:off x="4269629" y="4537677"/>
              <a:ext cx="43586" cy="29005"/>
            </a:xfrm>
            <a:custGeom>
              <a:avLst/>
              <a:gdLst/>
              <a:ahLst/>
              <a:cxnLst/>
              <a:rect l="l" t="t" r="r" b="b"/>
              <a:pathLst>
                <a:path w="1659" h="1104" extrusionOk="0">
                  <a:moveTo>
                    <a:pt x="1" y="0"/>
                  </a:moveTo>
                  <a:lnTo>
                    <a:pt x="1" y="548"/>
                  </a:lnTo>
                  <a:cubicBezTo>
                    <a:pt x="1" y="854"/>
                    <a:pt x="250" y="1103"/>
                    <a:pt x="555" y="1103"/>
                  </a:cubicBezTo>
                  <a:lnTo>
                    <a:pt x="1103" y="1103"/>
                  </a:lnTo>
                  <a:cubicBezTo>
                    <a:pt x="1409" y="1103"/>
                    <a:pt x="1658" y="854"/>
                    <a:pt x="1658" y="548"/>
                  </a:cubicBezTo>
                  <a:lnTo>
                    <a:pt x="1658" y="0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22"/>
            <p:cNvSpPr/>
            <p:nvPr/>
          </p:nvSpPr>
          <p:spPr>
            <a:xfrm>
              <a:off x="4434725" y="4334486"/>
              <a:ext cx="54515" cy="14608"/>
            </a:xfrm>
            <a:custGeom>
              <a:avLst/>
              <a:gdLst/>
              <a:ahLst/>
              <a:cxnLst/>
              <a:rect l="l" t="t" r="r" b="b"/>
              <a:pathLst>
                <a:path w="2075" h="556" extrusionOk="0">
                  <a:moveTo>
                    <a:pt x="348" y="1"/>
                  </a:moveTo>
                  <a:cubicBezTo>
                    <a:pt x="1" y="21"/>
                    <a:pt x="1" y="535"/>
                    <a:pt x="348" y="555"/>
                  </a:cubicBezTo>
                  <a:lnTo>
                    <a:pt x="1728" y="555"/>
                  </a:lnTo>
                  <a:cubicBezTo>
                    <a:pt x="2075" y="535"/>
                    <a:pt x="2075" y="21"/>
                    <a:pt x="1728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4" name="Google Shape;2654;p22"/>
            <p:cNvSpPr/>
            <p:nvPr/>
          </p:nvSpPr>
          <p:spPr>
            <a:xfrm>
              <a:off x="4093603" y="4334460"/>
              <a:ext cx="62896" cy="14634"/>
            </a:xfrm>
            <a:custGeom>
              <a:avLst/>
              <a:gdLst/>
              <a:ahLst/>
              <a:cxnLst/>
              <a:rect l="l" t="t" r="r" b="b"/>
              <a:pathLst>
                <a:path w="2394" h="557" extrusionOk="0">
                  <a:moveTo>
                    <a:pt x="2025" y="1"/>
                  </a:moveTo>
                  <a:cubicBezTo>
                    <a:pt x="2018" y="1"/>
                    <a:pt x="2011" y="1"/>
                    <a:pt x="2005" y="2"/>
                  </a:cubicBezTo>
                  <a:lnTo>
                    <a:pt x="354" y="2"/>
                  </a:lnTo>
                  <a:cubicBezTo>
                    <a:pt x="0" y="22"/>
                    <a:pt x="0" y="536"/>
                    <a:pt x="354" y="556"/>
                  </a:cubicBezTo>
                  <a:lnTo>
                    <a:pt x="2005" y="556"/>
                  </a:lnTo>
                  <a:cubicBezTo>
                    <a:pt x="2011" y="557"/>
                    <a:pt x="2018" y="557"/>
                    <a:pt x="2025" y="557"/>
                  </a:cubicBezTo>
                  <a:cubicBezTo>
                    <a:pt x="2393" y="557"/>
                    <a:pt x="2393" y="1"/>
                    <a:pt x="2025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22"/>
            <p:cNvSpPr/>
            <p:nvPr/>
          </p:nvSpPr>
          <p:spPr>
            <a:xfrm>
              <a:off x="4284210" y="4146138"/>
              <a:ext cx="14424" cy="50417"/>
            </a:xfrm>
            <a:custGeom>
              <a:avLst/>
              <a:gdLst/>
              <a:ahLst/>
              <a:cxnLst/>
              <a:rect l="l" t="t" r="r" b="b"/>
              <a:pathLst>
                <a:path w="549" h="1919" extrusionOk="0">
                  <a:moveTo>
                    <a:pt x="277" y="1"/>
                  </a:moveTo>
                  <a:cubicBezTo>
                    <a:pt x="144" y="1"/>
                    <a:pt x="11" y="88"/>
                    <a:pt x="0" y="261"/>
                  </a:cubicBezTo>
                  <a:lnTo>
                    <a:pt x="0" y="1641"/>
                  </a:lnTo>
                  <a:cubicBezTo>
                    <a:pt x="0" y="1794"/>
                    <a:pt x="125" y="1919"/>
                    <a:pt x="278" y="1919"/>
                  </a:cubicBezTo>
                  <a:cubicBezTo>
                    <a:pt x="430" y="1919"/>
                    <a:pt x="548" y="1794"/>
                    <a:pt x="548" y="1641"/>
                  </a:cubicBezTo>
                  <a:lnTo>
                    <a:pt x="548" y="261"/>
                  </a:lnTo>
                  <a:cubicBezTo>
                    <a:pt x="541" y="88"/>
                    <a:pt x="410" y="1"/>
                    <a:pt x="277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22"/>
            <p:cNvSpPr/>
            <p:nvPr/>
          </p:nvSpPr>
          <p:spPr>
            <a:xfrm>
              <a:off x="4358561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745" y="0"/>
                  </a:moveTo>
                  <a:cubicBezTo>
                    <a:pt x="662" y="0"/>
                    <a:pt x="578" y="39"/>
                    <a:pt x="521" y="131"/>
                  </a:cubicBezTo>
                  <a:lnTo>
                    <a:pt x="104" y="852"/>
                  </a:lnTo>
                  <a:cubicBezTo>
                    <a:pt x="0" y="1033"/>
                    <a:pt x="132" y="1262"/>
                    <a:pt x="347" y="1262"/>
                  </a:cubicBezTo>
                  <a:cubicBezTo>
                    <a:pt x="444" y="1262"/>
                    <a:pt x="534" y="1213"/>
                    <a:pt x="583" y="1130"/>
                  </a:cubicBezTo>
                  <a:lnTo>
                    <a:pt x="999" y="409"/>
                  </a:lnTo>
                  <a:cubicBezTo>
                    <a:pt x="1114" y="193"/>
                    <a:pt x="931" y="0"/>
                    <a:pt x="745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22"/>
            <p:cNvSpPr/>
            <p:nvPr/>
          </p:nvSpPr>
          <p:spPr>
            <a:xfrm>
              <a:off x="4195277" y="4466505"/>
              <a:ext cx="29268" cy="33287"/>
            </a:xfrm>
            <a:custGeom>
              <a:avLst/>
              <a:gdLst/>
              <a:ahLst/>
              <a:cxnLst/>
              <a:rect l="l" t="t" r="r" b="b"/>
              <a:pathLst>
                <a:path w="1114" h="1267" extrusionOk="0">
                  <a:moveTo>
                    <a:pt x="748" y="1"/>
                  </a:moveTo>
                  <a:cubicBezTo>
                    <a:pt x="664" y="1"/>
                    <a:pt x="579" y="41"/>
                    <a:pt x="521" y="136"/>
                  </a:cubicBezTo>
                  <a:lnTo>
                    <a:pt x="105" y="850"/>
                  </a:lnTo>
                  <a:cubicBezTo>
                    <a:pt x="1" y="1038"/>
                    <a:pt x="132" y="1267"/>
                    <a:pt x="347" y="1267"/>
                  </a:cubicBezTo>
                  <a:cubicBezTo>
                    <a:pt x="444" y="1267"/>
                    <a:pt x="535" y="1211"/>
                    <a:pt x="583" y="1128"/>
                  </a:cubicBezTo>
                  <a:lnTo>
                    <a:pt x="999" y="413"/>
                  </a:lnTo>
                  <a:cubicBezTo>
                    <a:pt x="1114" y="194"/>
                    <a:pt x="933" y="1"/>
                    <a:pt x="74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22"/>
            <p:cNvSpPr/>
            <p:nvPr/>
          </p:nvSpPr>
          <p:spPr>
            <a:xfrm>
              <a:off x="4195172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366" y="0"/>
                  </a:moveTo>
                  <a:cubicBezTo>
                    <a:pt x="180" y="0"/>
                    <a:pt x="1" y="193"/>
                    <a:pt x="116" y="409"/>
                  </a:cubicBezTo>
                  <a:lnTo>
                    <a:pt x="525" y="1130"/>
                  </a:lnTo>
                  <a:cubicBezTo>
                    <a:pt x="573" y="1213"/>
                    <a:pt x="670" y="1262"/>
                    <a:pt x="768" y="1262"/>
                  </a:cubicBezTo>
                  <a:cubicBezTo>
                    <a:pt x="976" y="1262"/>
                    <a:pt x="1114" y="1033"/>
                    <a:pt x="1003" y="852"/>
                  </a:cubicBezTo>
                  <a:lnTo>
                    <a:pt x="594" y="131"/>
                  </a:lnTo>
                  <a:cubicBezTo>
                    <a:pt x="534" y="39"/>
                    <a:pt x="450" y="0"/>
                    <a:pt x="366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9" name="Google Shape;2659;p22"/>
            <p:cNvSpPr/>
            <p:nvPr/>
          </p:nvSpPr>
          <p:spPr>
            <a:xfrm>
              <a:off x="4358272" y="4466505"/>
              <a:ext cx="29294" cy="33287"/>
            </a:xfrm>
            <a:custGeom>
              <a:avLst/>
              <a:gdLst/>
              <a:ahLst/>
              <a:cxnLst/>
              <a:rect l="l" t="t" r="r" b="b"/>
              <a:pathLst>
                <a:path w="1115" h="1267" extrusionOk="0">
                  <a:moveTo>
                    <a:pt x="367" y="1"/>
                  </a:moveTo>
                  <a:cubicBezTo>
                    <a:pt x="182" y="1"/>
                    <a:pt x="1" y="194"/>
                    <a:pt x="115" y="413"/>
                  </a:cubicBezTo>
                  <a:lnTo>
                    <a:pt x="532" y="1128"/>
                  </a:lnTo>
                  <a:cubicBezTo>
                    <a:pt x="580" y="1211"/>
                    <a:pt x="670" y="1267"/>
                    <a:pt x="774" y="1267"/>
                  </a:cubicBezTo>
                  <a:cubicBezTo>
                    <a:pt x="982" y="1267"/>
                    <a:pt x="1114" y="1038"/>
                    <a:pt x="1010" y="850"/>
                  </a:cubicBezTo>
                  <a:lnTo>
                    <a:pt x="594" y="136"/>
                  </a:lnTo>
                  <a:cubicBezTo>
                    <a:pt x="536" y="41"/>
                    <a:pt x="451" y="1"/>
                    <a:pt x="36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0" name="Google Shape;2660;p22"/>
            <p:cNvSpPr/>
            <p:nvPr/>
          </p:nvSpPr>
          <p:spPr>
            <a:xfrm>
              <a:off x="4412315" y="4410335"/>
              <a:ext cx="39934" cy="25668"/>
            </a:xfrm>
            <a:custGeom>
              <a:avLst/>
              <a:gdLst/>
              <a:ahLst/>
              <a:cxnLst/>
              <a:rect l="l" t="t" r="r" b="b"/>
              <a:pathLst>
                <a:path w="1520" h="977" extrusionOk="0">
                  <a:moveTo>
                    <a:pt x="408" y="1"/>
                  </a:moveTo>
                  <a:cubicBezTo>
                    <a:pt x="158" y="1"/>
                    <a:pt x="0" y="375"/>
                    <a:pt x="285" y="526"/>
                  </a:cubicBezTo>
                  <a:lnTo>
                    <a:pt x="999" y="942"/>
                  </a:lnTo>
                  <a:cubicBezTo>
                    <a:pt x="1041" y="963"/>
                    <a:pt x="1090" y="977"/>
                    <a:pt x="1138" y="977"/>
                  </a:cubicBezTo>
                  <a:cubicBezTo>
                    <a:pt x="1422" y="977"/>
                    <a:pt x="1520" y="602"/>
                    <a:pt x="1277" y="464"/>
                  </a:cubicBezTo>
                  <a:lnTo>
                    <a:pt x="562" y="48"/>
                  </a:lnTo>
                  <a:cubicBezTo>
                    <a:pt x="509" y="15"/>
                    <a:pt x="457" y="1"/>
                    <a:pt x="40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1" name="Google Shape;2661;p22"/>
            <p:cNvSpPr/>
            <p:nvPr/>
          </p:nvSpPr>
          <p:spPr>
            <a:xfrm>
              <a:off x="4130306" y="4247340"/>
              <a:ext cx="39304" cy="25589"/>
            </a:xfrm>
            <a:custGeom>
              <a:avLst/>
              <a:gdLst/>
              <a:ahLst/>
              <a:cxnLst/>
              <a:rect l="l" t="t" r="r" b="b"/>
              <a:pathLst>
                <a:path w="1496" h="974" extrusionOk="0">
                  <a:moveTo>
                    <a:pt x="397" y="1"/>
                  </a:moveTo>
                  <a:cubicBezTo>
                    <a:pt x="153" y="1"/>
                    <a:pt x="0" y="356"/>
                    <a:pt x="254" y="515"/>
                  </a:cubicBezTo>
                  <a:lnTo>
                    <a:pt x="975" y="931"/>
                  </a:lnTo>
                  <a:cubicBezTo>
                    <a:pt x="1017" y="959"/>
                    <a:pt x="1066" y="966"/>
                    <a:pt x="1114" y="973"/>
                  </a:cubicBezTo>
                  <a:lnTo>
                    <a:pt x="1114" y="966"/>
                  </a:lnTo>
                  <a:cubicBezTo>
                    <a:pt x="1398" y="966"/>
                    <a:pt x="1496" y="592"/>
                    <a:pt x="1253" y="453"/>
                  </a:cubicBezTo>
                  <a:lnTo>
                    <a:pt x="531" y="37"/>
                  </a:lnTo>
                  <a:cubicBezTo>
                    <a:pt x="485" y="12"/>
                    <a:pt x="439" y="1"/>
                    <a:pt x="39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p22"/>
            <p:cNvSpPr/>
            <p:nvPr/>
          </p:nvSpPr>
          <p:spPr>
            <a:xfrm>
              <a:off x="4413418" y="4247182"/>
              <a:ext cx="39908" cy="25747"/>
            </a:xfrm>
            <a:custGeom>
              <a:avLst/>
              <a:gdLst/>
              <a:ahLst/>
              <a:cxnLst/>
              <a:rect l="l" t="t" r="r" b="b"/>
              <a:pathLst>
                <a:path w="1519" h="980" extrusionOk="0">
                  <a:moveTo>
                    <a:pt x="1114" y="0"/>
                  </a:moveTo>
                  <a:cubicBezTo>
                    <a:pt x="1064" y="0"/>
                    <a:pt x="1011" y="15"/>
                    <a:pt x="957" y="50"/>
                  </a:cubicBezTo>
                  <a:lnTo>
                    <a:pt x="243" y="459"/>
                  </a:lnTo>
                  <a:cubicBezTo>
                    <a:pt x="0" y="605"/>
                    <a:pt x="97" y="972"/>
                    <a:pt x="382" y="979"/>
                  </a:cubicBezTo>
                  <a:cubicBezTo>
                    <a:pt x="430" y="979"/>
                    <a:pt x="479" y="965"/>
                    <a:pt x="520" y="937"/>
                  </a:cubicBezTo>
                  <a:lnTo>
                    <a:pt x="1235" y="528"/>
                  </a:lnTo>
                  <a:cubicBezTo>
                    <a:pt x="1518" y="378"/>
                    <a:pt x="1363" y="0"/>
                    <a:pt x="1114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3" name="Google Shape;2663;p22"/>
            <p:cNvSpPr/>
            <p:nvPr/>
          </p:nvSpPr>
          <p:spPr>
            <a:xfrm>
              <a:off x="4130595" y="4410624"/>
              <a:ext cx="39304" cy="25379"/>
            </a:xfrm>
            <a:custGeom>
              <a:avLst/>
              <a:gdLst/>
              <a:ahLst/>
              <a:cxnLst/>
              <a:rect l="l" t="t" r="r" b="b"/>
              <a:pathLst>
                <a:path w="1496" h="966" extrusionOk="0">
                  <a:moveTo>
                    <a:pt x="1099" y="1"/>
                  </a:moveTo>
                  <a:cubicBezTo>
                    <a:pt x="1056" y="1"/>
                    <a:pt x="1011" y="12"/>
                    <a:pt x="964" y="37"/>
                  </a:cubicBezTo>
                  <a:lnTo>
                    <a:pt x="243" y="453"/>
                  </a:lnTo>
                  <a:cubicBezTo>
                    <a:pt x="0" y="598"/>
                    <a:pt x="104" y="966"/>
                    <a:pt x="382" y="966"/>
                  </a:cubicBezTo>
                  <a:cubicBezTo>
                    <a:pt x="430" y="966"/>
                    <a:pt x="479" y="952"/>
                    <a:pt x="520" y="931"/>
                  </a:cubicBezTo>
                  <a:lnTo>
                    <a:pt x="1242" y="515"/>
                  </a:lnTo>
                  <a:cubicBezTo>
                    <a:pt x="1496" y="356"/>
                    <a:pt x="1343" y="1"/>
                    <a:pt x="1099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4" name="Google Shape;2664;p22"/>
            <p:cNvSpPr/>
            <p:nvPr/>
          </p:nvSpPr>
          <p:spPr>
            <a:xfrm>
              <a:off x="4255231" y="4494118"/>
              <a:ext cx="72565" cy="50864"/>
            </a:xfrm>
            <a:custGeom>
              <a:avLst/>
              <a:gdLst/>
              <a:ahLst/>
              <a:cxnLst/>
              <a:rect l="l" t="t" r="r" b="b"/>
              <a:pathLst>
                <a:path w="2762" h="1936" extrusionOk="0">
                  <a:moveTo>
                    <a:pt x="1" y="1"/>
                  </a:moveTo>
                  <a:lnTo>
                    <a:pt x="1" y="1381"/>
                  </a:lnTo>
                  <a:cubicBezTo>
                    <a:pt x="1" y="1686"/>
                    <a:pt x="243" y="1936"/>
                    <a:pt x="549" y="1936"/>
                  </a:cubicBezTo>
                  <a:lnTo>
                    <a:pt x="2206" y="1936"/>
                  </a:lnTo>
                  <a:cubicBezTo>
                    <a:pt x="2511" y="1936"/>
                    <a:pt x="2761" y="1686"/>
                    <a:pt x="2761" y="1381"/>
                  </a:cubicBezTo>
                  <a:lnTo>
                    <a:pt x="2761" y="1"/>
                  </a:lnTo>
                  <a:close/>
                </a:path>
              </a:pathLst>
            </a:custGeom>
            <a:solidFill>
              <a:srgbClr val="C7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p22"/>
            <p:cNvSpPr/>
            <p:nvPr/>
          </p:nvSpPr>
          <p:spPr>
            <a:xfrm>
              <a:off x="4247954" y="4494118"/>
              <a:ext cx="87120" cy="14608"/>
            </a:xfrm>
            <a:custGeom>
              <a:avLst/>
              <a:gdLst/>
              <a:ahLst/>
              <a:cxnLst/>
              <a:rect l="l" t="t" r="r" b="b"/>
              <a:pathLst>
                <a:path w="3316" h="556" extrusionOk="0">
                  <a:moveTo>
                    <a:pt x="278" y="1"/>
                  </a:moveTo>
                  <a:cubicBezTo>
                    <a:pt x="125" y="1"/>
                    <a:pt x="0" y="125"/>
                    <a:pt x="0" y="278"/>
                  </a:cubicBezTo>
                  <a:cubicBezTo>
                    <a:pt x="0" y="431"/>
                    <a:pt x="125" y="556"/>
                    <a:pt x="278" y="556"/>
                  </a:cubicBezTo>
                  <a:lnTo>
                    <a:pt x="3038" y="556"/>
                  </a:lnTo>
                  <a:cubicBezTo>
                    <a:pt x="3191" y="556"/>
                    <a:pt x="3316" y="431"/>
                    <a:pt x="3316" y="278"/>
                  </a:cubicBezTo>
                  <a:cubicBezTo>
                    <a:pt x="3316" y="125"/>
                    <a:pt x="3191" y="1"/>
                    <a:pt x="3038" y="1"/>
                  </a:cubicBezTo>
                  <a:close/>
                </a:path>
              </a:pathLst>
            </a:custGeom>
            <a:solidFill>
              <a:srgbClr val="ADB7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p23"/>
          <p:cNvSpPr txBox="1">
            <a:spLocks noGrp="1"/>
          </p:cNvSpPr>
          <p:nvPr>
            <p:ph type="title"/>
          </p:nvPr>
        </p:nvSpPr>
        <p:spPr>
          <a:xfrm>
            <a:off x="311700" y="160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3. Скорректированные формулировки. MVP</a:t>
            </a:r>
            <a:endParaRPr/>
          </a:p>
        </p:txBody>
      </p:sp>
      <p:sp>
        <p:nvSpPr>
          <p:cNvPr id="2671" name="Google Shape;2671;p23"/>
          <p:cNvSpPr txBox="1">
            <a:spLocks noGrp="1"/>
          </p:cNvSpPr>
          <p:nvPr>
            <p:ph type="body" idx="1"/>
          </p:nvPr>
        </p:nvSpPr>
        <p:spPr>
          <a:xfrm>
            <a:off x="311700" y="1063363"/>
            <a:ext cx="429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 dirty="0">
                <a:solidFill>
                  <a:srgbClr val="000000"/>
                </a:solidFill>
              </a:rPr>
              <a:t>Что может быть минимальным продуктовым прототипом (MVP) вашего решения?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ru-RU" sz="1400" u="sng" dirty="0">
                <a:solidFill>
                  <a:srgbClr val="000000"/>
                </a:solidFill>
              </a:rPr>
              <a:t>Приложение в дополненной реальности с пошаговой инструкцией и фиксацией времени выполнения этапов операции</a:t>
            </a:r>
            <a:endParaRPr sz="1400" b="1" u="sng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" sz="1100" dirty="0">
                <a:solidFill>
                  <a:srgbClr val="000000"/>
                </a:solidFill>
              </a:rPr>
              <a:t>Если у вас уже есть какое-то устойчивое видение, каким должно быть ваше решение — подумайте, а как его можно было бы сделать еще минимальней? Просто чтобы дать его в руки людям потестировать и что-то про них понять.</a:t>
            </a:r>
            <a:endParaRPr sz="100" dirty="0">
              <a:solidFill>
                <a:srgbClr val="000000"/>
              </a:solidFill>
            </a:endParaRPr>
          </a:p>
        </p:txBody>
      </p:sp>
      <p:pic>
        <p:nvPicPr>
          <p:cNvPr id="2672" name="Google Shape;2672;p23"/>
          <p:cNvPicPr preferRelativeResize="0"/>
          <p:nvPr/>
        </p:nvPicPr>
        <p:blipFill rotWithShape="1">
          <a:blip r:embed="rId3">
            <a:alphaModFix/>
          </a:blip>
          <a:srcRect l="16749" t="9773" r="16172" b="9051"/>
          <a:stretch/>
        </p:blipFill>
        <p:spPr>
          <a:xfrm>
            <a:off x="4687425" y="1360250"/>
            <a:ext cx="4144874" cy="2822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3" name="Google Shape;2673;p23"/>
          <p:cNvGrpSpPr/>
          <p:nvPr/>
        </p:nvGrpSpPr>
        <p:grpSpPr>
          <a:xfrm>
            <a:off x="8447758" y="1"/>
            <a:ext cx="696241" cy="733344"/>
            <a:chOff x="4093603" y="4146138"/>
            <a:chExt cx="395637" cy="420544"/>
          </a:xfrm>
        </p:grpSpPr>
        <p:sp>
          <p:nvSpPr>
            <p:cNvPr id="2674" name="Google Shape;2674;p23"/>
            <p:cNvSpPr/>
            <p:nvPr/>
          </p:nvSpPr>
          <p:spPr>
            <a:xfrm>
              <a:off x="4158286" y="4218414"/>
              <a:ext cx="266088" cy="326567"/>
            </a:xfrm>
            <a:custGeom>
              <a:avLst/>
              <a:gdLst/>
              <a:ahLst/>
              <a:cxnLst/>
              <a:rect l="l" t="t" r="r" b="b"/>
              <a:pathLst>
                <a:path w="10128" h="12430" extrusionOk="0">
                  <a:moveTo>
                    <a:pt x="5064" y="0"/>
                  </a:moveTo>
                  <a:cubicBezTo>
                    <a:pt x="2865" y="0"/>
                    <a:pt x="958" y="1526"/>
                    <a:pt x="479" y="3669"/>
                  </a:cubicBezTo>
                  <a:cubicBezTo>
                    <a:pt x="1" y="5813"/>
                    <a:pt x="1076" y="8005"/>
                    <a:pt x="3059" y="8941"/>
                  </a:cubicBezTo>
                  <a:cubicBezTo>
                    <a:pt x="3448" y="9128"/>
                    <a:pt x="3691" y="9510"/>
                    <a:pt x="3684" y="9933"/>
                  </a:cubicBezTo>
                  <a:lnTo>
                    <a:pt x="3684" y="11875"/>
                  </a:lnTo>
                  <a:lnTo>
                    <a:pt x="3691" y="11875"/>
                  </a:lnTo>
                  <a:cubicBezTo>
                    <a:pt x="3691" y="12180"/>
                    <a:pt x="3933" y="12430"/>
                    <a:pt x="4239" y="12430"/>
                  </a:cubicBezTo>
                  <a:lnTo>
                    <a:pt x="5896" y="12430"/>
                  </a:lnTo>
                  <a:cubicBezTo>
                    <a:pt x="6201" y="12430"/>
                    <a:pt x="6451" y="12180"/>
                    <a:pt x="6451" y="11875"/>
                  </a:cubicBezTo>
                  <a:lnTo>
                    <a:pt x="6451" y="9933"/>
                  </a:lnTo>
                  <a:cubicBezTo>
                    <a:pt x="6444" y="9510"/>
                    <a:pt x="6687" y="9128"/>
                    <a:pt x="7068" y="8941"/>
                  </a:cubicBezTo>
                  <a:cubicBezTo>
                    <a:pt x="9052" y="8005"/>
                    <a:pt x="10127" y="5813"/>
                    <a:pt x="9649" y="3669"/>
                  </a:cubicBezTo>
                  <a:cubicBezTo>
                    <a:pt x="9170" y="1526"/>
                    <a:pt x="7263" y="0"/>
                    <a:pt x="5064" y="0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p23"/>
            <p:cNvSpPr/>
            <p:nvPr/>
          </p:nvSpPr>
          <p:spPr>
            <a:xfrm>
              <a:off x="4189813" y="4240089"/>
              <a:ext cx="203218" cy="203218"/>
            </a:xfrm>
            <a:custGeom>
              <a:avLst/>
              <a:gdLst/>
              <a:ahLst/>
              <a:cxnLst/>
              <a:rect l="l" t="t" r="r" b="b"/>
              <a:pathLst>
                <a:path w="7735" h="7735" extrusionOk="0">
                  <a:moveTo>
                    <a:pt x="3871" y="1"/>
                  </a:moveTo>
                  <a:cubicBezTo>
                    <a:pt x="1735" y="1"/>
                    <a:pt x="0" y="1735"/>
                    <a:pt x="0" y="3871"/>
                  </a:cubicBezTo>
                  <a:cubicBezTo>
                    <a:pt x="0" y="6007"/>
                    <a:pt x="1735" y="7734"/>
                    <a:pt x="3871" y="7734"/>
                  </a:cubicBezTo>
                  <a:cubicBezTo>
                    <a:pt x="6007" y="7734"/>
                    <a:pt x="7734" y="6007"/>
                    <a:pt x="7734" y="3871"/>
                  </a:cubicBezTo>
                  <a:cubicBezTo>
                    <a:pt x="7734" y="1735"/>
                    <a:pt x="6007" y="1"/>
                    <a:pt x="3871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p23"/>
            <p:cNvSpPr/>
            <p:nvPr/>
          </p:nvSpPr>
          <p:spPr>
            <a:xfrm>
              <a:off x="4211671" y="4261947"/>
              <a:ext cx="159658" cy="159684"/>
            </a:xfrm>
            <a:custGeom>
              <a:avLst/>
              <a:gdLst/>
              <a:ahLst/>
              <a:cxnLst/>
              <a:rect l="l" t="t" r="r" b="b"/>
              <a:pathLst>
                <a:path w="6077" h="6078" extrusionOk="0">
                  <a:moveTo>
                    <a:pt x="3039" y="1"/>
                  </a:moveTo>
                  <a:cubicBezTo>
                    <a:pt x="1360" y="1"/>
                    <a:pt x="1" y="1360"/>
                    <a:pt x="1" y="3039"/>
                  </a:cubicBezTo>
                  <a:cubicBezTo>
                    <a:pt x="1" y="4718"/>
                    <a:pt x="1360" y="6077"/>
                    <a:pt x="3039" y="6077"/>
                  </a:cubicBezTo>
                  <a:cubicBezTo>
                    <a:pt x="4717" y="6077"/>
                    <a:pt x="6077" y="4718"/>
                    <a:pt x="6077" y="3039"/>
                  </a:cubicBezTo>
                  <a:cubicBezTo>
                    <a:pt x="6077" y="1360"/>
                    <a:pt x="4717" y="1"/>
                    <a:pt x="30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23"/>
            <p:cNvSpPr/>
            <p:nvPr/>
          </p:nvSpPr>
          <p:spPr>
            <a:xfrm>
              <a:off x="4269629" y="4537677"/>
              <a:ext cx="43586" cy="29005"/>
            </a:xfrm>
            <a:custGeom>
              <a:avLst/>
              <a:gdLst/>
              <a:ahLst/>
              <a:cxnLst/>
              <a:rect l="l" t="t" r="r" b="b"/>
              <a:pathLst>
                <a:path w="1659" h="1104" extrusionOk="0">
                  <a:moveTo>
                    <a:pt x="1" y="0"/>
                  </a:moveTo>
                  <a:lnTo>
                    <a:pt x="1" y="548"/>
                  </a:lnTo>
                  <a:cubicBezTo>
                    <a:pt x="1" y="854"/>
                    <a:pt x="250" y="1103"/>
                    <a:pt x="555" y="1103"/>
                  </a:cubicBezTo>
                  <a:lnTo>
                    <a:pt x="1103" y="1103"/>
                  </a:lnTo>
                  <a:cubicBezTo>
                    <a:pt x="1409" y="1103"/>
                    <a:pt x="1658" y="854"/>
                    <a:pt x="1658" y="548"/>
                  </a:cubicBezTo>
                  <a:lnTo>
                    <a:pt x="1658" y="0"/>
                  </a:ln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23"/>
            <p:cNvSpPr/>
            <p:nvPr/>
          </p:nvSpPr>
          <p:spPr>
            <a:xfrm>
              <a:off x="4434725" y="4334486"/>
              <a:ext cx="54515" cy="14608"/>
            </a:xfrm>
            <a:custGeom>
              <a:avLst/>
              <a:gdLst/>
              <a:ahLst/>
              <a:cxnLst/>
              <a:rect l="l" t="t" r="r" b="b"/>
              <a:pathLst>
                <a:path w="2075" h="556" extrusionOk="0">
                  <a:moveTo>
                    <a:pt x="348" y="1"/>
                  </a:moveTo>
                  <a:cubicBezTo>
                    <a:pt x="1" y="21"/>
                    <a:pt x="1" y="535"/>
                    <a:pt x="348" y="555"/>
                  </a:cubicBezTo>
                  <a:lnTo>
                    <a:pt x="1728" y="555"/>
                  </a:lnTo>
                  <a:cubicBezTo>
                    <a:pt x="2075" y="535"/>
                    <a:pt x="2075" y="21"/>
                    <a:pt x="1728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23"/>
            <p:cNvSpPr/>
            <p:nvPr/>
          </p:nvSpPr>
          <p:spPr>
            <a:xfrm>
              <a:off x="4093603" y="4334460"/>
              <a:ext cx="62896" cy="14634"/>
            </a:xfrm>
            <a:custGeom>
              <a:avLst/>
              <a:gdLst/>
              <a:ahLst/>
              <a:cxnLst/>
              <a:rect l="l" t="t" r="r" b="b"/>
              <a:pathLst>
                <a:path w="2394" h="557" extrusionOk="0">
                  <a:moveTo>
                    <a:pt x="2025" y="1"/>
                  </a:moveTo>
                  <a:cubicBezTo>
                    <a:pt x="2018" y="1"/>
                    <a:pt x="2011" y="1"/>
                    <a:pt x="2005" y="2"/>
                  </a:cubicBezTo>
                  <a:lnTo>
                    <a:pt x="354" y="2"/>
                  </a:lnTo>
                  <a:cubicBezTo>
                    <a:pt x="0" y="22"/>
                    <a:pt x="0" y="536"/>
                    <a:pt x="354" y="556"/>
                  </a:cubicBezTo>
                  <a:lnTo>
                    <a:pt x="2005" y="556"/>
                  </a:lnTo>
                  <a:cubicBezTo>
                    <a:pt x="2011" y="557"/>
                    <a:pt x="2018" y="557"/>
                    <a:pt x="2025" y="557"/>
                  </a:cubicBezTo>
                  <a:cubicBezTo>
                    <a:pt x="2393" y="557"/>
                    <a:pt x="2393" y="1"/>
                    <a:pt x="2025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0" name="Google Shape;2680;p23"/>
            <p:cNvSpPr/>
            <p:nvPr/>
          </p:nvSpPr>
          <p:spPr>
            <a:xfrm>
              <a:off x="4284210" y="4146138"/>
              <a:ext cx="14424" cy="50417"/>
            </a:xfrm>
            <a:custGeom>
              <a:avLst/>
              <a:gdLst/>
              <a:ahLst/>
              <a:cxnLst/>
              <a:rect l="l" t="t" r="r" b="b"/>
              <a:pathLst>
                <a:path w="549" h="1919" extrusionOk="0">
                  <a:moveTo>
                    <a:pt x="277" y="1"/>
                  </a:moveTo>
                  <a:cubicBezTo>
                    <a:pt x="144" y="1"/>
                    <a:pt x="11" y="88"/>
                    <a:pt x="0" y="261"/>
                  </a:cubicBezTo>
                  <a:lnTo>
                    <a:pt x="0" y="1641"/>
                  </a:lnTo>
                  <a:cubicBezTo>
                    <a:pt x="0" y="1794"/>
                    <a:pt x="125" y="1919"/>
                    <a:pt x="278" y="1919"/>
                  </a:cubicBezTo>
                  <a:cubicBezTo>
                    <a:pt x="430" y="1919"/>
                    <a:pt x="548" y="1794"/>
                    <a:pt x="548" y="1641"/>
                  </a:cubicBezTo>
                  <a:lnTo>
                    <a:pt x="548" y="261"/>
                  </a:lnTo>
                  <a:cubicBezTo>
                    <a:pt x="541" y="88"/>
                    <a:pt x="410" y="1"/>
                    <a:pt x="277" y="1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23"/>
            <p:cNvSpPr/>
            <p:nvPr/>
          </p:nvSpPr>
          <p:spPr>
            <a:xfrm>
              <a:off x="4358561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745" y="0"/>
                  </a:moveTo>
                  <a:cubicBezTo>
                    <a:pt x="662" y="0"/>
                    <a:pt x="578" y="39"/>
                    <a:pt x="521" y="131"/>
                  </a:cubicBezTo>
                  <a:lnTo>
                    <a:pt x="104" y="852"/>
                  </a:lnTo>
                  <a:cubicBezTo>
                    <a:pt x="0" y="1033"/>
                    <a:pt x="132" y="1262"/>
                    <a:pt x="347" y="1262"/>
                  </a:cubicBezTo>
                  <a:cubicBezTo>
                    <a:pt x="444" y="1262"/>
                    <a:pt x="534" y="1213"/>
                    <a:pt x="583" y="1130"/>
                  </a:cubicBezTo>
                  <a:lnTo>
                    <a:pt x="999" y="409"/>
                  </a:lnTo>
                  <a:cubicBezTo>
                    <a:pt x="1114" y="193"/>
                    <a:pt x="931" y="0"/>
                    <a:pt x="745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23"/>
            <p:cNvSpPr/>
            <p:nvPr/>
          </p:nvSpPr>
          <p:spPr>
            <a:xfrm>
              <a:off x="4195277" y="4466505"/>
              <a:ext cx="29268" cy="33287"/>
            </a:xfrm>
            <a:custGeom>
              <a:avLst/>
              <a:gdLst/>
              <a:ahLst/>
              <a:cxnLst/>
              <a:rect l="l" t="t" r="r" b="b"/>
              <a:pathLst>
                <a:path w="1114" h="1267" extrusionOk="0">
                  <a:moveTo>
                    <a:pt x="748" y="1"/>
                  </a:moveTo>
                  <a:cubicBezTo>
                    <a:pt x="664" y="1"/>
                    <a:pt x="579" y="41"/>
                    <a:pt x="521" y="136"/>
                  </a:cubicBezTo>
                  <a:lnTo>
                    <a:pt x="105" y="850"/>
                  </a:lnTo>
                  <a:cubicBezTo>
                    <a:pt x="1" y="1038"/>
                    <a:pt x="132" y="1267"/>
                    <a:pt x="347" y="1267"/>
                  </a:cubicBezTo>
                  <a:cubicBezTo>
                    <a:pt x="444" y="1267"/>
                    <a:pt x="535" y="1211"/>
                    <a:pt x="583" y="1128"/>
                  </a:cubicBezTo>
                  <a:lnTo>
                    <a:pt x="999" y="413"/>
                  </a:lnTo>
                  <a:cubicBezTo>
                    <a:pt x="1114" y="194"/>
                    <a:pt x="933" y="1"/>
                    <a:pt x="74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23"/>
            <p:cNvSpPr/>
            <p:nvPr/>
          </p:nvSpPr>
          <p:spPr>
            <a:xfrm>
              <a:off x="4195172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366" y="0"/>
                  </a:moveTo>
                  <a:cubicBezTo>
                    <a:pt x="180" y="0"/>
                    <a:pt x="1" y="193"/>
                    <a:pt x="116" y="409"/>
                  </a:cubicBezTo>
                  <a:lnTo>
                    <a:pt x="525" y="1130"/>
                  </a:lnTo>
                  <a:cubicBezTo>
                    <a:pt x="573" y="1213"/>
                    <a:pt x="670" y="1262"/>
                    <a:pt x="768" y="1262"/>
                  </a:cubicBezTo>
                  <a:cubicBezTo>
                    <a:pt x="976" y="1262"/>
                    <a:pt x="1114" y="1033"/>
                    <a:pt x="1003" y="852"/>
                  </a:cubicBezTo>
                  <a:lnTo>
                    <a:pt x="594" y="131"/>
                  </a:lnTo>
                  <a:cubicBezTo>
                    <a:pt x="534" y="39"/>
                    <a:pt x="450" y="0"/>
                    <a:pt x="366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4" name="Google Shape;2684;p23"/>
            <p:cNvSpPr/>
            <p:nvPr/>
          </p:nvSpPr>
          <p:spPr>
            <a:xfrm>
              <a:off x="4358272" y="4466505"/>
              <a:ext cx="29294" cy="33287"/>
            </a:xfrm>
            <a:custGeom>
              <a:avLst/>
              <a:gdLst/>
              <a:ahLst/>
              <a:cxnLst/>
              <a:rect l="l" t="t" r="r" b="b"/>
              <a:pathLst>
                <a:path w="1115" h="1267" extrusionOk="0">
                  <a:moveTo>
                    <a:pt x="367" y="1"/>
                  </a:moveTo>
                  <a:cubicBezTo>
                    <a:pt x="182" y="1"/>
                    <a:pt x="1" y="194"/>
                    <a:pt x="115" y="413"/>
                  </a:cubicBezTo>
                  <a:lnTo>
                    <a:pt x="532" y="1128"/>
                  </a:lnTo>
                  <a:cubicBezTo>
                    <a:pt x="580" y="1211"/>
                    <a:pt x="670" y="1267"/>
                    <a:pt x="774" y="1267"/>
                  </a:cubicBezTo>
                  <a:cubicBezTo>
                    <a:pt x="982" y="1267"/>
                    <a:pt x="1114" y="1038"/>
                    <a:pt x="1010" y="850"/>
                  </a:cubicBezTo>
                  <a:lnTo>
                    <a:pt x="594" y="136"/>
                  </a:lnTo>
                  <a:cubicBezTo>
                    <a:pt x="536" y="41"/>
                    <a:pt x="451" y="1"/>
                    <a:pt x="36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23"/>
            <p:cNvSpPr/>
            <p:nvPr/>
          </p:nvSpPr>
          <p:spPr>
            <a:xfrm>
              <a:off x="4412315" y="4410335"/>
              <a:ext cx="39934" cy="25668"/>
            </a:xfrm>
            <a:custGeom>
              <a:avLst/>
              <a:gdLst/>
              <a:ahLst/>
              <a:cxnLst/>
              <a:rect l="l" t="t" r="r" b="b"/>
              <a:pathLst>
                <a:path w="1520" h="977" extrusionOk="0">
                  <a:moveTo>
                    <a:pt x="408" y="1"/>
                  </a:moveTo>
                  <a:cubicBezTo>
                    <a:pt x="158" y="1"/>
                    <a:pt x="0" y="375"/>
                    <a:pt x="285" y="526"/>
                  </a:cubicBezTo>
                  <a:lnTo>
                    <a:pt x="999" y="942"/>
                  </a:lnTo>
                  <a:cubicBezTo>
                    <a:pt x="1041" y="963"/>
                    <a:pt x="1090" y="977"/>
                    <a:pt x="1138" y="977"/>
                  </a:cubicBezTo>
                  <a:cubicBezTo>
                    <a:pt x="1422" y="977"/>
                    <a:pt x="1520" y="602"/>
                    <a:pt x="1277" y="464"/>
                  </a:cubicBezTo>
                  <a:lnTo>
                    <a:pt x="562" y="48"/>
                  </a:lnTo>
                  <a:cubicBezTo>
                    <a:pt x="509" y="15"/>
                    <a:pt x="457" y="1"/>
                    <a:pt x="408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6" name="Google Shape;2686;p23"/>
            <p:cNvSpPr/>
            <p:nvPr/>
          </p:nvSpPr>
          <p:spPr>
            <a:xfrm>
              <a:off x="4130306" y="4247340"/>
              <a:ext cx="39304" cy="25589"/>
            </a:xfrm>
            <a:custGeom>
              <a:avLst/>
              <a:gdLst/>
              <a:ahLst/>
              <a:cxnLst/>
              <a:rect l="l" t="t" r="r" b="b"/>
              <a:pathLst>
                <a:path w="1496" h="974" extrusionOk="0">
                  <a:moveTo>
                    <a:pt x="397" y="1"/>
                  </a:moveTo>
                  <a:cubicBezTo>
                    <a:pt x="153" y="1"/>
                    <a:pt x="0" y="356"/>
                    <a:pt x="254" y="515"/>
                  </a:cubicBezTo>
                  <a:lnTo>
                    <a:pt x="975" y="931"/>
                  </a:lnTo>
                  <a:cubicBezTo>
                    <a:pt x="1017" y="959"/>
                    <a:pt x="1066" y="966"/>
                    <a:pt x="1114" y="973"/>
                  </a:cubicBezTo>
                  <a:lnTo>
                    <a:pt x="1114" y="966"/>
                  </a:lnTo>
                  <a:cubicBezTo>
                    <a:pt x="1398" y="966"/>
                    <a:pt x="1496" y="592"/>
                    <a:pt x="1253" y="453"/>
                  </a:cubicBezTo>
                  <a:lnTo>
                    <a:pt x="531" y="37"/>
                  </a:lnTo>
                  <a:cubicBezTo>
                    <a:pt x="485" y="12"/>
                    <a:pt x="439" y="1"/>
                    <a:pt x="39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7" name="Google Shape;2687;p23"/>
            <p:cNvSpPr/>
            <p:nvPr/>
          </p:nvSpPr>
          <p:spPr>
            <a:xfrm>
              <a:off x="4413418" y="4247182"/>
              <a:ext cx="39908" cy="25747"/>
            </a:xfrm>
            <a:custGeom>
              <a:avLst/>
              <a:gdLst/>
              <a:ahLst/>
              <a:cxnLst/>
              <a:rect l="l" t="t" r="r" b="b"/>
              <a:pathLst>
                <a:path w="1519" h="980" extrusionOk="0">
                  <a:moveTo>
                    <a:pt x="1114" y="0"/>
                  </a:moveTo>
                  <a:cubicBezTo>
                    <a:pt x="1064" y="0"/>
                    <a:pt x="1011" y="15"/>
                    <a:pt x="957" y="50"/>
                  </a:cubicBezTo>
                  <a:lnTo>
                    <a:pt x="243" y="459"/>
                  </a:lnTo>
                  <a:cubicBezTo>
                    <a:pt x="0" y="605"/>
                    <a:pt x="97" y="972"/>
                    <a:pt x="382" y="979"/>
                  </a:cubicBezTo>
                  <a:cubicBezTo>
                    <a:pt x="430" y="979"/>
                    <a:pt x="479" y="965"/>
                    <a:pt x="520" y="937"/>
                  </a:cubicBezTo>
                  <a:lnTo>
                    <a:pt x="1235" y="528"/>
                  </a:lnTo>
                  <a:cubicBezTo>
                    <a:pt x="1518" y="378"/>
                    <a:pt x="1363" y="0"/>
                    <a:pt x="1114" y="0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p23"/>
            <p:cNvSpPr/>
            <p:nvPr/>
          </p:nvSpPr>
          <p:spPr>
            <a:xfrm>
              <a:off x="4130595" y="4410624"/>
              <a:ext cx="39304" cy="25379"/>
            </a:xfrm>
            <a:custGeom>
              <a:avLst/>
              <a:gdLst/>
              <a:ahLst/>
              <a:cxnLst/>
              <a:rect l="l" t="t" r="r" b="b"/>
              <a:pathLst>
                <a:path w="1496" h="966" extrusionOk="0">
                  <a:moveTo>
                    <a:pt x="1099" y="1"/>
                  </a:moveTo>
                  <a:cubicBezTo>
                    <a:pt x="1056" y="1"/>
                    <a:pt x="1011" y="12"/>
                    <a:pt x="964" y="37"/>
                  </a:cubicBezTo>
                  <a:lnTo>
                    <a:pt x="243" y="453"/>
                  </a:lnTo>
                  <a:cubicBezTo>
                    <a:pt x="0" y="598"/>
                    <a:pt x="104" y="966"/>
                    <a:pt x="382" y="966"/>
                  </a:cubicBezTo>
                  <a:cubicBezTo>
                    <a:pt x="430" y="966"/>
                    <a:pt x="479" y="952"/>
                    <a:pt x="520" y="931"/>
                  </a:cubicBezTo>
                  <a:lnTo>
                    <a:pt x="1242" y="515"/>
                  </a:lnTo>
                  <a:cubicBezTo>
                    <a:pt x="1496" y="356"/>
                    <a:pt x="1343" y="1"/>
                    <a:pt x="1099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23"/>
            <p:cNvSpPr/>
            <p:nvPr/>
          </p:nvSpPr>
          <p:spPr>
            <a:xfrm>
              <a:off x="4255231" y="4494118"/>
              <a:ext cx="72565" cy="50864"/>
            </a:xfrm>
            <a:custGeom>
              <a:avLst/>
              <a:gdLst/>
              <a:ahLst/>
              <a:cxnLst/>
              <a:rect l="l" t="t" r="r" b="b"/>
              <a:pathLst>
                <a:path w="2762" h="1936" extrusionOk="0">
                  <a:moveTo>
                    <a:pt x="1" y="1"/>
                  </a:moveTo>
                  <a:lnTo>
                    <a:pt x="1" y="1381"/>
                  </a:lnTo>
                  <a:cubicBezTo>
                    <a:pt x="1" y="1686"/>
                    <a:pt x="243" y="1936"/>
                    <a:pt x="549" y="1936"/>
                  </a:cubicBezTo>
                  <a:lnTo>
                    <a:pt x="2206" y="1936"/>
                  </a:lnTo>
                  <a:cubicBezTo>
                    <a:pt x="2511" y="1936"/>
                    <a:pt x="2761" y="1686"/>
                    <a:pt x="2761" y="1381"/>
                  </a:cubicBezTo>
                  <a:lnTo>
                    <a:pt x="2761" y="1"/>
                  </a:lnTo>
                  <a:close/>
                </a:path>
              </a:pathLst>
            </a:custGeom>
            <a:solidFill>
              <a:srgbClr val="C7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0" name="Google Shape;2690;p23"/>
            <p:cNvSpPr/>
            <p:nvPr/>
          </p:nvSpPr>
          <p:spPr>
            <a:xfrm>
              <a:off x="4247954" y="4494118"/>
              <a:ext cx="87120" cy="14608"/>
            </a:xfrm>
            <a:custGeom>
              <a:avLst/>
              <a:gdLst/>
              <a:ahLst/>
              <a:cxnLst/>
              <a:rect l="l" t="t" r="r" b="b"/>
              <a:pathLst>
                <a:path w="3316" h="556" extrusionOk="0">
                  <a:moveTo>
                    <a:pt x="278" y="1"/>
                  </a:moveTo>
                  <a:cubicBezTo>
                    <a:pt x="125" y="1"/>
                    <a:pt x="0" y="125"/>
                    <a:pt x="0" y="278"/>
                  </a:cubicBezTo>
                  <a:cubicBezTo>
                    <a:pt x="0" y="431"/>
                    <a:pt x="125" y="556"/>
                    <a:pt x="278" y="556"/>
                  </a:cubicBezTo>
                  <a:lnTo>
                    <a:pt x="3038" y="556"/>
                  </a:lnTo>
                  <a:cubicBezTo>
                    <a:pt x="3191" y="556"/>
                    <a:pt x="3316" y="431"/>
                    <a:pt x="3316" y="278"/>
                  </a:cubicBezTo>
                  <a:cubicBezTo>
                    <a:pt x="3316" y="125"/>
                    <a:pt x="3191" y="1"/>
                    <a:pt x="3038" y="1"/>
                  </a:cubicBezTo>
                  <a:close/>
                </a:path>
              </a:pathLst>
            </a:custGeom>
            <a:solidFill>
              <a:srgbClr val="ADB7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24"/>
          <p:cNvSpPr txBox="1">
            <a:spLocks noGrp="1"/>
          </p:cNvSpPr>
          <p:nvPr>
            <p:ph type="title"/>
          </p:nvPr>
        </p:nvSpPr>
        <p:spPr>
          <a:xfrm>
            <a:off x="311700" y="155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4. Стейкхолдеры </a:t>
            </a:r>
            <a:endParaRPr/>
          </a:p>
        </p:txBody>
      </p:sp>
      <p:sp>
        <p:nvSpPr>
          <p:cNvPr id="2696" name="Google Shape;2696;p24"/>
          <p:cNvSpPr txBox="1">
            <a:spLocks noGrp="1"/>
          </p:cNvSpPr>
          <p:nvPr>
            <p:ph type="body" idx="1"/>
          </p:nvPr>
        </p:nvSpPr>
        <p:spPr>
          <a:xfrm>
            <a:off x="311700" y="583925"/>
            <a:ext cx="8832300" cy="44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Стейкхолдер</a:t>
            </a:r>
            <a:r>
              <a:rPr lang="en" sz="1100">
                <a:solidFill>
                  <a:schemeClr val="dk1"/>
                </a:solidFill>
              </a:rPr>
              <a:t> — это вовлеченное действующее лицо, играющее значимую роль в проекте: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Либо проблемная ситуация / решение на него влияет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Либо он влияет на проблемную ситуацию / решение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chemeClr val="dk1"/>
                </a:solidFill>
              </a:rPr>
              <a:t>Примеры проектных ролей стейкхолдеров решения</a:t>
            </a:r>
            <a:r>
              <a:rPr lang="en" sz="1100" b="1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chemeClr val="dk1"/>
                </a:solidFill>
              </a:rPr>
              <a:t>заказчик, пользователь, исполнитель, держатель ресурсов, регулятор.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chemeClr val="dk1"/>
                </a:solidFill>
              </a:rPr>
              <a:t>Роли относительно проблемной ситуации как правило называются специфически, по роду их деятельности: пассажир, водитель, игрок, строитель, рыбак, фермер, покупатель, продавец и т.п.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Важно понимать различие: есть проектная роль и есть конкретный человек — исполнитель проектной роли.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Сам по себе человек — не проектная роль. «Стейкхолдер Иван Михайлович» — нельзя так записывать, потому что так непонятно, в чем суть бытия Иван-Михалычем для нашего проекта. Он ведь для проекта не Иван Михайлович, а </a:t>
            </a:r>
            <a:r>
              <a:rPr lang="en" sz="1100" i="1">
                <a:solidFill>
                  <a:schemeClr val="dk1"/>
                </a:solidFill>
              </a:rPr>
              <a:t>заказчик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chemeClr val="dk1"/>
                </a:solidFill>
              </a:rPr>
              <a:t>Конкретный человек Иван Михайлович становится стейкхолдером проекта только когда исполняет свою проектную роль.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chemeClr val="dk1"/>
                </a:solidFill>
              </a:rPr>
              <a:t>Почему важно делать анализ других стейкхолдеров, когда мы уже сфокусировались на помощи какому-то конкретному пользователю: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Другие стейкхолдеры могут начать противодействовать нашему решению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Наше решение должно минимально ущемлять других стейкхолдеров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Идеально — если оно по-своему помогает всем сторонам одновременно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 b="1">
                <a:solidFill>
                  <a:schemeClr val="dk1"/>
                </a:solidFill>
              </a:rPr>
              <a:t>Давайте на следующем слайде начнем подробно описывать структуру проектных ролей вокруг вашего проекта и их стейкхолдеров-исполнителей.</a:t>
            </a:r>
            <a:endParaRPr sz="1100" b="1">
              <a:solidFill>
                <a:schemeClr val="dk1"/>
              </a:solidFill>
            </a:endParaRPr>
          </a:p>
        </p:txBody>
      </p:sp>
      <p:grpSp>
        <p:nvGrpSpPr>
          <p:cNvPr id="2697" name="Google Shape;2697;p24"/>
          <p:cNvGrpSpPr/>
          <p:nvPr/>
        </p:nvGrpSpPr>
        <p:grpSpPr>
          <a:xfrm>
            <a:off x="8490011" y="7"/>
            <a:ext cx="654125" cy="630028"/>
            <a:chOff x="2778137" y="1329174"/>
            <a:chExt cx="382529" cy="382530"/>
          </a:xfrm>
        </p:grpSpPr>
        <p:sp>
          <p:nvSpPr>
            <p:cNvPr id="2698" name="Google Shape;2698;p24"/>
            <p:cNvSpPr/>
            <p:nvPr/>
          </p:nvSpPr>
          <p:spPr>
            <a:xfrm>
              <a:off x="2968390" y="1342252"/>
              <a:ext cx="96768" cy="94510"/>
            </a:xfrm>
            <a:custGeom>
              <a:avLst/>
              <a:gdLst/>
              <a:ahLst/>
              <a:cxnLst/>
              <a:rect l="l" t="t" r="r" b="b"/>
              <a:pathLst>
                <a:path w="3685" h="3599" extrusionOk="0">
                  <a:moveTo>
                    <a:pt x="0" y="0"/>
                  </a:moveTo>
                  <a:lnTo>
                    <a:pt x="0" y="3599"/>
                  </a:lnTo>
                  <a:lnTo>
                    <a:pt x="2929" y="3599"/>
                  </a:lnTo>
                  <a:lnTo>
                    <a:pt x="2709" y="3149"/>
                  </a:lnTo>
                  <a:cubicBezTo>
                    <a:pt x="2651" y="3044"/>
                    <a:pt x="2594" y="2939"/>
                    <a:pt x="2517" y="2843"/>
                  </a:cubicBezTo>
                  <a:cubicBezTo>
                    <a:pt x="2087" y="2240"/>
                    <a:pt x="2297" y="1991"/>
                    <a:pt x="2335" y="1953"/>
                  </a:cubicBezTo>
                  <a:cubicBezTo>
                    <a:pt x="2410" y="1886"/>
                    <a:pt x="2508" y="1848"/>
                    <a:pt x="2611" y="1848"/>
                  </a:cubicBezTo>
                  <a:cubicBezTo>
                    <a:pt x="2640" y="1848"/>
                    <a:pt x="2669" y="1851"/>
                    <a:pt x="2699" y="1857"/>
                  </a:cubicBezTo>
                  <a:cubicBezTo>
                    <a:pt x="2852" y="1895"/>
                    <a:pt x="2986" y="1982"/>
                    <a:pt x="3091" y="2106"/>
                  </a:cubicBezTo>
                  <a:lnTo>
                    <a:pt x="3627" y="2651"/>
                  </a:lnTo>
                  <a:lnTo>
                    <a:pt x="3627" y="412"/>
                  </a:lnTo>
                  <a:cubicBezTo>
                    <a:pt x="3627" y="393"/>
                    <a:pt x="3627" y="374"/>
                    <a:pt x="3627" y="355"/>
                  </a:cubicBezTo>
                  <a:lnTo>
                    <a:pt x="3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9" name="Google Shape;2699;p24"/>
            <p:cNvSpPr/>
            <p:nvPr/>
          </p:nvSpPr>
          <p:spPr>
            <a:xfrm>
              <a:off x="2968390" y="1413127"/>
              <a:ext cx="76916" cy="23634"/>
            </a:xfrm>
            <a:custGeom>
              <a:avLst/>
              <a:gdLst/>
              <a:ahLst/>
              <a:cxnLst/>
              <a:rect l="l" t="t" r="r" b="b"/>
              <a:pathLst>
                <a:path w="2929" h="900" extrusionOk="0">
                  <a:moveTo>
                    <a:pt x="0" y="0"/>
                  </a:moveTo>
                  <a:lnTo>
                    <a:pt x="0" y="900"/>
                  </a:lnTo>
                  <a:lnTo>
                    <a:pt x="2929" y="900"/>
                  </a:lnTo>
                  <a:lnTo>
                    <a:pt x="2709" y="450"/>
                  </a:lnTo>
                  <a:cubicBezTo>
                    <a:pt x="2661" y="335"/>
                    <a:pt x="2594" y="230"/>
                    <a:pt x="2527" y="134"/>
                  </a:cubicBezTo>
                  <a:cubicBezTo>
                    <a:pt x="2489" y="86"/>
                    <a:pt x="2460" y="39"/>
                    <a:pt x="2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24"/>
            <p:cNvSpPr/>
            <p:nvPr/>
          </p:nvSpPr>
          <p:spPr>
            <a:xfrm>
              <a:off x="2873880" y="1605640"/>
              <a:ext cx="96794" cy="94247"/>
            </a:xfrm>
            <a:custGeom>
              <a:avLst/>
              <a:gdLst/>
              <a:ahLst/>
              <a:cxnLst/>
              <a:rect l="l" t="t" r="r" b="b"/>
              <a:pathLst>
                <a:path w="3686" h="3589" extrusionOk="0">
                  <a:moveTo>
                    <a:pt x="766" y="0"/>
                  </a:moveTo>
                  <a:lnTo>
                    <a:pt x="977" y="440"/>
                  </a:lnTo>
                  <a:cubicBezTo>
                    <a:pt x="1034" y="555"/>
                    <a:pt x="1092" y="651"/>
                    <a:pt x="1168" y="756"/>
                  </a:cubicBezTo>
                  <a:cubicBezTo>
                    <a:pt x="1599" y="1349"/>
                    <a:pt x="1389" y="1608"/>
                    <a:pt x="1350" y="1637"/>
                  </a:cubicBezTo>
                  <a:cubicBezTo>
                    <a:pt x="1276" y="1704"/>
                    <a:pt x="1178" y="1742"/>
                    <a:pt x="1075" y="1742"/>
                  </a:cubicBezTo>
                  <a:cubicBezTo>
                    <a:pt x="1046" y="1742"/>
                    <a:pt x="1016" y="1739"/>
                    <a:pt x="987" y="1732"/>
                  </a:cubicBezTo>
                  <a:cubicBezTo>
                    <a:pt x="843" y="1684"/>
                    <a:pt x="699" y="1598"/>
                    <a:pt x="594" y="1483"/>
                  </a:cubicBezTo>
                  <a:lnTo>
                    <a:pt x="58" y="938"/>
                  </a:lnTo>
                  <a:lnTo>
                    <a:pt x="58" y="3177"/>
                  </a:lnTo>
                  <a:cubicBezTo>
                    <a:pt x="58" y="3197"/>
                    <a:pt x="58" y="3216"/>
                    <a:pt x="58" y="3225"/>
                  </a:cubicBezTo>
                  <a:lnTo>
                    <a:pt x="1" y="3589"/>
                  </a:lnTo>
                  <a:lnTo>
                    <a:pt x="3685" y="3589"/>
                  </a:lnTo>
                  <a:lnTo>
                    <a:pt x="3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1" name="Google Shape;2701;p24"/>
            <p:cNvSpPr/>
            <p:nvPr/>
          </p:nvSpPr>
          <p:spPr>
            <a:xfrm>
              <a:off x="2893996" y="1605640"/>
              <a:ext cx="76679" cy="23398"/>
            </a:xfrm>
            <a:custGeom>
              <a:avLst/>
              <a:gdLst/>
              <a:ahLst/>
              <a:cxnLst/>
              <a:rect l="l" t="t" r="r" b="b"/>
              <a:pathLst>
                <a:path w="2920" h="891" extrusionOk="0">
                  <a:moveTo>
                    <a:pt x="0" y="0"/>
                  </a:moveTo>
                  <a:lnTo>
                    <a:pt x="211" y="440"/>
                  </a:lnTo>
                  <a:cubicBezTo>
                    <a:pt x="268" y="555"/>
                    <a:pt x="326" y="651"/>
                    <a:pt x="402" y="756"/>
                  </a:cubicBezTo>
                  <a:cubicBezTo>
                    <a:pt x="441" y="804"/>
                    <a:pt x="469" y="852"/>
                    <a:pt x="498" y="890"/>
                  </a:cubicBezTo>
                  <a:lnTo>
                    <a:pt x="2919" y="890"/>
                  </a:lnTo>
                  <a:lnTo>
                    <a:pt x="29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p24"/>
            <p:cNvSpPr/>
            <p:nvPr/>
          </p:nvSpPr>
          <p:spPr>
            <a:xfrm>
              <a:off x="2784912" y="1546056"/>
              <a:ext cx="132744" cy="165648"/>
            </a:xfrm>
            <a:custGeom>
              <a:avLst/>
              <a:gdLst/>
              <a:ahLst/>
              <a:cxnLst/>
              <a:rect l="l" t="t" r="r" b="b"/>
              <a:pathLst>
                <a:path w="5055" h="6308" extrusionOk="0">
                  <a:moveTo>
                    <a:pt x="585" y="1"/>
                  </a:moveTo>
                  <a:lnTo>
                    <a:pt x="585" y="1121"/>
                  </a:lnTo>
                  <a:cubicBezTo>
                    <a:pt x="1" y="1551"/>
                    <a:pt x="20" y="3159"/>
                    <a:pt x="30" y="3226"/>
                  </a:cubicBezTo>
                  <a:lnTo>
                    <a:pt x="30" y="4422"/>
                  </a:lnTo>
                  <a:cubicBezTo>
                    <a:pt x="30" y="4700"/>
                    <a:pt x="250" y="4920"/>
                    <a:pt x="527" y="4920"/>
                  </a:cubicBezTo>
                  <a:lnTo>
                    <a:pt x="546" y="4920"/>
                  </a:lnTo>
                  <a:cubicBezTo>
                    <a:pt x="661" y="4920"/>
                    <a:pt x="776" y="4882"/>
                    <a:pt x="872" y="4805"/>
                  </a:cubicBezTo>
                  <a:lnTo>
                    <a:pt x="872" y="5399"/>
                  </a:lnTo>
                  <a:cubicBezTo>
                    <a:pt x="872" y="5676"/>
                    <a:pt x="1092" y="5906"/>
                    <a:pt x="1369" y="5906"/>
                  </a:cubicBezTo>
                  <a:lnTo>
                    <a:pt x="1389" y="5906"/>
                  </a:lnTo>
                  <a:cubicBezTo>
                    <a:pt x="1503" y="5906"/>
                    <a:pt x="1618" y="5868"/>
                    <a:pt x="1704" y="5791"/>
                  </a:cubicBezTo>
                  <a:lnTo>
                    <a:pt x="1704" y="5801"/>
                  </a:lnTo>
                  <a:cubicBezTo>
                    <a:pt x="1704" y="6078"/>
                    <a:pt x="1934" y="6308"/>
                    <a:pt x="2212" y="6308"/>
                  </a:cubicBezTo>
                  <a:lnTo>
                    <a:pt x="2221" y="6308"/>
                  </a:lnTo>
                  <a:cubicBezTo>
                    <a:pt x="2499" y="6308"/>
                    <a:pt x="2728" y="6078"/>
                    <a:pt x="2728" y="5801"/>
                  </a:cubicBezTo>
                  <a:lnTo>
                    <a:pt x="2728" y="5791"/>
                  </a:lnTo>
                  <a:cubicBezTo>
                    <a:pt x="2815" y="5868"/>
                    <a:pt x="2929" y="5906"/>
                    <a:pt x="3044" y="5906"/>
                  </a:cubicBezTo>
                  <a:lnTo>
                    <a:pt x="3063" y="5906"/>
                  </a:lnTo>
                  <a:cubicBezTo>
                    <a:pt x="3341" y="5906"/>
                    <a:pt x="3571" y="5686"/>
                    <a:pt x="3571" y="5408"/>
                  </a:cubicBezTo>
                  <a:lnTo>
                    <a:pt x="3571" y="3561"/>
                  </a:lnTo>
                  <a:cubicBezTo>
                    <a:pt x="3724" y="3791"/>
                    <a:pt x="3982" y="4087"/>
                    <a:pt x="4288" y="4145"/>
                  </a:cubicBezTo>
                  <a:cubicBezTo>
                    <a:pt x="4330" y="4155"/>
                    <a:pt x="4372" y="4159"/>
                    <a:pt x="4413" y="4159"/>
                  </a:cubicBezTo>
                  <a:cubicBezTo>
                    <a:pt x="4536" y="4159"/>
                    <a:pt x="4657" y="4118"/>
                    <a:pt x="4757" y="4040"/>
                  </a:cubicBezTo>
                  <a:lnTo>
                    <a:pt x="4805" y="4001"/>
                  </a:lnTo>
                  <a:lnTo>
                    <a:pt x="4834" y="3953"/>
                  </a:lnTo>
                  <a:cubicBezTo>
                    <a:pt x="4920" y="3829"/>
                    <a:pt x="5054" y="3504"/>
                    <a:pt x="4633" y="2920"/>
                  </a:cubicBezTo>
                  <a:cubicBezTo>
                    <a:pt x="4451" y="2681"/>
                    <a:pt x="4346" y="2413"/>
                    <a:pt x="4308" y="2126"/>
                  </a:cubicBezTo>
                  <a:cubicBezTo>
                    <a:pt x="4231" y="1685"/>
                    <a:pt x="4126" y="1360"/>
                    <a:pt x="3456" y="843"/>
                  </a:cubicBezTo>
                  <a:lnTo>
                    <a:pt x="34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p24"/>
            <p:cNvSpPr/>
            <p:nvPr/>
          </p:nvSpPr>
          <p:spPr>
            <a:xfrm>
              <a:off x="2784912" y="1546056"/>
              <a:ext cx="24159" cy="129225"/>
            </a:xfrm>
            <a:custGeom>
              <a:avLst/>
              <a:gdLst/>
              <a:ahLst/>
              <a:cxnLst/>
              <a:rect l="l" t="t" r="r" b="b"/>
              <a:pathLst>
                <a:path w="920" h="4921" extrusionOk="0">
                  <a:moveTo>
                    <a:pt x="585" y="1"/>
                  </a:moveTo>
                  <a:lnTo>
                    <a:pt x="585" y="1121"/>
                  </a:lnTo>
                  <a:cubicBezTo>
                    <a:pt x="1" y="1542"/>
                    <a:pt x="20" y="3159"/>
                    <a:pt x="30" y="3226"/>
                  </a:cubicBezTo>
                  <a:lnTo>
                    <a:pt x="30" y="4422"/>
                  </a:lnTo>
                  <a:cubicBezTo>
                    <a:pt x="30" y="4700"/>
                    <a:pt x="250" y="4920"/>
                    <a:pt x="527" y="4920"/>
                  </a:cubicBezTo>
                  <a:lnTo>
                    <a:pt x="546" y="4920"/>
                  </a:lnTo>
                  <a:cubicBezTo>
                    <a:pt x="604" y="4920"/>
                    <a:pt x="652" y="4910"/>
                    <a:pt x="700" y="4901"/>
                  </a:cubicBezTo>
                  <a:cubicBezTo>
                    <a:pt x="499" y="4824"/>
                    <a:pt x="355" y="4633"/>
                    <a:pt x="355" y="4422"/>
                  </a:cubicBezTo>
                  <a:lnTo>
                    <a:pt x="355" y="3226"/>
                  </a:lnTo>
                  <a:cubicBezTo>
                    <a:pt x="355" y="3159"/>
                    <a:pt x="326" y="1637"/>
                    <a:pt x="920" y="1216"/>
                  </a:cubicBezTo>
                  <a:lnTo>
                    <a:pt x="9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p24"/>
            <p:cNvSpPr/>
            <p:nvPr/>
          </p:nvSpPr>
          <p:spPr>
            <a:xfrm>
              <a:off x="2807548" y="1632398"/>
              <a:ext cx="17857" cy="68749"/>
            </a:xfrm>
            <a:custGeom>
              <a:avLst/>
              <a:gdLst/>
              <a:ahLst/>
              <a:cxnLst/>
              <a:rect l="l" t="t" r="r" b="b"/>
              <a:pathLst>
                <a:path w="680" h="2618" extrusionOk="0">
                  <a:moveTo>
                    <a:pt x="163" y="0"/>
                  </a:moveTo>
                  <a:cubicBezTo>
                    <a:pt x="82" y="0"/>
                    <a:pt x="0" y="53"/>
                    <a:pt x="0" y="158"/>
                  </a:cubicBezTo>
                  <a:lnTo>
                    <a:pt x="0" y="1776"/>
                  </a:lnTo>
                  <a:lnTo>
                    <a:pt x="0" y="2120"/>
                  </a:lnTo>
                  <a:cubicBezTo>
                    <a:pt x="0" y="2398"/>
                    <a:pt x="230" y="2618"/>
                    <a:pt x="507" y="2618"/>
                  </a:cubicBezTo>
                  <a:lnTo>
                    <a:pt x="527" y="2618"/>
                  </a:lnTo>
                  <a:cubicBezTo>
                    <a:pt x="574" y="2618"/>
                    <a:pt x="632" y="2608"/>
                    <a:pt x="680" y="2599"/>
                  </a:cubicBezTo>
                  <a:cubicBezTo>
                    <a:pt x="469" y="2522"/>
                    <a:pt x="335" y="2331"/>
                    <a:pt x="335" y="2111"/>
                  </a:cubicBezTo>
                  <a:lnTo>
                    <a:pt x="335" y="1517"/>
                  </a:lnTo>
                  <a:lnTo>
                    <a:pt x="326" y="1527"/>
                  </a:lnTo>
                  <a:lnTo>
                    <a:pt x="326" y="158"/>
                  </a:lnTo>
                  <a:cubicBezTo>
                    <a:pt x="326" y="53"/>
                    <a:pt x="244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5" name="Google Shape;2705;p24"/>
            <p:cNvSpPr/>
            <p:nvPr/>
          </p:nvSpPr>
          <p:spPr>
            <a:xfrm>
              <a:off x="2855787" y="1648968"/>
              <a:ext cx="13603" cy="51995"/>
            </a:xfrm>
            <a:custGeom>
              <a:avLst/>
              <a:gdLst/>
              <a:ahLst/>
              <a:cxnLst/>
              <a:rect l="l" t="t" r="r" b="b"/>
              <a:pathLst>
                <a:path w="518" h="1980" extrusionOk="0">
                  <a:moveTo>
                    <a:pt x="163" y="1"/>
                  </a:moveTo>
                  <a:cubicBezTo>
                    <a:pt x="82" y="1"/>
                    <a:pt x="1" y="54"/>
                    <a:pt x="1" y="159"/>
                  </a:cubicBezTo>
                  <a:lnTo>
                    <a:pt x="1" y="1776"/>
                  </a:lnTo>
                  <a:cubicBezTo>
                    <a:pt x="1" y="1805"/>
                    <a:pt x="10" y="1834"/>
                    <a:pt x="29" y="1862"/>
                  </a:cubicBezTo>
                  <a:cubicBezTo>
                    <a:pt x="39" y="1882"/>
                    <a:pt x="58" y="1891"/>
                    <a:pt x="77" y="1901"/>
                  </a:cubicBezTo>
                  <a:cubicBezTo>
                    <a:pt x="153" y="1951"/>
                    <a:pt x="250" y="1979"/>
                    <a:pt x="343" y="1979"/>
                  </a:cubicBezTo>
                  <a:cubicBezTo>
                    <a:pt x="357" y="1979"/>
                    <a:pt x="370" y="1978"/>
                    <a:pt x="384" y="1977"/>
                  </a:cubicBezTo>
                  <a:cubicBezTo>
                    <a:pt x="431" y="1977"/>
                    <a:pt x="470" y="1968"/>
                    <a:pt x="518" y="1958"/>
                  </a:cubicBezTo>
                  <a:cubicBezTo>
                    <a:pt x="460" y="1939"/>
                    <a:pt x="412" y="1910"/>
                    <a:pt x="364" y="1872"/>
                  </a:cubicBezTo>
                  <a:cubicBezTo>
                    <a:pt x="345" y="1853"/>
                    <a:pt x="326" y="1824"/>
                    <a:pt x="326" y="1786"/>
                  </a:cubicBezTo>
                  <a:lnTo>
                    <a:pt x="326" y="1776"/>
                  </a:lnTo>
                  <a:lnTo>
                    <a:pt x="326" y="159"/>
                  </a:lnTo>
                  <a:cubicBezTo>
                    <a:pt x="326" y="54"/>
                    <a:pt x="245" y="1"/>
                    <a:pt x="1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6" name="Google Shape;2706;p24"/>
            <p:cNvSpPr/>
            <p:nvPr/>
          </p:nvSpPr>
          <p:spPr>
            <a:xfrm>
              <a:off x="2829921" y="1653065"/>
              <a:ext cx="17358" cy="58639"/>
            </a:xfrm>
            <a:custGeom>
              <a:avLst/>
              <a:gdLst/>
              <a:ahLst/>
              <a:cxnLst/>
              <a:rect l="l" t="t" r="r" b="b"/>
              <a:pathLst>
                <a:path w="661" h="2233" extrusionOk="0">
                  <a:moveTo>
                    <a:pt x="158" y="0"/>
                  </a:moveTo>
                  <a:cubicBezTo>
                    <a:pt x="79" y="0"/>
                    <a:pt x="0" y="56"/>
                    <a:pt x="0" y="166"/>
                  </a:cubicBezTo>
                  <a:lnTo>
                    <a:pt x="0" y="1783"/>
                  </a:lnTo>
                  <a:cubicBezTo>
                    <a:pt x="0" y="1793"/>
                    <a:pt x="0" y="1812"/>
                    <a:pt x="10" y="1831"/>
                  </a:cubicBezTo>
                  <a:lnTo>
                    <a:pt x="0" y="1831"/>
                  </a:lnTo>
                  <a:cubicBezTo>
                    <a:pt x="48" y="2060"/>
                    <a:pt x="249" y="2233"/>
                    <a:pt x="488" y="2233"/>
                  </a:cubicBezTo>
                  <a:lnTo>
                    <a:pt x="507" y="2233"/>
                  </a:lnTo>
                  <a:cubicBezTo>
                    <a:pt x="565" y="2233"/>
                    <a:pt x="613" y="2223"/>
                    <a:pt x="660" y="2204"/>
                  </a:cubicBezTo>
                  <a:cubicBezTo>
                    <a:pt x="459" y="2137"/>
                    <a:pt x="316" y="1946"/>
                    <a:pt x="316" y="1726"/>
                  </a:cubicBezTo>
                  <a:lnTo>
                    <a:pt x="316" y="166"/>
                  </a:lnTo>
                  <a:cubicBezTo>
                    <a:pt x="316" y="56"/>
                    <a:pt x="237" y="0"/>
                    <a:pt x="1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7" name="Google Shape;2707;p24"/>
            <p:cNvSpPr/>
            <p:nvPr/>
          </p:nvSpPr>
          <p:spPr>
            <a:xfrm>
              <a:off x="2878660" y="1627750"/>
              <a:ext cx="26155" cy="27520"/>
            </a:xfrm>
            <a:custGeom>
              <a:avLst/>
              <a:gdLst/>
              <a:ahLst/>
              <a:cxnLst/>
              <a:rect l="l" t="t" r="r" b="b"/>
              <a:pathLst>
                <a:path w="996" h="1048" extrusionOk="0">
                  <a:moveTo>
                    <a:pt x="1" y="0"/>
                  </a:moveTo>
                  <a:lnTo>
                    <a:pt x="1" y="441"/>
                  </a:lnTo>
                  <a:cubicBezTo>
                    <a:pt x="96" y="574"/>
                    <a:pt x="211" y="708"/>
                    <a:pt x="326" y="823"/>
                  </a:cubicBezTo>
                  <a:cubicBezTo>
                    <a:pt x="431" y="929"/>
                    <a:pt x="565" y="996"/>
                    <a:pt x="709" y="1034"/>
                  </a:cubicBezTo>
                  <a:cubicBezTo>
                    <a:pt x="752" y="1042"/>
                    <a:pt x="795" y="1047"/>
                    <a:pt x="838" y="1047"/>
                  </a:cubicBezTo>
                  <a:cubicBezTo>
                    <a:pt x="891" y="1047"/>
                    <a:pt x="943" y="1040"/>
                    <a:pt x="996" y="1024"/>
                  </a:cubicBezTo>
                  <a:cubicBezTo>
                    <a:pt x="805" y="948"/>
                    <a:pt x="632" y="833"/>
                    <a:pt x="498" y="670"/>
                  </a:cubicBezTo>
                  <a:cubicBezTo>
                    <a:pt x="470" y="632"/>
                    <a:pt x="412" y="555"/>
                    <a:pt x="355" y="479"/>
                  </a:cubicBezTo>
                  <a:lnTo>
                    <a:pt x="326" y="441"/>
                  </a:lnTo>
                  <a:cubicBezTo>
                    <a:pt x="173" y="24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8" name="Google Shape;2708;p24"/>
            <p:cNvSpPr/>
            <p:nvPr/>
          </p:nvSpPr>
          <p:spPr>
            <a:xfrm>
              <a:off x="2790715" y="1425443"/>
              <a:ext cx="94510" cy="96768"/>
            </a:xfrm>
            <a:custGeom>
              <a:avLst/>
              <a:gdLst/>
              <a:ahLst/>
              <a:cxnLst/>
              <a:rect l="l" t="t" r="r" b="b"/>
              <a:pathLst>
                <a:path w="3599" h="3685" extrusionOk="0">
                  <a:moveTo>
                    <a:pt x="0" y="0"/>
                  </a:moveTo>
                  <a:lnTo>
                    <a:pt x="0" y="3685"/>
                  </a:lnTo>
                  <a:lnTo>
                    <a:pt x="3598" y="3685"/>
                  </a:lnTo>
                  <a:lnTo>
                    <a:pt x="3598" y="756"/>
                  </a:lnTo>
                  <a:lnTo>
                    <a:pt x="3149" y="976"/>
                  </a:lnTo>
                  <a:cubicBezTo>
                    <a:pt x="3043" y="1024"/>
                    <a:pt x="2938" y="1091"/>
                    <a:pt x="2842" y="1158"/>
                  </a:cubicBezTo>
                  <a:cubicBezTo>
                    <a:pt x="2661" y="1311"/>
                    <a:pt x="2440" y="1407"/>
                    <a:pt x="2201" y="1426"/>
                  </a:cubicBezTo>
                  <a:cubicBezTo>
                    <a:pt x="2192" y="1427"/>
                    <a:pt x="2183" y="1428"/>
                    <a:pt x="2174" y="1428"/>
                  </a:cubicBezTo>
                  <a:cubicBezTo>
                    <a:pt x="2096" y="1428"/>
                    <a:pt x="2012" y="1392"/>
                    <a:pt x="1952" y="1340"/>
                  </a:cubicBezTo>
                  <a:cubicBezTo>
                    <a:pt x="1866" y="1244"/>
                    <a:pt x="1828" y="1110"/>
                    <a:pt x="1857" y="986"/>
                  </a:cubicBezTo>
                  <a:cubicBezTo>
                    <a:pt x="1905" y="833"/>
                    <a:pt x="1991" y="699"/>
                    <a:pt x="2106" y="594"/>
                  </a:cubicBezTo>
                  <a:lnTo>
                    <a:pt x="2651" y="48"/>
                  </a:lnTo>
                  <a:lnTo>
                    <a:pt x="354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p24"/>
            <p:cNvSpPr/>
            <p:nvPr/>
          </p:nvSpPr>
          <p:spPr>
            <a:xfrm>
              <a:off x="3053840" y="1519927"/>
              <a:ext cx="94772" cy="96794"/>
            </a:xfrm>
            <a:custGeom>
              <a:avLst/>
              <a:gdLst/>
              <a:ahLst/>
              <a:cxnLst/>
              <a:rect l="l" t="t" r="r" b="b"/>
              <a:pathLst>
                <a:path w="3609" h="3686" extrusionOk="0">
                  <a:moveTo>
                    <a:pt x="0" y="1"/>
                  </a:moveTo>
                  <a:lnTo>
                    <a:pt x="0" y="2920"/>
                  </a:lnTo>
                  <a:lnTo>
                    <a:pt x="460" y="2709"/>
                  </a:lnTo>
                  <a:cubicBezTo>
                    <a:pt x="565" y="2652"/>
                    <a:pt x="670" y="2594"/>
                    <a:pt x="766" y="2518"/>
                  </a:cubicBezTo>
                  <a:cubicBezTo>
                    <a:pt x="948" y="2364"/>
                    <a:pt x="1168" y="2278"/>
                    <a:pt x="1407" y="2250"/>
                  </a:cubicBezTo>
                  <a:cubicBezTo>
                    <a:pt x="1493" y="2250"/>
                    <a:pt x="1579" y="2278"/>
                    <a:pt x="1656" y="2336"/>
                  </a:cubicBezTo>
                  <a:cubicBezTo>
                    <a:pt x="1742" y="2431"/>
                    <a:pt x="1780" y="2565"/>
                    <a:pt x="1752" y="2699"/>
                  </a:cubicBezTo>
                  <a:cubicBezTo>
                    <a:pt x="1704" y="2853"/>
                    <a:pt x="1618" y="2987"/>
                    <a:pt x="1503" y="3092"/>
                  </a:cubicBezTo>
                  <a:lnTo>
                    <a:pt x="948" y="3628"/>
                  </a:lnTo>
                  <a:lnTo>
                    <a:pt x="3244" y="3628"/>
                  </a:lnTo>
                  <a:lnTo>
                    <a:pt x="3608" y="3685"/>
                  </a:lnTo>
                  <a:lnTo>
                    <a:pt x="36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p24"/>
            <p:cNvSpPr/>
            <p:nvPr/>
          </p:nvSpPr>
          <p:spPr>
            <a:xfrm>
              <a:off x="3053840" y="1519927"/>
              <a:ext cx="23897" cy="76942"/>
            </a:xfrm>
            <a:custGeom>
              <a:avLst/>
              <a:gdLst/>
              <a:ahLst/>
              <a:cxnLst/>
              <a:rect l="l" t="t" r="r" b="b"/>
              <a:pathLst>
                <a:path w="910" h="2930" extrusionOk="0">
                  <a:moveTo>
                    <a:pt x="0" y="1"/>
                  </a:moveTo>
                  <a:lnTo>
                    <a:pt x="0" y="2920"/>
                  </a:lnTo>
                  <a:lnTo>
                    <a:pt x="0" y="2929"/>
                  </a:lnTo>
                  <a:lnTo>
                    <a:pt x="460" y="2709"/>
                  </a:lnTo>
                  <a:cubicBezTo>
                    <a:pt x="565" y="2652"/>
                    <a:pt x="670" y="2594"/>
                    <a:pt x="766" y="2518"/>
                  </a:cubicBezTo>
                  <a:cubicBezTo>
                    <a:pt x="814" y="2489"/>
                    <a:pt x="861" y="2451"/>
                    <a:pt x="909" y="2422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p24"/>
            <p:cNvSpPr/>
            <p:nvPr/>
          </p:nvSpPr>
          <p:spPr>
            <a:xfrm>
              <a:off x="2790715" y="1401573"/>
              <a:ext cx="23634" cy="120638"/>
            </a:xfrm>
            <a:custGeom>
              <a:avLst/>
              <a:gdLst/>
              <a:ahLst/>
              <a:cxnLst/>
              <a:rect l="l" t="t" r="r" b="b"/>
              <a:pathLst>
                <a:path w="900" h="4594" extrusionOk="0">
                  <a:moveTo>
                    <a:pt x="900" y="0"/>
                  </a:moveTo>
                  <a:lnTo>
                    <a:pt x="450" y="345"/>
                  </a:lnTo>
                  <a:cubicBezTo>
                    <a:pt x="335" y="431"/>
                    <a:pt x="230" y="526"/>
                    <a:pt x="134" y="641"/>
                  </a:cubicBezTo>
                  <a:cubicBezTo>
                    <a:pt x="86" y="689"/>
                    <a:pt x="48" y="747"/>
                    <a:pt x="0" y="785"/>
                  </a:cubicBezTo>
                  <a:lnTo>
                    <a:pt x="0" y="4594"/>
                  </a:lnTo>
                  <a:lnTo>
                    <a:pt x="900" y="4594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2" name="Google Shape;2712;p24"/>
            <p:cNvSpPr/>
            <p:nvPr/>
          </p:nvSpPr>
          <p:spPr>
            <a:xfrm>
              <a:off x="3021409" y="1329174"/>
              <a:ext cx="132718" cy="165412"/>
            </a:xfrm>
            <a:custGeom>
              <a:avLst/>
              <a:gdLst/>
              <a:ahLst/>
              <a:cxnLst/>
              <a:rect l="l" t="t" r="r" b="b"/>
              <a:pathLst>
                <a:path w="5054" h="6299" extrusionOk="0">
                  <a:moveTo>
                    <a:pt x="2824" y="1"/>
                  </a:moveTo>
                  <a:cubicBezTo>
                    <a:pt x="2546" y="1"/>
                    <a:pt x="2326" y="221"/>
                    <a:pt x="2326" y="498"/>
                  </a:cubicBezTo>
                  <a:lnTo>
                    <a:pt x="2326" y="518"/>
                  </a:lnTo>
                  <a:cubicBezTo>
                    <a:pt x="2240" y="441"/>
                    <a:pt x="2125" y="393"/>
                    <a:pt x="2001" y="393"/>
                  </a:cubicBezTo>
                  <a:lnTo>
                    <a:pt x="1991" y="393"/>
                  </a:lnTo>
                  <a:cubicBezTo>
                    <a:pt x="1714" y="393"/>
                    <a:pt x="1484" y="623"/>
                    <a:pt x="1484" y="900"/>
                  </a:cubicBezTo>
                  <a:lnTo>
                    <a:pt x="1484" y="2747"/>
                  </a:lnTo>
                  <a:cubicBezTo>
                    <a:pt x="1321" y="2518"/>
                    <a:pt x="1072" y="2221"/>
                    <a:pt x="766" y="2154"/>
                  </a:cubicBezTo>
                  <a:cubicBezTo>
                    <a:pt x="731" y="2148"/>
                    <a:pt x="696" y="2145"/>
                    <a:pt x="661" y="2145"/>
                  </a:cubicBezTo>
                  <a:cubicBezTo>
                    <a:pt x="531" y="2145"/>
                    <a:pt x="403" y="2186"/>
                    <a:pt x="297" y="2269"/>
                  </a:cubicBezTo>
                  <a:lnTo>
                    <a:pt x="249" y="2307"/>
                  </a:lnTo>
                  <a:lnTo>
                    <a:pt x="211" y="2355"/>
                  </a:lnTo>
                  <a:cubicBezTo>
                    <a:pt x="135" y="2470"/>
                    <a:pt x="1" y="2805"/>
                    <a:pt x="422" y="3389"/>
                  </a:cubicBezTo>
                  <a:cubicBezTo>
                    <a:pt x="594" y="3618"/>
                    <a:pt x="709" y="3896"/>
                    <a:pt x="747" y="4183"/>
                  </a:cubicBezTo>
                  <a:cubicBezTo>
                    <a:pt x="824" y="4623"/>
                    <a:pt x="929" y="4949"/>
                    <a:pt x="1599" y="5465"/>
                  </a:cubicBezTo>
                  <a:lnTo>
                    <a:pt x="1599" y="6298"/>
                  </a:lnTo>
                  <a:lnTo>
                    <a:pt x="4470" y="6298"/>
                  </a:lnTo>
                  <a:lnTo>
                    <a:pt x="4470" y="5188"/>
                  </a:lnTo>
                  <a:cubicBezTo>
                    <a:pt x="5054" y="4757"/>
                    <a:pt x="5025" y="3140"/>
                    <a:pt x="5025" y="3073"/>
                  </a:cubicBezTo>
                  <a:lnTo>
                    <a:pt x="5025" y="1886"/>
                  </a:lnTo>
                  <a:cubicBezTo>
                    <a:pt x="5025" y="1609"/>
                    <a:pt x="4805" y="1388"/>
                    <a:pt x="4518" y="1388"/>
                  </a:cubicBezTo>
                  <a:lnTo>
                    <a:pt x="4508" y="1388"/>
                  </a:lnTo>
                  <a:cubicBezTo>
                    <a:pt x="4384" y="1388"/>
                    <a:pt x="4279" y="1427"/>
                    <a:pt x="4183" y="1503"/>
                  </a:cubicBezTo>
                  <a:lnTo>
                    <a:pt x="4183" y="910"/>
                  </a:lnTo>
                  <a:cubicBezTo>
                    <a:pt x="4183" y="632"/>
                    <a:pt x="3963" y="403"/>
                    <a:pt x="3685" y="403"/>
                  </a:cubicBezTo>
                  <a:lnTo>
                    <a:pt x="3666" y="403"/>
                  </a:lnTo>
                  <a:cubicBezTo>
                    <a:pt x="3551" y="403"/>
                    <a:pt x="3436" y="441"/>
                    <a:pt x="3350" y="518"/>
                  </a:cubicBezTo>
                  <a:lnTo>
                    <a:pt x="3350" y="508"/>
                  </a:lnTo>
                  <a:cubicBezTo>
                    <a:pt x="3350" y="221"/>
                    <a:pt x="3121" y="1"/>
                    <a:pt x="28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3" name="Google Shape;2713;p24"/>
            <p:cNvSpPr/>
            <p:nvPr/>
          </p:nvSpPr>
          <p:spPr>
            <a:xfrm>
              <a:off x="3021409" y="1385476"/>
              <a:ext cx="48528" cy="109110"/>
            </a:xfrm>
            <a:custGeom>
              <a:avLst/>
              <a:gdLst/>
              <a:ahLst/>
              <a:cxnLst/>
              <a:rect l="l" t="t" r="r" b="b"/>
              <a:pathLst>
                <a:path w="1848" h="4155" extrusionOk="0">
                  <a:moveTo>
                    <a:pt x="661" y="1"/>
                  </a:moveTo>
                  <a:cubicBezTo>
                    <a:pt x="532" y="1"/>
                    <a:pt x="405" y="42"/>
                    <a:pt x="307" y="125"/>
                  </a:cubicBezTo>
                  <a:lnTo>
                    <a:pt x="249" y="163"/>
                  </a:lnTo>
                  <a:lnTo>
                    <a:pt x="221" y="211"/>
                  </a:lnTo>
                  <a:cubicBezTo>
                    <a:pt x="135" y="336"/>
                    <a:pt x="1" y="661"/>
                    <a:pt x="431" y="1245"/>
                  </a:cubicBezTo>
                  <a:cubicBezTo>
                    <a:pt x="604" y="1474"/>
                    <a:pt x="709" y="1752"/>
                    <a:pt x="747" y="2039"/>
                  </a:cubicBezTo>
                  <a:cubicBezTo>
                    <a:pt x="824" y="2479"/>
                    <a:pt x="929" y="2805"/>
                    <a:pt x="1599" y="3321"/>
                  </a:cubicBezTo>
                  <a:lnTo>
                    <a:pt x="1599" y="4154"/>
                  </a:lnTo>
                  <a:lnTo>
                    <a:pt x="1848" y="4154"/>
                  </a:lnTo>
                  <a:lnTo>
                    <a:pt x="1848" y="3235"/>
                  </a:lnTo>
                  <a:cubicBezTo>
                    <a:pt x="1187" y="2718"/>
                    <a:pt x="1082" y="2479"/>
                    <a:pt x="996" y="2039"/>
                  </a:cubicBezTo>
                  <a:cubicBezTo>
                    <a:pt x="967" y="1752"/>
                    <a:pt x="852" y="1474"/>
                    <a:pt x="680" y="1245"/>
                  </a:cubicBezTo>
                  <a:cubicBezTo>
                    <a:pt x="249" y="661"/>
                    <a:pt x="393" y="326"/>
                    <a:pt x="470" y="211"/>
                  </a:cubicBezTo>
                  <a:lnTo>
                    <a:pt x="508" y="163"/>
                  </a:lnTo>
                  <a:lnTo>
                    <a:pt x="556" y="125"/>
                  </a:lnTo>
                  <a:cubicBezTo>
                    <a:pt x="623" y="68"/>
                    <a:pt x="699" y="39"/>
                    <a:pt x="776" y="10"/>
                  </a:cubicBezTo>
                  <a:lnTo>
                    <a:pt x="766" y="10"/>
                  </a:lnTo>
                  <a:cubicBezTo>
                    <a:pt x="731" y="4"/>
                    <a:pt x="696" y="1"/>
                    <a:pt x="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p24"/>
            <p:cNvSpPr/>
            <p:nvPr/>
          </p:nvSpPr>
          <p:spPr>
            <a:xfrm>
              <a:off x="3108120" y="1339731"/>
              <a:ext cx="13603" cy="52179"/>
            </a:xfrm>
            <a:custGeom>
              <a:avLst/>
              <a:gdLst/>
              <a:ahLst/>
              <a:cxnLst/>
              <a:rect l="l" t="t" r="r" b="b"/>
              <a:pathLst>
                <a:path w="518" h="1987" extrusionOk="0">
                  <a:moveTo>
                    <a:pt x="383" y="1"/>
                  </a:moveTo>
                  <a:cubicBezTo>
                    <a:pt x="278" y="1"/>
                    <a:pt x="173" y="20"/>
                    <a:pt x="77" y="77"/>
                  </a:cubicBezTo>
                  <a:cubicBezTo>
                    <a:pt x="58" y="87"/>
                    <a:pt x="39" y="106"/>
                    <a:pt x="29" y="116"/>
                  </a:cubicBezTo>
                  <a:cubicBezTo>
                    <a:pt x="10" y="144"/>
                    <a:pt x="10" y="173"/>
                    <a:pt x="0" y="211"/>
                  </a:cubicBezTo>
                  <a:lnTo>
                    <a:pt x="0" y="1829"/>
                  </a:lnTo>
                  <a:cubicBezTo>
                    <a:pt x="0" y="1934"/>
                    <a:pt x="82" y="1987"/>
                    <a:pt x="163" y="1987"/>
                  </a:cubicBezTo>
                  <a:cubicBezTo>
                    <a:pt x="244" y="1987"/>
                    <a:pt x="326" y="1934"/>
                    <a:pt x="326" y="1829"/>
                  </a:cubicBezTo>
                  <a:lnTo>
                    <a:pt x="326" y="211"/>
                  </a:lnTo>
                  <a:lnTo>
                    <a:pt x="326" y="202"/>
                  </a:lnTo>
                  <a:cubicBezTo>
                    <a:pt x="326" y="163"/>
                    <a:pt x="345" y="135"/>
                    <a:pt x="364" y="106"/>
                  </a:cubicBezTo>
                  <a:cubicBezTo>
                    <a:pt x="412" y="68"/>
                    <a:pt x="460" y="39"/>
                    <a:pt x="517" y="29"/>
                  </a:cubicBezTo>
                  <a:cubicBezTo>
                    <a:pt x="479" y="10"/>
                    <a:pt x="431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p24"/>
            <p:cNvSpPr/>
            <p:nvPr/>
          </p:nvSpPr>
          <p:spPr>
            <a:xfrm>
              <a:off x="3130992" y="1365833"/>
              <a:ext cx="13340" cy="35635"/>
            </a:xfrm>
            <a:custGeom>
              <a:avLst/>
              <a:gdLst/>
              <a:ahLst/>
              <a:cxnLst/>
              <a:rect l="l" t="t" r="r" b="b"/>
              <a:pathLst>
                <a:path w="508" h="1357" extrusionOk="0">
                  <a:moveTo>
                    <a:pt x="340" y="0"/>
                  </a:moveTo>
                  <a:cubicBezTo>
                    <a:pt x="242" y="0"/>
                    <a:pt x="151" y="29"/>
                    <a:pt x="67" y="79"/>
                  </a:cubicBezTo>
                  <a:cubicBezTo>
                    <a:pt x="48" y="88"/>
                    <a:pt x="39" y="107"/>
                    <a:pt x="19" y="117"/>
                  </a:cubicBezTo>
                  <a:cubicBezTo>
                    <a:pt x="10" y="146"/>
                    <a:pt x="0" y="174"/>
                    <a:pt x="0" y="213"/>
                  </a:cubicBezTo>
                  <a:lnTo>
                    <a:pt x="0" y="1198"/>
                  </a:lnTo>
                  <a:cubicBezTo>
                    <a:pt x="0" y="1304"/>
                    <a:pt x="79" y="1356"/>
                    <a:pt x="158" y="1356"/>
                  </a:cubicBezTo>
                  <a:cubicBezTo>
                    <a:pt x="237" y="1356"/>
                    <a:pt x="316" y="1304"/>
                    <a:pt x="316" y="1198"/>
                  </a:cubicBezTo>
                  <a:lnTo>
                    <a:pt x="316" y="213"/>
                  </a:lnTo>
                  <a:lnTo>
                    <a:pt x="316" y="193"/>
                  </a:lnTo>
                  <a:cubicBezTo>
                    <a:pt x="326" y="165"/>
                    <a:pt x="335" y="126"/>
                    <a:pt x="354" y="107"/>
                  </a:cubicBezTo>
                  <a:cubicBezTo>
                    <a:pt x="402" y="69"/>
                    <a:pt x="450" y="40"/>
                    <a:pt x="507" y="21"/>
                  </a:cubicBezTo>
                  <a:cubicBezTo>
                    <a:pt x="469" y="12"/>
                    <a:pt x="421" y="2"/>
                    <a:pt x="383" y="2"/>
                  </a:cubicBezTo>
                  <a:cubicBezTo>
                    <a:pt x="368" y="1"/>
                    <a:pt x="354" y="0"/>
                    <a:pt x="3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p24"/>
            <p:cNvSpPr/>
            <p:nvPr/>
          </p:nvSpPr>
          <p:spPr>
            <a:xfrm>
              <a:off x="3082227" y="1329174"/>
              <a:ext cx="17620" cy="58665"/>
            </a:xfrm>
            <a:custGeom>
              <a:avLst/>
              <a:gdLst/>
              <a:ahLst/>
              <a:cxnLst/>
              <a:rect l="l" t="t" r="r" b="b"/>
              <a:pathLst>
                <a:path w="671" h="2234" extrusionOk="0">
                  <a:moveTo>
                    <a:pt x="498" y="1"/>
                  </a:moveTo>
                  <a:cubicBezTo>
                    <a:pt x="259" y="1"/>
                    <a:pt x="48" y="173"/>
                    <a:pt x="1" y="403"/>
                  </a:cubicBezTo>
                  <a:lnTo>
                    <a:pt x="10" y="403"/>
                  </a:lnTo>
                  <a:cubicBezTo>
                    <a:pt x="1" y="422"/>
                    <a:pt x="1" y="441"/>
                    <a:pt x="1" y="460"/>
                  </a:cubicBezTo>
                  <a:lnTo>
                    <a:pt x="1" y="2068"/>
                  </a:lnTo>
                  <a:cubicBezTo>
                    <a:pt x="1" y="2178"/>
                    <a:pt x="80" y="2233"/>
                    <a:pt x="159" y="2233"/>
                  </a:cubicBezTo>
                  <a:cubicBezTo>
                    <a:pt x="237" y="2233"/>
                    <a:pt x="316" y="2178"/>
                    <a:pt x="316" y="2068"/>
                  </a:cubicBezTo>
                  <a:lnTo>
                    <a:pt x="316" y="508"/>
                  </a:lnTo>
                  <a:cubicBezTo>
                    <a:pt x="316" y="288"/>
                    <a:pt x="460" y="97"/>
                    <a:pt x="671" y="30"/>
                  </a:cubicBezTo>
                  <a:cubicBezTo>
                    <a:pt x="613" y="10"/>
                    <a:pt x="565" y="1"/>
                    <a:pt x="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24"/>
            <p:cNvSpPr/>
            <p:nvPr/>
          </p:nvSpPr>
          <p:spPr>
            <a:xfrm>
              <a:off x="3060116" y="1339731"/>
              <a:ext cx="17620" cy="73160"/>
            </a:xfrm>
            <a:custGeom>
              <a:avLst/>
              <a:gdLst/>
              <a:ahLst/>
              <a:cxnLst/>
              <a:rect l="l" t="t" r="r" b="b"/>
              <a:pathLst>
                <a:path w="671" h="2786" extrusionOk="0">
                  <a:moveTo>
                    <a:pt x="498" y="1"/>
                  </a:moveTo>
                  <a:cubicBezTo>
                    <a:pt x="221" y="1"/>
                    <a:pt x="0" y="230"/>
                    <a:pt x="0" y="508"/>
                  </a:cubicBezTo>
                  <a:lnTo>
                    <a:pt x="0" y="843"/>
                  </a:lnTo>
                  <a:lnTo>
                    <a:pt x="0" y="2317"/>
                  </a:lnTo>
                  <a:cubicBezTo>
                    <a:pt x="115" y="2470"/>
                    <a:pt x="221" y="2623"/>
                    <a:pt x="316" y="2786"/>
                  </a:cubicBezTo>
                  <a:lnTo>
                    <a:pt x="316" y="1101"/>
                  </a:lnTo>
                  <a:lnTo>
                    <a:pt x="326" y="1111"/>
                  </a:lnTo>
                  <a:lnTo>
                    <a:pt x="326" y="508"/>
                  </a:lnTo>
                  <a:cubicBezTo>
                    <a:pt x="326" y="288"/>
                    <a:pt x="469" y="96"/>
                    <a:pt x="670" y="29"/>
                  </a:cubicBezTo>
                  <a:cubicBezTo>
                    <a:pt x="622" y="10"/>
                    <a:pt x="575" y="1"/>
                    <a:pt x="5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24"/>
            <p:cNvSpPr/>
            <p:nvPr/>
          </p:nvSpPr>
          <p:spPr>
            <a:xfrm>
              <a:off x="2778137" y="1336475"/>
              <a:ext cx="165648" cy="128674"/>
            </a:xfrm>
            <a:custGeom>
              <a:avLst/>
              <a:gdLst/>
              <a:ahLst/>
              <a:cxnLst/>
              <a:rect l="l" t="t" r="r" b="b"/>
              <a:pathLst>
                <a:path w="6308" h="4900" extrusionOk="0">
                  <a:moveTo>
                    <a:pt x="3134" y="0"/>
                  </a:moveTo>
                  <a:cubicBezTo>
                    <a:pt x="3106" y="0"/>
                    <a:pt x="3088" y="0"/>
                    <a:pt x="3082" y="0"/>
                  </a:cubicBezTo>
                  <a:lnTo>
                    <a:pt x="1895" y="0"/>
                  </a:lnTo>
                  <a:cubicBezTo>
                    <a:pt x="1618" y="0"/>
                    <a:pt x="1388" y="230"/>
                    <a:pt x="1388" y="508"/>
                  </a:cubicBezTo>
                  <a:lnTo>
                    <a:pt x="1388" y="527"/>
                  </a:lnTo>
                  <a:cubicBezTo>
                    <a:pt x="1388" y="642"/>
                    <a:pt x="1436" y="756"/>
                    <a:pt x="1513" y="843"/>
                  </a:cubicBezTo>
                  <a:lnTo>
                    <a:pt x="910" y="843"/>
                  </a:lnTo>
                  <a:cubicBezTo>
                    <a:pt x="632" y="843"/>
                    <a:pt x="402" y="1072"/>
                    <a:pt x="402" y="1350"/>
                  </a:cubicBezTo>
                  <a:lnTo>
                    <a:pt x="402" y="1359"/>
                  </a:lnTo>
                  <a:cubicBezTo>
                    <a:pt x="402" y="1484"/>
                    <a:pt x="450" y="1589"/>
                    <a:pt x="517" y="1685"/>
                  </a:cubicBezTo>
                  <a:lnTo>
                    <a:pt x="508" y="1685"/>
                  </a:lnTo>
                  <a:cubicBezTo>
                    <a:pt x="230" y="1685"/>
                    <a:pt x="1" y="1905"/>
                    <a:pt x="1" y="2182"/>
                  </a:cubicBezTo>
                  <a:lnTo>
                    <a:pt x="1" y="2202"/>
                  </a:lnTo>
                  <a:cubicBezTo>
                    <a:pt x="1" y="2479"/>
                    <a:pt x="230" y="2709"/>
                    <a:pt x="508" y="2709"/>
                  </a:cubicBezTo>
                  <a:lnTo>
                    <a:pt x="527" y="2709"/>
                  </a:lnTo>
                  <a:cubicBezTo>
                    <a:pt x="450" y="2795"/>
                    <a:pt x="402" y="2910"/>
                    <a:pt x="402" y="3025"/>
                  </a:cubicBezTo>
                  <a:lnTo>
                    <a:pt x="402" y="3044"/>
                  </a:lnTo>
                  <a:cubicBezTo>
                    <a:pt x="402" y="3321"/>
                    <a:pt x="632" y="3541"/>
                    <a:pt x="910" y="3541"/>
                  </a:cubicBezTo>
                  <a:lnTo>
                    <a:pt x="2757" y="3541"/>
                  </a:lnTo>
                  <a:cubicBezTo>
                    <a:pt x="2518" y="3704"/>
                    <a:pt x="2221" y="3962"/>
                    <a:pt x="2163" y="4259"/>
                  </a:cubicBezTo>
                  <a:cubicBezTo>
                    <a:pt x="2125" y="4431"/>
                    <a:pt x="2163" y="4594"/>
                    <a:pt x="2269" y="4728"/>
                  </a:cubicBezTo>
                  <a:lnTo>
                    <a:pt x="2307" y="4776"/>
                  </a:lnTo>
                  <a:lnTo>
                    <a:pt x="2355" y="4814"/>
                  </a:lnTo>
                  <a:cubicBezTo>
                    <a:pt x="2413" y="4850"/>
                    <a:pt x="2514" y="4900"/>
                    <a:pt x="2665" y="4900"/>
                  </a:cubicBezTo>
                  <a:cubicBezTo>
                    <a:pt x="2838" y="4900"/>
                    <a:pt x="3076" y="4834"/>
                    <a:pt x="3388" y="4604"/>
                  </a:cubicBezTo>
                  <a:cubicBezTo>
                    <a:pt x="3628" y="4431"/>
                    <a:pt x="3896" y="4326"/>
                    <a:pt x="4183" y="4288"/>
                  </a:cubicBezTo>
                  <a:cubicBezTo>
                    <a:pt x="4623" y="4202"/>
                    <a:pt x="4948" y="4106"/>
                    <a:pt x="5465" y="3436"/>
                  </a:cubicBezTo>
                  <a:lnTo>
                    <a:pt x="6307" y="3436"/>
                  </a:lnTo>
                  <a:lnTo>
                    <a:pt x="6307" y="565"/>
                  </a:lnTo>
                  <a:lnTo>
                    <a:pt x="5188" y="565"/>
                  </a:lnTo>
                  <a:cubicBezTo>
                    <a:pt x="4804" y="24"/>
                    <a:pt x="3425" y="0"/>
                    <a:pt x="31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9" name="Google Shape;2719;p24"/>
            <p:cNvSpPr/>
            <p:nvPr/>
          </p:nvSpPr>
          <p:spPr>
            <a:xfrm>
              <a:off x="2814822" y="1336475"/>
              <a:ext cx="128963" cy="21875"/>
            </a:xfrm>
            <a:custGeom>
              <a:avLst/>
              <a:gdLst/>
              <a:ahLst/>
              <a:cxnLst/>
              <a:rect l="l" t="t" r="r" b="b"/>
              <a:pathLst>
                <a:path w="4911" h="833" extrusionOk="0">
                  <a:moveTo>
                    <a:pt x="1737" y="0"/>
                  </a:moveTo>
                  <a:cubicBezTo>
                    <a:pt x="1709" y="0"/>
                    <a:pt x="1691" y="0"/>
                    <a:pt x="1685" y="0"/>
                  </a:cubicBezTo>
                  <a:lnTo>
                    <a:pt x="498" y="0"/>
                  </a:lnTo>
                  <a:cubicBezTo>
                    <a:pt x="221" y="0"/>
                    <a:pt x="1" y="230"/>
                    <a:pt x="1" y="508"/>
                  </a:cubicBezTo>
                  <a:lnTo>
                    <a:pt x="1" y="527"/>
                  </a:lnTo>
                  <a:cubicBezTo>
                    <a:pt x="1" y="575"/>
                    <a:pt x="10" y="632"/>
                    <a:pt x="20" y="680"/>
                  </a:cubicBezTo>
                  <a:cubicBezTo>
                    <a:pt x="87" y="479"/>
                    <a:pt x="278" y="268"/>
                    <a:pt x="498" y="268"/>
                  </a:cubicBezTo>
                  <a:lnTo>
                    <a:pt x="1685" y="268"/>
                  </a:lnTo>
                  <a:cubicBezTo>
                    <a:pt x="1692" y="268"/>
                    <a:pt x="1710" y="268"/>
                    <a:pt x="1737" y="268"/>
                  </a:cubicBezTo>
                  <a:cubicBezTo>
                    <a:pt x="2015" y="268"/>
                    <a:pt x="3283" y="292"/>
                    <a:pt x="3676" y="833"/>
                  </a:cubicBezTo>
                  <a:lnTo>
                    <a:pt x="4910" y="833"/>
                  </a:lnTo>
                  <a:lnTo>
                    <a:pt x="4910" y="565"/>
                  </a:lnTo>
                  <a:lnTo>
                    <a:pt x="3800" y="565"/>
                  </a:lnTo>
                  <a:cubicBezTo>
                    <a:pt x="3408" y="24"/>
                    <a:pt x="2028" y="0"/>
                    <a:pt x="1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0" name="Google Shape;2720;p24"/>
            <p:cNvSpPr/>
            <p:nvPr/>
          </p:nvSpPr>
          <p:spPr>
            <a:xfrm>
              <a:off x="2788693" y="1358585"/>
              <a:ext cx="70140" cy="17883"/>
            </a:xfrm>
            <a:custGeom>
              <a:avLst/>
              <a:gdLst/>
              <a:ahLst/>
              <a:cxnLst/>
              <a:rect l="l" t="t" r="r" b="b"/>
              <a:pathLst>
                <a:path w="2671" h="681" extrusionOk="0">
                  <a:moveTo>
                    <a:pt x="508" y="1"/>
                  </a:moveTo>
                  <a:cubicBezTo>
                    <a:pt x="230" y="1"/>
                    <a:pt x="0" y="230"/>
                    <a:pt x="0" y="508"/>
                  </a:cubicBezTo>
                  <a:lnTo>
                    <a:pt x="0" y="517"/>
                  </a:lnTo>
                  <a:cubicBezTo>
                    <a:pt x="0" y="575"/>
                    <a:pt x="10" y="623"/>
                    <a:pt x="29" y="680"/>
                  </a:cubicBezTo>
                  <a:cubicBezTo>
                    <a:pt x="94" y="476"/>
                    <a:pt x="276" y="335"/>
                    <a:pt x="487" y="335"/>
                  </a:cubicBezTo>
                  <a:cubicBezTo>
                    <a:pt x="494" y="335"/>
                    <a:pt x="501" y="335"/>
                    <a:pt x="508" y="335"/>
                  </a:cubicBezTo>
                  <a:lnTo>
                    <a:pt x="1101" y="335"/>
                  </a:lnTo>
                  <a:lnTo>
                    <a:pt x="1101" y="316"/>
                  </a:lnTo>
                  <a:lnTo>
                    <a:pt x="2460" y="316"/>
                  </a:lnTo>
                  <a:cubicBezTo>
                    <a:pt x="2671" y="316"/>
                    <a:pt x="2671" y="1"/>
                    <a:pt x="24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1" name="Google Shape;2721;p24"/>
            <p:cNvSpPr/>
            <p:nvPr/>
          </p:nvSpPr>
          <p:spPr>
            <a:xfrm>
              <a:off x="2788693" y="1406851"/>
              <a:ext cx="53807" cy="13576"/>
            </a:xfrm>
            <a:custGeom>
              <a:avLst/>
              <a:gdLst/>
              <a:ahLst/>
              <a:cxnLst/>
              <a:rect l="l" t="t" r="r" b="b"/>
              <a:pathLst>
                <a:path w="2049" h="517" extrusionOk="0">
                  <a:moveTo>
                    <a:pt x="211" y="0"/>
                  </a:moveTo>
                  <a:cubicBezTo>
                    <a:pt x="182" y="0"/>
                    <a:pt x="144" y="10"/>
                    <a:pt x="115" y="19"/>
                  </a:cubicBezTo>
                  <a:cubicBezTo>
                    <a:pt x="106" y="38"/>
                    <a:pt x="96" y="57"/>
                    <a:pt x="77" y="67"/>
                  </a:cubicBezTo>
                  <a:cubicBezTo>
                    <a:pt x="29" y="163"/>
                    <a:pt x="0" y="268"/>
                    <a:pt x="0" y="383"/>
                  </a:cubicBezTo>
                  <a:cubicBezTo>
                    <a:pt x="0" y="431"/>
                    <a:pt x="10" y="469"/>
                    <a:pt x="29" y="517"/>
                  </a:cubicBezTo>
                  <a:cubicBezTo>
                    <a:pt x="48" y="459"/>
                    <a:pt x="77" y="402"/>
                    <a:pt x="106" y="364"/>
                  </a:cubicBezTo>
                  <a:cubicBezTo>
                    <a:pt x="134" y="335"/>
                    <a:pt x="163" y="325"/>
                    <a:pt x="201" y="325"/>
                  </a:cubicBezTo>
                  <a:lnTo>
                    <a:pt x="1828" y="325"/>
                  </a:lnTo>
                  <a:cubicBezTo>
                    <a:pt x="2049" y="325"/>
                    <a:pt x="2049" y="0"/>
                    <a:pt x="18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2" name="Google Shape;2722;p24"/>
            <p:cNvSpPr/>
            <p:nvPr/>
          </p:nvSpPr>
          <p:spPr>
            <a:xfrm>
              <a:off x="2778399" y="1380959"/>
              <a:ext cx="59820" cy="17620"/>
            </a:xfrm>
            <a:custGeom>
              <a:avLst/>
              <a:gdLst/>
              <a:ahLst/>
              <a:cxnLst/>
              <a:rect l="l" t="t" r="r" b="b"/>
              <a:pathLst>
                <a:path w="2278" h="671" extrusionOk="0">
                  <a:moveTo>
                    <a:pt x="402" y="0"/>
                  </a:moveTo>
                  <a:cubicBezTo>
                    <a:pt x="163" y="48"/>
                    <a:pt x="0" y="249"/>
                    <a:pt x="0" y="488"/>
                  </a:cubicBezTo>
                  <a:lnTo>
                    <a:pt x="0" y="508"/>
                  </a:lnTo>
                  <a:cubicBezTo>
                    <a:pt x="0" y="565"/>
                    <a:pt x="10" y="613"/>
                    <a:pt x="19" y="670"/>
                  </a:cubicBezTo>
                  <a:cubicBezTo>
                    <a:pt x="86" y="460"/>
                    <a:pt x="278" y="316"/>
                    <a:pt x="498" y="316"/>
                  </a:cubicBezTo>
                  <a:lnTo>
                    <a:pt x="2067" y="316"/>
                  </a:lnTo>
                  <a:cubicBezTo>
                    <a:pt x="2278" y="316"/>
                    <a:pt x="2278" y="0"/>
                    <a:pt x="2067" y="0"/>
                  </a:cubicBezTo>
                  <a:lnTo>
                    <a:pt x="450" y="0"/>
                  </a:lnTo>
                  <a:cubicBezTo>
                    <a:pt x="431" y="0"/>
                    <a:pt x="412" y="0"/>
                    <a:pt x="402" y="10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3" name="Google Shape;2723;p24"/>
            <p:cNvSpPr/>
            <p:nvPr/>
          </p:nvSpPr>
          <p:spPr>
            <a:xfrm>
              <a:off x="2834438" y="1429698"/>
              <a:ext cx="27652" cy="26181"/>
            </a:xfrm>
            <a:custGeom>
              <a:avLst/>
              <a:gdLst/>
              <a:ahLst/>
              <a:cxnLst/>
              <a:rect l="l" t="t" r="r" b="b"/>
              <a:pathLst>
                <a:path w="1053" h="997" extrusionOk="0">
                  <a:moveTo>
                    <a:pt x="613" y="1"/>
                  </a:moveTo>
                  <a:cubicBezTo>
                    <a:pt x="479" y="97"/>
                    <a:pt x="354" y="202"/>
                    <a:pt x="240" y="326"/>
                  </a:cubicBezTo>
                  <a:cubicBezTo>
                    <a:pt x="134" y="432"/>
                    <a:pt x="58" y="566"/>
                    <a:pt x="29" y="709"/>
                  </a:cubicBezTo>
                  <a:cubicBezTo>
                    <a:pt x="0" y="805"/>
                    <a:pt x="10" y="901"/>
                    <a:pt x="39" y="996"/>
                  </a:cubicBezTo>
                  <a:cubicBezTo>
                    <a:pt x="106" y="795"/>
                    <a:pt x="230" y="623"/>
                    <a:pt x="393" y="499"/>
                  </a:cubicBezTo>
                  <a:cubicBezTo>
                    <a:pt x="431" y="460"/>
                    <a:pt x="498" y="412"/>
                    <a:pt x="584" y="345"/>
                  </a:cubicBezTo>
                  <a:lnTo>
                    <a:pt x="613" y="326"/>
                  </a:lnTo>
                  <a:cubicBezTo>
                    <a:pt x="814" y="173"/>
                    <a:pt x="1053" y="1"/>
                    <a:pt x="1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4" name="Google Shape;2724;p24"/>
            <p:cNvSpPr/>
            <p:nvPr/>
          </p:nvSpPr>
          <p:spPr>
            <a:xfrm>
              <a:off x="2995280" y="1575729"/>
              <a:ext cx="165385" cy="128700"/>
            </a:xfrm>
            <a:custGeom>
              <a:avLst/>
              <a:gdLst/>
              <a:ahLst/>
              <a:cxnLst/>
              <a:rect l="l" t="t" r="r" b="b"/>
              <a:pathLst>
                <a:path w="6298" h="4901" extrusionOk="0">
                  <a:moveTo>
                    <a:pt x="3637" y="1"/>
                  </a:moveTo>
                  <a:cubicBezTo>
                    <a:pt x="3463" y="1"/>
                    <a:pt x="3222" y="67"/>
                    <a:pt x="2910" y="297"/>
                  </a:cubicBezTo>
                  <a:cubicBezTo>
                    <a:pt x="2680" y="469"/>
                    <a:pt x="2402" y="574"/>
                    <a:pt x="2115" y="613"/>
                  </a:cubicBezTo>
                  <a:cubicBezTo>
                    <a:pt x="1685" y="699"/>
                    <a:pt x="1350" y="795"/>
                    <a:pt x="842" y="1464"/>
                  </a:cubicBezTo>
                  <a:lnTo>
                    <a:pt x="0" y="1464"/>
                  </a:lnTo>
                  <a:lnTo>
                    <a:pt x="0" y="4336"/>
                  </a:lnTo>
                  <a:lnTo>
                    <a:pt x="1110" y="4336"/>
                  </a:lnTo>
                  <a:cubicBezTo>
                    <a:pt x="1494" y="4877"/>
                    <a:pt x="2873" y="4900"/>
                    <a:pt x="3164" y="4900"/>
                  </a:cubicBezTo>
                  <a:cubicBezTo>
                    <a:pt x="3192" y="4900"/>
                    <a:pt x="3210" y="4900"/>
                    <a:pt x="3216" y="4900"/>
                  </a:cubicBezTo>
                  <a:lnTo>
                    <a:pt x="4403" y="4900"/>
                  </a:lnTo>
                  <a:cubicBezTo>
                    <a:pt x="4680" y="4900"/>
                    <a:pt x="4910" y="4671"/>
                    <a:pt x="4910" y="4393"/>
                  </a:cubicBezTo>
                  <a:lnTo>
                    <a:pt x="4910" y="4374"/>
                  </a:lnTo>
                  <a:cubicBezTo>
                    <a:pt x="4910" y="4259"/>
                    <a:pt x="4862" y="4144"/>
                    <a:pt x="4785" y="4058"/>
                  </a:cubicBezTo>
                  <a:lnTo>
                    <a:pt x="5388" y="4058"/>
                  </a:lnTo>
                  <a:cubicBezTo>
                    <a:pt x="5666" y="4058"/>
                    <a:pt x="5886" y="3828"/>
                    <a:pt x="5886" y="3551"/>
                  </a:cubicBezTo>
                  <a:lnTo>
                    <a:pt x="5886" y="3541"/>
                  </a:lnTo>
                  <a:cubicBezTo>
                    <a:pt x="5886" y="3417"/>
                    <a:pt x="5848" y="3312"/>
                    <a:pt x="5781" y="3216"/>
                  </a:cubicBezTo>
                  <a:lnTo>
                    <a:pt x="5790" y="3216"/>
                  </a:lnTo>
                  <a:cubicBezTo>
                    <a:pt x="6068" y="3216"/>
                    <a:pt x="6288" y="2996"/>
                    <a:pt x="6288" y="2718"/>
                  </a:cubicBezTo>
                  <a:lnTo>
                    <a:pt x="6298" y="2699"/>
                  </a:lnTo>
                  <a:cubicBezTo>
                    <a:pt x="6298" y="2422"/>
                    <a:pt x="6077" y="2201"/>
                    <a:pt x="5800" y="2201"/>
                  </a:cubicBezTo>
                  <a:lnTo>
                    <a:pt x="5781" y="2201"/>
                  </a:lnTo>
                  <a:cubicBezTo>
                    <a:pt x="5857" y="2106"/>
                    <a:pt x="5905" y="1991"/>
                    <a:pt x="5905" y="1876"/>
                  </a:cubicBezTo>
                  <a:lnTo>
                    <a:pt x="5905" y="1857"/>
                  </a:lnTo>
                  <a:cubicBezTo>
                    <a:pt x="5905" y="1579"/>
                    <a:pt x="5675" y="1359"/>
                    <a:pt x="5398" y="1359"/>
                  </a:cubicBezTo>
                  <a:lnTo>
                    <a:pt x="3551" y="1359"/>
                  </a:lnTo>
                  <a:cubicBezTo>
                    <a:pt x="3790" y="1197"/>
                    <a:pt x="4077" y="938"/>
                    <a:pt x="4144" y="641"/>
                  </a:cubicBezTo>
                  <a:cubicBezTo>
                    <a:pt x="4182" y="469"/>
                    <a:pt x="4144" y="306"/>
                    <a:pt x="4039" y="172"/>
                  </a:cubicBezTo>
                  <a:lnTo>
                    <a:pt x="4001" y="125"/>
                  </a:lnTo>
                  <a:lnTo>
                    <a:pt x="3943" y="86"/>
                  </a:lnTo>
                  <a:cubicBezTo>
                    <a:pt x="3890" y="51"/>
                    <a:pt x="3789" y="1"/>
                    <a:pt x="3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p24"/>
            <p:cNvSpPr/>
            <p:nvPr/>
          </p:nvSpPr>
          <p:spPr>
            <a:xfrm>
              <a:off x="2995280" y="1575861"/>
              <a:ext cx="109583" cy="45115"/>
            </a:xfrm>
            <a:custGeom>
              <a:avLst/>
              <a:gdLst/>
              <a:ahLst/>
              <a:cxnLst/>
              <a:rect l="l" t="t" r="r" b="b"/>
              <a:pathLst>
                <a:path w="4173" h="1718" extrusionOk="0">
                  <a:moveTo>
                    <a:pt x="3633" y="0"/>
                  </a:moveTo>
                  <a:cubicBezTo>
                    <a:pt x="3460" y="0"/>
                    <a:pt x="3222" y="67"/>
                    <a:pt x="2910" y="292"/>
                  </a:cubicBezTo>
                  <a:cubicBezTo>
                    <a:pt x="2670" y="464"/>
                    <a:pt x="2402" y="579"/>
                    <a:pt x="2115" y="617"/>
                  </a:cubicBezTo>
                  <a:cubicBezTo>
                    <a:pt x="1675" y="694"/>
                    <a:pt x="1350" y="799"/>
                    <a:pt x="833" y="1469"/>
                  </a:cubicBezTo>
                  <a:lnTo>
                    <a:pt x="0" y="1469"/>
                  </a:lnTo>
                  <a:lnTo>
                    <a:pt x="0" y="1718"/>
                  </a:lnTo>
                  <a:lnTo>
                    <a:pt x="957" y="1718"/>
                  </a:lnTo>
                  <a:cubicBezTo>
                    <a:pt x="1474" y="1048"/>
                    <a:pt x="1675" y="943"/>
                    <a:pt x="2115" y="866"/>
                  </a:cubicBezTo>
                  <a:cubicBezTo>
                    <a:pt x="2402" y="828"/>
                    <a:pt x="2680" y="723"/>
                    <a:pt x="2910" y="550"/>
                  </a:cubicBezTo>
                  <a:cubicBezTo>
                    <a:pt x="3222" y="320"/>
                    <a:pt x="3463" y="254"/>
                    <a:pt x="3637" y="254"/>
                  </a:cubicBezTo>
                  <a:cubicBezTo>
                    <a:pt x="3789" y="254"/>
                    <a:pt x="3890" y="304"/>
                    <a:pt x="3943" y="340"/>
                  </a:cubicBezTo>
                  <a:lnTo>
                    <a:pt x="3991" y="368"/>
                  </a:lnTo>
                  <a:lnTo>
                    <a:pt x="4029" y="426"/>
                  </a:lnTo>
                  <a:cubicBezTo>
                    <a:pt x="4087" y="493"/>
                    <a:pt x="4116" y="560"/>
                    <a:pt x="4135" y="646"/>
                  </a:cubicBezTo>
                  <a:lnTo>
                    <a:pt x="4135" y="636"/>
                  </a:lnTo>
                  <a:cubicBezTo>
                    <a:pt x="4173" y="474"/>
                    <a:pt x="4135" y="301"/>
                    <a:pt x="4029" y="167"/>
                  </a:cubicBezTo>
                  <a:lnTo>
                    <a:pt x="3991" y="120"/>
                  </a:lnTo>
                  <a:lnTo>
                    <a:pt x="3943" y="91"/>
                  </a:lnTo>
                  <a:cubicBezTo>
                    <a:pt x="3885" y="51"/>
                    <a:pt x="3784" y="0"/>
                    <a:pt x="36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p24"/>
            <p:cNvSpPr/>
            <p:nvPr/>
          </p:nvSpPr>
          <p:spPr>
            <a:xfrm>
              <a:off x="3096565" y="1659157"/>
              <a:ext cx="53807" cy="13603"/>
            </a:xfrm>
            <a:custGeom>
              <a:avLst/>
              <a:gdLst/>
              <a:ahLst/>
              <a:cxnLst/>
              <a:rect l="l" t="t" r="r" b="b"/>
              <a:pathLst>
                <a:path w="2049" h="518" extrusionOk="0">
                  <a:moveTo>
                    <a:pt x="211" y="1"/>
                  </a:moveTo>
                  <a:cubicBezTo>
                    <a:pt x="0" y="1"/>
                    <a:pt x="0" y="326"/>
                    <a:pt x="211" y="326"/>
                  </a:cubicBezTo>
                  <a:lnTo>
                    <a:pt x="1847" y="326"/>
                  </a:lnTo>
                  <a:cubicBezTo>
                    <a:pt x="1876" y="326"/>
                    <a:pt x="1914" y="336"/>
                    <a:pt x="1943" y="364"/>
                  </a:cubicBezTo>
                  <a:cubicBezTo>
                    <a:pt x="1972" y="412"/>
                    <a:pt x="2000" y="460"/>
                    <a:pt x="2019" y="517"/>
                  </a:cubicBezTo>
                  <a:cubicBezTo>
                    <a:pt x="2029" y="469"/>
                    <a:pt x="2039" y="431"/>
                    <a:pt x="2048" y="383"/>
                  </a:cubicBezTo>
                  <a:cubicBezTo>
                    <a:pt x="2048" y="278"/>
                    <a:pt x="2019" y="163"/>
                    <a:pt x="1962" y="68"/>
                  </a:cubicBezTo>
                  <a:cubicBezTo>
                    <a:pt x="1952" y="58"/>
                    <a:pt x="1943" y="39"/>
                    <a:pt x="1924" y="29"/>
                  </a:cubicBezTo>
                  <a:cubicBezTo>
                    <a:pt x="1895" y="10"/>
                    <a:pt x="1866" y="1"/>
                    <a:pt x="1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p24"/>
            <p:cNvSpPr/>
            <p:nvPr/>
          </p:nvSpPr>
          <p:spPr>
            <a:xfrm>
              <a:off x="3087269" y="1682030"/>
              <a:ext cx="37210" cy="13340"/>
            </a:xfrm>
            <a:custGeom>
              <a:avLst/>
              <a:gdLst/>
              <a:ahLst/>
              <a:cxnLst/>
              <a:rect l="l" t="t" r="r" b="b"/>
              <a:pathLst>
                <a:path w="1417" h="508" extrusionOk="0">
                  <a:moveTo>
                    <a:pt x="211" y="0"/>
                  </a:moveTo>
                  <a:cubicBezTo>
                    <a:pt x="0" y="0"/>
                    <a:pt x="0" y="316"/>
                    <a:pt x="211" y="316"/>
                  </a:cubicBezTo>
                  <a:lnTo>
                    <a:pt x="1206" y="316"/>
                  </a:lnTo>
                  <a:cubicBezTo>
                    <a:pt x="1244" y="316"/>
                    <a:pt x="1273" y="335"/>
                    <a:pt x="1302" y="355"/>
                  </a:cubicBezTo>
                  <a:cubicBezTo>
                    <a:pt x="1340" y="402"/>
                    <a:pt x="1369" y="450"/>
                    <a:pt x="1388" y="508"/>
                  </a:cubicBezTo>
                  <a:cubicBezTo>
                    <a:pt x="1397" y="469"/>
                    <a:pt x="1407" y="422"/>
                    <a:pt x="1407" y="374"/>
                  </a:cubicBezTo>
                  <a:cubicBezTo>
                    <a:pt x="1416" y="268"/>
                    <a:pt x="1388" y="163"/>
                    <a:pt x="1330" y="67"/>
                  </a:cubicBezTo>
                  <a:cubicBezTo>
                    <a:pt x="1321" y="48"/>
                    <a:pt x="1302" y="29"/>
                    <a:pt x="1292" y="20"/>
                  </a:cubicBezTo>
                  <a:cubicBezTo>
                    <a:pt x="1263" y="0"/>
                    <a:pt x="1235" y="0"/>
                    <a:pt x="1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p24"/>
            <p:cNvSpPr/>
            <p:nvPr/>
          </p:nvSpPr>
          <p:spPr>
            <a:xfrm>
              <a:off x="3100819" y="1633265"/>
              <a:ext cx="59847" cy="17620"/>
            </a:xfrm>
            <a:custGeom>
              <a:avLst/>
              <a:gdLst/>
              <a:ahLst/>
              <a:cxnLst/>
              <a:rect l="l" t="t" r="r" b="b"/>
              <a:pathLst>
                <a:path w="2279" h="671" extrusionOk="0">
                  <a:moveTo>
                    <a:pt x="211" y="1"/>
                  </a:moveTo>
                  <a:cubicBezTo>
                    <a:pt x="1" y="1"/>
                    <a:pt x="1" y="317"/>
                    <a:pt x="211" y="317"/>
                  </a:cubicBezTo>
                  <a:lnTo>
                    <a:pt x="1781" y="317"/>
                  </a:lnTo>
                  <a:cubicBezTo>
                    <a:pt x="2001" y="317"/>
                    <a:pt x="2192" y="460"/>
                    <a:pt x="2259" y="671"/>
                  </a:cubicBezTo>
                  <a:cubicBezTo>
                    <a:pt x="2269" y="613"/>
                    <a:pt x="2279" y="565"/>
                    <a:pt x="2279" y="508"/>
                  </a:cubicBezTo>
                  <a:lnTo>
                    <a:pt x="2279" y="498"/>
                  </a:lnTo>
                  <a:cubicBezTo>
                    <a:pt x="2279" y="259"/>
                    <a:pt x="2116" y="49"/>
                    <a:pt x="1877" y="1"/>
                  </a:cubicBezTo>
                  <a:lnTo>
                    <a:pt x="1877" y="10"/>
                  </a:lnTo>
                  <a:cubicBezTo>
                    <a:pt x="1867" y="1"/>
                    <a:pt x="1848" y="1"/>
                    <a:pt x="18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9" name="Google Shape;2729;p24"/>
            <p:cNvSpPr/>
            <p:nvPr/>
          </p:nvSpPr>
          <p:spPr>
            <a:xfrm>
              <a:off x="3076949" y="1610918"/>
              <a:ext cx="73160" cy="17857"/>
            </a:xfrm>
            <a:custGeom>
              <a:avLst/>
              <a:gdLst/>
              <a:ahLst/>
              <a:cxnLst/>
              <a:rect l="l" t="t" r="r" b="b"/>
              <a:pathLst>
                <a:path w="2786" h="680" extrusionOk="0">
                  <a:moveTo>
                    <a:pt x="470" y="0"/>
                  </a:moveTo>
                  <a:cubicBezTo>
                    <a:pt x="326" y="124"/>
                    <a:pt x="163" y="230"/>
                    <a:pt x="1" y="325"/>
                  </a:cubicBezTo>
                  <a:lnTo>
                    <a:pt x="1695" y="325"/>
                  </a:lnTo>
                  <a:lnTo>
                    <a:pt x="1685" y="335"/>
                  </a:lnTo>
                  <a:lnTo>
                    <a:pt x="2278" y="335"/>
                  </a:lnTo>
                  <a:cubicBezTo>
                    <a:pt x="2498" y="335"/>
                    <a:pt x="2690" y="469"/>
                    <a:pt x="2757" y="680"/>
                  </a:cubicBezTo>
                  <a:cubicBezTo>
                    <a:pt x="2776" y="632"/>
                    <a:pt x="2786" y="574"/>
                    <a:pt x="2786" y="526"/>
                  </a:cubicBezTo>
                  <a:lnTo>
                    <a:pt x="2786" y="507"/>
                  </a:lnTo>
                  <a:cubicBezTo>
                    <a:pt x="2786" y="230"/>
                    <a:pt x="2556" y="0"/>
                    <a:pt x="22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0" name="Google Shape;2730;p24"/>
            <p:cNvSpPr/>
            <p:nvPr/>
          </p:nvSpPr>
          <p:spPr>
            <a:xfrm>
              <a:off x="2984960" y="1351285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307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307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1" name="Google Shape;2731;p24"/>
            <p:cNvSpPr/>
            <p:nvPr/>
          </p:nvSpPr>
          <p:spPr>
            <a:xfrm>
              <a:off x="3006572" y="1351285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298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298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2" name="Google Shape;2732;p24"/>
            <p:cNvSpPr/>
            <p:nvPr/>
          </p:nvSpPr>
          <p:spPr>
            <a:xfrm>
              <a:off x="3124690" y="1537258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307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307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3" name="Google Shape;2733;p24"/>
            <p:cNvSpPr/>
            <p:nvPr/>
          </p:nvSpPr>
          <p:spPr>
            <a:xfrm>
              <a:off x="3124690" y="1558897"/>
              <a:ext cx="15861" cy="15835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307" y="0"/>
                  </a:moveTo>
                  <a:cubicBezTo>
                    <a:pt x="135" y="0"/>
                    <a:pt x="1" y="134"/>
                    <a:pt x="1" y="297"/>
                  </a:cubicBezTo>
                  <a:cubicBezTo>
                    <a:pt x="1" y="469"/>
                    <a:pt x="135" y="603"/>
                    <a:pt x="307" y="603"/>
                  </a:cubicBezTo>
                  <a:cubicBezTo>
                    <a:pt x="470" y="603"/>
                    <a:pt x="604" y="469"/>
                    <a:pt x="604" y="297"/>
                  </a:cubicBezTo>
                  <a:cubicBezTo>
                    <a:pt x="604" y="134"/>
                    <a:pt x="470" y="0"/>
                    <a:pt x="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4" name="Google Shape;2734;p24"/>
            <p:cNvSpPr/>
            <p:nvPr/>
          </p:nvSpPr>
          <p:spPr>
            <a:xfrm>
              <a:off x="2798987" y="1469665"/>
              <a:ext cx="15861" cy="15598"/>
            </a:xfrm>
            <a:custGeom>
              <a:avLst/>
              <a:gdLst/>
              <a:ahLst/>
              <a:cxnLst/>
              <a:rect l="l" t="t" r="r" b="b"/>
              <a:pathLst>
                <a:path w="604" h="594" extrusionOk="0">
                  <a:moveTo>
                    <a:pt x="307" y="1"/>
                  </a:moveTo>
                  <a:cubicBezTo>
                    <a:pt x="135" y="1"/>
                    <a:pt x="1" y="135"/>
                    <a:pt x="1" y="297"/>
                  </a:cubicBezTo>
                  <a:cubicBezTo>
                    <a:pt x="1" y="460"/>
                    <a:pt x="135" y="594"/>
                    <a:pt x="307" y="594"/>
                  </a:cubicBezTo>
                  <a:cubicBezTo>
                    <a:pt x="470" y="594"/>
                    <a:pt x="604" y="460"/>
                    <a:pt x="604" y="29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5" name="Google Shape;2735;p24"/>
            <p:cNvSpPr/>
            <p:nvPr/>
          </p:nvSpPr>
          <p:spPr>
            <a:xfrm>
              <a:off x="2798987" y="1491277"/>
              <a:ext cx="15861" cy="15598"/>
            </a:xfrm>
            <a:custGeom>
              <a:avLst/>
              <a:gdLst/>
              <a:ahLst/>
              <a:cxnLst/>
              <a:rect l="l" t="t" r="r" b="b"/>
              <a:pathLst>
                <a:path w="604" h="594" extrusionOk="0">
                  <a:moveTo>
                    <a:pt x="307" y="1"/>
                  </a:moveTo>
                  <a:cubicBezTo>
                    <a:pt x="135" y="1"/>
                    <a:pt x="1" y="125"/>
                    <a:pt x="1" y="297"/>
                  </a:cubicBezTo>
                  <a:cubicBezTo>
                    <a:pt x="1" y="460"/>
                    <a:pt x="135" y="594"/>
                    <a:pt x="307" y="594"/>
                  </a:cubicBezTo>
                  <a:cubicBezTo>
                    <a:pt x="470" y="594"/>
                    <a:pt x="604" y="460"/>
                    <a:pt x="604" y="297"/>
                  </a:cubicBezTo>
                  <a:cubicBezTo>
                    <a:pt x="604" y="12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6" name="Google Shape;2736;p24"/>
            <p:cNvSpPr/>
            <p:nvPr/>
          </p:nvSpPr>
          <p:spPr>
            <a:xfrm>
              <a:off x="2917367" y="1677014"/>
              <a:ext cx="15598" cy="15835"/>
            </a:xfrm>
            <a:custGeom>
              <a:avLst/>
              <a:gdLst/>
              <a:ahLst/>
              <a:cxnLst/>
              <a:rect l="l" t="t" r="r" b="b"/>
              <a:pathLst>
                <a:path w="594" h="603" extrusionOk="0">
                  <a:moveTo>
                    <a:pt x="297" y="0"/>
                  </a:moveTo>
                  <a:cubicBezTo>
                    <a:pt x="134" y="0"/>
                    <a:pt x="0" y="134"/>
                    <a:pt x="0" y="306"/>
                  </a:cubicBezTo>
                  <a:cubicBezTo>
                    <a:pt x="0" y="469"/>
                    <a:pt x="134" y="603"/>
                    <a:pt x="297" y="603"/>
                  </a:cubicBezTo>
                  <a:cubicBezTo>
                    <a:pt x="460" y="603"/>
                    <a:pt x="594" y="469"/>
                    <a:pt x="594" y="306"/>
                  </a:cubicBezTo>
                  <a:cubicBezTo>
                    <a:pt x="594" y="134"/>
                    <a:pt x="460" y="0"/>
                    <a:pt x="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7" name="Google Shape;2737;p24"/>
            <p:cNvSpPr/>
            <p:nvPr/>
          </p:nvSpPr>
          <p:spPr>
            <a:xfrm>
              <a:off x="2938716" y="1677014"/>
              <a:ext cx="15861" cy="15835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307" y="0"/>
                  </a:moveTo>
                  <a:cubicBezTo>
                    <a:pt x="135" y="0"/>
                    <a:pt x="1" y="134"/>
                    <a:pt x="1" y="306"/>
                  </a:cubicBezTo>
                  <a:cubicBezTo>
                    <a:pt x="1" y="469"/>
                    <a:pt x="135" y="603"/>
                    <a:pt x="307" y="603"/>
                  </a:cubicBezTo>
                  <a:cubicBezTo>
                    <a:pt x="470" y="603"/>
                    <a:pt x="604" y="469"/>
                    <a:pt x="604" y="306"/>
                  </a:cubicBezTo>
                  <a:cubicBezTo>
                    <a:pt x="604" y="134"/>
                    <a:pt x="470" y="0"/>
                    <a:pt x="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8" name="Google Shape;2738;p24"/>
            <p:cNvSpPr/>
            <p:nvPr/>
          </p:nvSpPr>
          <p:spPr>
            <a:xfrm>
              <a:off x="2790190" y="1518430"/>
              <a:ext cx="95534" cy="32694"/>
            </a:xfrm>
            <a:custGeom>
              <a:avLst/>
              <a:gdLst/>
              <a:ahLst/>
              <a:cxnLst/>
              <a:rect l="l" t="t" r="r" b="b"/>
              <a:pathLst>
                <a:path w="3638" h="1245" extrusionOk="0">
                  <a:moveTo>
                    <a:pt x="20" y="0"/>
                  </a:moveTo>
                  <a:lnTo>
                    <a:pt x="20" y="1005"/>
                  </a:lnTo>
                  <a:cubicBezTo>
                    <a:pt x="1" y="1130"/>
                    <a:pt x="97" y="1235"/>
                    <a:pt x="221" y="1244"/>
                  </a:cubicBezTo>
                  <a:lnTo>
                    <a:pt x="3418" y="1244"/>
                  </a:lnTo>
                  <a:cubicBezTo>
                    <a:pt x="3542" y="1235"/>
                    <a:pt x="3638" y="1130"/>
                    <a:pt x="3618" y="1005"/>
                  </a:cubicBezTo>
                  <a:cubicBezTo>
                    <a:pt x="3618" y="996"/>
                    <a:pt x="3618" y="986"/>
                    <a:pt x="3618" y="976"/>
                  </a:cubicBezTo>
                  <a:lnTo>
                    <a:pt x="36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p24"/>
            <p:cNvSpPr/>
            <p:nvPr/>
          </p:nvSpPr>
          <p:spPr>
            <a:xfrm>
              <a:off x="2814323" y="1518430"/>
              <a:ext cx="71401" cy="32694"/>
            </a:xfrm>
            <a:custGeom>
              <a:avLst/>
              <a:gdLst/>
              <a:ahLst/>
              <a:cxnLst/>
              <a:rect l="l" t="t" r="r" b="b"/>
              <a:pathLst>
                <a:path w="2719" h="1245" extrusionOk="0">
                  <a:moveTo>
                    <a:pt x="1" y="0"/>
                  </a:moveTo>
                  <a:lnTo>
                    <a:pt x="1" y="1244"/>
                  </a:lnTo>
                  <a:lnTo>
                    <a:pt x="2499" y="1244"/>
                  </a:lnTo>
                  <a:cubicBezTo>
                    <a:pt x="2623" y="1235"/>
                    <a:pt x="2719" y="1130"/>
                    <a:pt x="2699" y="1005"/>
                  </a:cubicBezTo>
                  <a:cubicBezTo>
                    <a:pt x="2699" y="996"/>
                    <a:pt x="2699" y="986"/>
                    <a:pt x="2699" y="976"/>
                  </a:cubicBezTo>
                  <a:lnTo>
                    <a:pt x="2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p24"/>
            <p:cNvSpPr/>
            <p:nvPr/>
          </p:nvSpPr>
          <p:spPr>
            <a:xfrm>
              <a:off x="2966631" y="1605324"/>
              <a:ext cx="32694" cy="94825"/>
            </a:xfrm>
            <a:custGeom>
              <a:avLst/>
              <a:gdLst/>
              <a:ahLst/>
              <a:cxnLst/>
              <a:rect l="l" t="t" r="r" b="b"/>
              <a:pathLst>
                <a:path w="1245" h="3611" extrusionOk="0">
                  <a:moveTo>
                    <a:pt x="1035" y="0"/>
                  </a:moveTo>
                  <a:cubicBezTo>
                    <a:pt x="1025" y="0"/>
                    <a:pt x="1015" y="1"/>
                    <a:pt x="1005" y="3"/>
                  </a:cubicBezTo>
                  <a:lnTo>
                    <a:pt x="0" y="3"/>
                  </a:lnTo>
                  <a:lnTo>
                    <a:pt x="0" y="3611"/>
                  </a:lnTo>
                  <a:lnTo>
                    <a:pt x="1005" y="3611"/>
                  </a:lnTo>
                  <a:lnTo>
                    <a:pt x="1005" y="3601"/>
                  </a:lnTo>
                  <a:cubicBezTo>
                    <a:pt x="1015" y="3603"/>
                    <a:pt x="1025" y="3603"/>
                    <a:pt x="1035" y="3603"/>
                  </a:cubicBezTo>
                  <a:cubicBezTo>
                    <a:pt x="1139" y="3603"/>
                    <a:pt x="1236" y="3514"/>
                    <a:pt x="1244" y="3400"/>
                  </a:cubicBezTo>
                  <a:lnTo>
                    <a:pt x="1244" y="203"/>
                  </a:lnTo>
                  <a:cubicBezTo>
                    <a:pt x="1236" y="90"/>
                    <a:pt x="1139" y="0"/>
                    <a:pt x="10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1" name="Google Shape;2741;p24"/>
            <p:cNvSpPr/>
            <p:nvPr/>
          </p:nvSpPr>
          <p:spPr>
            <a:xfrm>
              <a:off x="2966368" y="1629247"/>
              <a:ext cx="32956" cy="70718"/>
            </a:xfrm>
            <a:custGeom>
              <a:avLst/>
              <a:gdLst/>
              <a:ahLst/>
              <a:cxnLst/>
              <a:rect l="l" t="t" r="r" b="b"/>
              <a:pathLst>
                <a:path w="1255" h="2693" extrusionOk="0">
                  <a:moveTo>
                    <a:pt x="1" y="1"/>
                  </a:moveTo>
                  <a:lnTo>
                    <a:pt x="1" y="2690"/>
                  </a:lnTo>
                  <a:lnTo>
                    <a:pt x="1015" y="2690"/>
                  </a:lnTo>
                  <a:cubicBezTo>
                    <a:pt x="1025" y="2692"/>
                    <a:pt x="1035" y="2692"/>
                    <a:pt x="1045" y="2692"/>
                  </a:cubicBezTo>
                  <a:cubicBezTo>
                    <a:pt x="1149" y="2692"/>
                    <a:pt x="1246" y="2603"/>
                    <a:pt x="1254" y="2489"/>
                  </a:cubicBezTo>
                  <a:lnTo>
                    <a:pt x="1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p24"/>
            <p:cNvSpPr/>
            <p:nvPr/>
          </p:nvSpPr>
          <p:spPr>
            <a:xfrm>
              <a:off x="3053578" y="1491041"/>
              <a:ext cx="95534" cy="32694"/>
            </a:xfrm>
            <a:custGeom>
              <a:avLst/>
              <a:gdLst/>
              <a:ahLst/>
              <a:cxnLst/>
              <a:rect l="l" t="t" r="r" b="b"/>
              <a:pathLst>
                <a:path w="3638" h="1245" extrusionOk="0">
                  <a:moveTo>
                    <a:pt x="221" y="0"/>
                  </a:moveTo>
                  <a:cubicBezTo>
                    <a:pt x="96" y="10"/>
                    <a:pt x="1" y="115"/>
                    <a:pt x="20" y="239"/>
                  </a:cubicBezTo>
                  <a:cubicBezTo>
                    <a:pt x="20" y="249"/>
                    <a:pt x="10" y="258"/>
                    <a:pt x="20" y="268"/>
                  </a:cubicBezTo>
                  <a:lnTo>
                    <a:pt x="20" y="1244"/>
                  </a:lnTo>
                  <a:lnTo>
                    <a:pt x="3618" y="1244"/>
                  </a:lnTo>
                  <a:lnTo>
                    <a:pt x="3618" y="239"/>
                  </a:lnTo>
                  <a:cubicBezTo>
                    <a:pt x="3637" y="115"/>
                    <a:pt x="3542" y="10"/>
                    <a:pt x="34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p24"/>
            <p:cNvSpPr/>
            <p:nvPr/>
          </p:nvSpPr>
          <p:spPr>
            <a:xfrm>
              <a:off x="3053578" y="1491041"/>
              <a:ext cx="71401" cy="32930"/>
            </a:xfrm>
            <a:custGeom>
              <a:avLst/>
              <a:gdLst/>
              <a:ahLst/>
              <a:cxnLst/>
              <a:rect l="l" t="t" r="r" b="b"/>
              <a:pathLst>
                <a:path w="2719" h="1254" extrusionOk="0">
                  <a:moveTo>
                    <a:pt x="221" y="0"/>
                  </a:moveTo>
                  <a:cubicBezTo>
                    <a:pt x="96" y="10"/>
                    <a:pt x="1" y="115"/>
                    <a:pt x="20" y="239"/>
                  </a:cubicBezTo>
                  <a:cubicBezTo>
                    <a:pt x="20" y="249"/>
                    <a:pt x="10" y="258"/>
                    <a:pt x="20" y="278"/>
                  </a:cubicBezTo>
                  <a:lnTo>
                    <a:pt x="20" y="1254"/>
                  </a:lnTo>
                  <a:lnTo>
                    <a:pt x="2719" y="1254"/>
                  </a:lnTo>
                  <a:lnTo>
                    <a:pt x="27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4" name="Google Shape;2744;p24"/>
            <p:cNvSpPr/>
            <p:nvPr/>
          </p:nvSpPr>
          <p:spPr>
            <a:xfrm>
              <a:off x="2941001" y="1341989"/>
              <a:ext cx="32694" cy="94851"/>
            </a:xfrm>
            <a:custGeom>
              <a:avLst/>
              <a:gdLst/>
              <a:ahLst/>
              <a:cxnLst/>
              <a:rect l="l" t="t" r="r" b="b"/>
              <a:pathLst>
                <a:path w="1245" h="3612" extrusionOk="0">
                  <a:moveTo>
                    <a:pt x="239" y="1"/>
                  </a:moveTo>
                  <a:lnTo>
                    <a:pt x="239" y="10"/>
                  </a:lnTo>
                  <a:cubicBezTo>
                    <a:pt x="229" y="9"/>
                    <a:pt x="220" y="8"/>
                    <a:pt x="210" y="8"/>
                  </a:cubicBezTo>
                  <a:cubicBezTo>
                    <a:pt x="106" y="8"/>
                    <a:pt x="9" y="98"/>
                    <a:pt x="0" y="211"/>
                  </a:cubicBezTo>
                  <a:lnTo>
                    <a:pt x="0" y="3408"/>
                  </a:lnTo>
                  <a:cubicBezTo>
                    <a:pt x="9" y="3522"/>
                    <a:pt x="106" y="3611"/>
                    <a:pt x="210" y="3611"/>
                  </a:cubicBezTo>
                  <a:cubicBezTo>
                    <a:pt x="220" y="3611"/>
                    <a:pt x="229" y="3611"/>
                    <a:pt x="239" y="3609"/>
                  </a:cubicBezTo>
                  <a:lnTo>
                    <a:pt x="1244" y="3609"/>
                  </a:lnTo>
                  <a:lnTo>
                    <a:pt x="12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p24"/>
            <p:cNvSpPr/>
            <p:nvPr/>
          </p:nvSpPr>
          <p:spPr>
            <a:xfrm>
              <a:off x="2941001" y="1341989"/>
              <a:ext cx="32930" cy="70902"/>
            </a:xfrm>
            <a:custGeom>
              <a:avLst/>
              <a:gdLst/>
              <a:ahLst/>
              <a:cxnLst/>
              <a:rect l="l" t="t" r="r" b="b"/>
              <a:pathLst>
                <a:path w="1254" h="2700" extrusionOk="0">
                  <a:moveTo>
                    <a:pt x="249" y="1"/>
                  </a:moveTo>
                  <a:lnTo>
                    <a:pt x="239" y="10"/>
                  </a:lnTo>
                  <a:cubicBezTo>
                    <a:pt x="229" y="9"/>
                    <a:pt x="220" y="8"/>
                    <a:pt x="210" y="8"/>
                  </a:cubicBezTo>
                  <a:cubicBezTo>
                    <a:pt x="106" y="8"/>
                    <a:pt x="9" y="98"/>
                    <a:pt x="0" y="211"/>
                  </a:cubicBezTo>
                  <a:lnTo>
                    <a:pt x="0" y="2700"/>
                  </a:lnTo>
                  <a:lnTo>
                    <a:pt x="1254" y="2700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25"/>
          <p:cNvSpPr txBox="1">
            <a:spLocks noGrp="1"/>
          </p:cNvSpPr>
          <p:nvPr>
            <p:ph type="title"/>
          </p:nvPr>
        </p:nvSpPr>
        <p:spPr>
          <a:xfrm>
            <a:off x="311700" y="155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4. Стейкхолдеры</a:t>
            </a:r>
            <a:endParaRPr/>
          </a:p>
        </p:txBody>
      </p:sp>
      <p:sp>
        <p:nvSpPr>
          <p:cNvPr id="2751" name="Google Shape;2751;p25"/>
          <p:cNvSpPr txBox="1">
            <a:spLocks noGrp="1"/>
          </p:cNvSpPr>
          <p:nvPr>
            <p:ph type="body" idx="1"/>
          </p:nvPr>
        </p:nvSpPr>
        <p:spPr>
          <a:xfrm>
            <a:off x="661000" y="2892100"/>
            <a:ext cx="8171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Если вы понимаете, что вам неизвестны истинные цели, интересы или предпочтения кого-то из ваших стейкхолдеров, или неизвестны сами стейкхолдеры — скорее фиксируйте вопросы про них в HADI-таблицу.</a:t>
            </a:r>
            <a:endParaRPr>
              <a:solidFill>
                <a:srgbClr val="000000"/>
              </a:solidFill>
            </a:endParaRPr>
          </a:p>
        </p:txBody>
      </p:sp>
      <p:graphicFrame>
        <p:nvGraphicFramePr>
          <p:cNvPr id="2752" name="Google Shape;2752;p25"/>
          <p:cNvGraphicFramePr/>
          <p:nvPr>
            <p:extLst>
              <p:ext uri="{D42A27DB-BD31-4B8C-83A1-F6EECF244321}">
                <p14:modId xmlns:p14="http://schemas.microsoft.com/office/powerpoint/2010/main" val="3875684144"/>
              </p:ext>
            </p:extLst>
          </p:nvPr>
        </p:nvGraphicFramePr>
        <p:xfrm>
          <a:off x="339525" y="674472"/>
          <a:ext cx="8464950" cy="2131400"/>
        </p:xfrm>
        <a:graphic>
          <a:graphicData uri="http://schemas.openxmlformats.org/drawingml/2006/table">
            <a:tbl>
              <a:tblPr>
                <a:noFill/>
                <a:tableStyleId>{20504D29-373D-4A2F-97A8-D9C9CCB7FAD4}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Проектная роль</a:t>
                      </a:r>
                      <a:endParaRPr sz="1100" b="1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Кто исполняет?</a:t>
                      </a:r>
                      <a:endParaRPr sz="1100" b="1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(если известен)</a:t>
                      </a:r>
                      <a:endParaRPr sz="1100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Чего хочет?</a:t>
                      </a:r>
                      <a:endParaRPr sz="1100" b="1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(цели, интересы, предпочтения)</a:t>
                      </a:r>
                      <a:endParaRPr sz="1100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Заказчик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Фонд содействия инновациям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Исполнения условий договора «УМНИК»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Пользователь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Промышленные предприятия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Повышения качества производства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Держатель ресурсов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Севастопольский государственный университет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Повышения имиджа высшего учебного заведения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Команда реализации проекта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 dirty="0" err="1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Silisium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800" u="none" strike="noStrike" cap="none" dirty="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Повышение уровня компетенций и наработка портфолио</a:t>
                      </a: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 dirty="0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L="36000" marR="36000" marT="18000" marB="18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753" name="Google Shape;2753;p25"/>
          <p:cNvPicPr preferRelativeResize="0"/>
          <p:nvPr/>
        </p:nvPicPr>
        <p:blipFill rotWithShape="1">
          <a:blip r:embed="rId3">
            <a:alphaModFix/>
          </a:blip>
          <a:srcRect l="2476" t="445" b="514"/>
          <a:stretch/>
        </p:blipFill>
        <p:spPr>
          <a:xfrm flipH="1">
            <a:off x="140675" y="3048225"/>
            <a:ext cx="470550" cy="720785"/>
          </a:xfrm>
          <a:prstGeom prst="rect">
            <a:avLst/>
          </a:prstGeom>
          <a:noFill/>
          <a:ln>
            <a:noFill/>
          </a:ln>
        </p:spPr>
      </p:pic>
      <p:sp>
        <p:nvSpPr>
          <p:cNvPr id="2754" name="Google Shape;2754;p25"/>
          <p:cNvSpPr txBox="1"/>
          <p:nvPr/>
        </p:nvSpPr>
        <p:spPr>
          <a:xfrm>
            <a:off x="311700" y="4242375"/>
            <a:ext cx="75942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Кстати, удобно выявлять стейкхолдеров с помощью сценарного анализа — когда мы по шагам разбираем ситуацию, то тут же обнаруживаем, кто в неё вовлечен.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grpSp>
        <p:nvGrpSpPr>
          <p:cNvPr id="2755" name="Google Shape;2755;p25"/>
          <p:cNvGrpSpPr/>
          <p:nvPr/>
        </p:nvGrpSpPr>
        <p:grpSpPr>
          <a:xfrm>
            <a:off x="8490011" y="7"/>
            <a:ext cx="654125" cy="630028"/>
            <a:chOff x="2778137" y="1329174"/>
            <a:chExt cx="382529" cy="382530"/>
          </a:xfrm>
        </p:grpSpPr>
        <p:sp>
          <p:nvSpPr>
            <p:cNvPr id="2756" name="Google Shape;2756;p25"/>
            <p:cNvSpPr/>
            <p:nvPr/>
          </p:nvSpPr>
          <p:spPr>
            <a:xfrm>
              <a:off x="2968390" y="1342252"/>
              <a:ext cx="96768" cy="94510"/>
            </a:xfrm>
            <a:custGeom>
              <a:avLst/>
              <a:gdLst/>
              <a:ahLst/>
              <a:cxnLst/>
              <a:rect l="l" t="t" r="r" b="b"/>
              <a:pathLst>
                <a:path w="3685" h="3599" extrusionOk="0">
                  <a:moveTo>
                    <a:pt x="0" y="0"/>
                  </a:moveTo>
                  <a:lnTo>
                    <a:pt x="0" y="3599"/>
                  </a:lnTo>
                  <a:lnTo>
                    <a:pt x="2929" y="3599"/>
                  </a:lnTo>
                  <a:lnTo>
                    <a:pt x="2709" y="3149"/>
                  </a:lnTo>
                  <a:cubicBezTo>
                    <a:pt x="2651" y="3044"/>
                    <a:pt x="2594" y="2939"/>
                    <a:pt x="2517" y="2843"/>
                  </a:cubicBezTo>
                  <a:cubicBezTo>
                    <a:pt x="2087" y="2240"/>
                    <a:pt x="2297" y="1991"/>
                    <a:pt x="2335" y="1953"/>
                  </a:cubicBezTo>
                  <a:cubicBezTo>
                    <a:pt x="2410" y="1886"/>
                    <a:pt x="2508" y="1848"/>
                    <a:pt x="2611" y="1848"/>
                  </a:cubicBezTo>
                  <a:cubicBezTo>
                    <a:pt x="2640" y="1848"/>
                    <a:pt x="2669" y="1851"/>
                    <a:pt x="2699" y="1857"/>
                  </a:cubicBezTo>
                  <a:cubicBezTo>
                    <a:pt x="2852" y="1895"/>
                    <a:pt x="2986" y="1982"/>
                    <a:pt x="3091" y="2106"/>
                  </a:cubicBezTo>
                  <a:lnTo>
                    <a:pt x="3627" y="2651"/>
                  </a:lnTo>
                  <a:lnTo>
                    <a:pt x="3627" y="412"/>
                  </a:lnTo>
                  <a:cubicBezTo>
                    <a:pt x="3627" y="393"/>
                    <a:pt x="3627" y="374"/>
                    <a:pt x="3627" y="355"/>
                  </a:cubicBezTo>
                  <a:lnTo>
                    <a:pt x="3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p25"/>
            <p:cNvSpPr/>
            <p:nvPr/>
          </p:nvSpPr>
          <p:spPr>
            <a:xfrm>
              <a:off x="2968390" y="1413127"/>
              <a:ext cx="76916" cy="23634"/>
            </a:xfrm>
            <a:custGeom>
              <a:avLst/>
              <a:gdLst/>
              <a:ahLst/>
              <a:cxnLst/>
              <a:rect l="l" t="t" r="r" b="b"/>
              <a:pathLst>
                <a:path w="2929" h="900" extrusionOk="0">
                  <a:moveTo>
                    <a:pt x="0" y="0"/>
                  </a:moveTo>
                  <a:lnTo>
                    <a:pt x="0" y="900"/>
                  </a:lnTo>
                  <a:lnTo>
                    <a:pt x="2929" y="900"/>
                  </a:lnTo>
                  <a:lnTo>
                    <a:pt x="2709" y="450"/>
                  </a:lnTo>
                  <a:cubicBezTo>
                    <a:pt x="2661" y="335"/>
                    <a:pt x="2594" y="230"/>
                    <a:pt x="2527" y="134"/>
                  </a:cubicBezTo>
                  <a:cubicBezTo>
                    <a:pt x="2489" y="86"/>
                    <a:pt x="2460" y="39"/>
                    <a:pt x="2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25"/>
            <p:cNvSpPr/>
            <p:nvPr/>
          </p:nvSpPr>
          <p:spPr>
            <a:xfrm>
              <a:off x="2873880" y="1605640"/>
              <a:ext cx="96794" cy="94247"/>
            </a:xfrm>
            <a:custGeom>
              <a:avLst/>
              <a:gdLst/>
              <a:ahLst/>
              <a:cxnLst/>
              <a:rect l="l" t="t" r="r" b="b"/>
              <a:pathLst>
                <a:path w="3686" h="3589" extrusionOk="0">
                  <a:moveTo>
                    <a:pt x="766" y="0"/>
                  </a:moveTo>
                  <a:lnTo>
                    <a:pt x="977" y="440"/>
                  </a:lnTo>
                  <a:cubicBezTo>
                    <a:pt x="1034" y="555"/>
                    <a:pt x="1092" y="651"/>
                    <a:pt x="1168" y="756"/>
                  </a:cubicBezTo>
                  <a:cubicBezTo>
                    <a:pt x="1599" y="1349"/>
                    <a:pt x="1389" y="1608"/>
                    <a:pt x="1350" y="1637"/>
                  </a:cubicBezTo>
                  <a:cubicBezTo>
                    <a:pt x="1276" y="1704"/>
                    <a:pt x="1178" y="1742"/>
                    <a:pt x="1075" y="1742"/>
                  </a:cubicBezTo>
                  <a:cubicBezTo>
                    <a:pt x="1046" y="1742"/>
                    <a:pt x="1016" y="1739"/>
                    <a:pt x="987" y="1732"/>
                  </a:cubicBezTo>
                  <a:cubicBezTo>
                    <a:pt x="843" y="1684"/>
                    <a:pt x="699" y="1598"/>
                    <a:pt x="594" y="1483"/>
                  </a:cubicBezTo>
                  <a:lnTo>
                    <a:pt x="58" y="938"/>
                  </a:lnTo>
                  <a:lnTo>
                    <a:pt x="58" y="3177"/>
                  </a:lnTo>
                  <a:cubicBezTo>
                    <a:pt x="58" y="3197"/>
                    <a:pt x="58" y="3216"/>
                    <a:pt x="58" y="3225"/>
                  </a:cubicBezTo>
                  <a:lnTo>
                    <a:pt x="1" y="3589"/>
                  </a:lnTo>
                  <a:lnTo>
                    <a:pt x="3685" y="3589"/>
                  </a:lnTo>
                  <a:lnTo>
                    <a:pt x="3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25"/>
            <p:cNvSpPr/>
            <p:nvPr/>
          </p:nvSpPr>
          <p:spPr>
            <a:xfrm>
              <a:off x="2893996" y="1605640"/>
              <a:ext cx="76679" cy="23398"/>
            </a:xfrm>
            <a:custGeom>
              <a:avLst/>
              <a:gdLst/>
              <a:ahLst/>
              <a:cxnLst/>
              <a:rect l="l" t="t" r="r" b="b"/>
              <a:pathLst>
                <a:path w="2920" h="891" extrusionOk="0">
                  <a:moveTo>
                    <a:pt x="0" y="0"/>
                  </a:moveTo>
                  <a:lnTo>
                    <a:pt x="211" y="440"/>
                  </a:lnTo>
                  <a:cubicBezTo>
                    <a:pt x="268" y="555"/>
                    <a:pt x="326" y="651"/>
                    <a:pt x="402" y="756"/>
                  </a:cubicBezTo>
                  <a:cubicBezTo>
                    <a:pt x="441" y="804"/>
                    <a:pt x="469" y="852"/>
                    <a:pt x="498" y="890"/>
                  </a:cubicBezTo>
                  <a:lnTo>
                    <a:pt x="2919" y="890"/>
                  </a:lnTo>
                  <a:lnTo>
                    <a:pt x="29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p25"/>
            <p:cNvSpPr/>
            <p:nvPr/>
          </p:nvSpPr>
          <p:spPr>
            <a:xfrm>
              <a:off x="2784912" y="1546056"/>
              <a:ext cx="132744" cy="165648"/>
            </a:xfrm>
            <a:custGeom>
              <a:avLst/>
              <a:gdLst/>
              <a:ahLst/>
              <a:cxnLst/>
              <a:rect l="l" t="t" r="r" b="b"/>
              <a:pathLst>
                <a:path w="5055" h="6308" extrusionOk="0">
                  <a:moveTo>
                    <a:pt x="585" y="1"/>
                  </a:moveTo>
                  <a:lnTo>
                    <a:pt x="585" y="1121"/>
                  </a:lnTo>
                  <a:cubicBezTo>
                    <a:pt x="1" y="1551"/>
                    <a:pt x="20" y="3159"/>
                    <a:pt x="30" y="3226"/>
                  </a:cubicBezTo>
                  <a:lnTo>
                    <a:pt x="30" y="4422"/>
                  </a:lnTo>
                  <a:cubicBezTo>
                    <a:pt x="30" y="4700"/>
                    <a:pt x="250" y="4920"/>
                    <a:pt x="527" y="4920"/>
                  </a:cubicBezTo>
                  <a:lnTo>
                    <a:pt x="546" y="4920"/>
                  </a:lnTo>
                  <a:cubicBezTo>
                    <a:pt x="661" y="4920"/>
                    <a:pt x="776" y="4882"/>
                    <a:pt x="872" y="4805"/>
                  </a:cubicBezTo>
                  <a:lnTo>
                    <a:pt x="872" y="5399"/>
                  </a:lnTo>
                  <a:cubicBezTo>
                    <a:pt x="872" y="5676"/>
                    <a:pt x="1092" y="5906"/>
                    <a:pt x="1369" y="5906"/>
                  </a:cubicBezTo>
                  <a:lnTo>
                    <a:pt x="1389" y="5906"/>
                  </a:lnTo>
                  <a:cubicBezTo>
                    <a:pt x="1503" y="5906"/>
                    <a:pt x="1618" y="5868"/>
                    <a:pt x="1704" y="5791"/>
                  </a:cubicBezTo>
                  <a:lnTo>
                    <a:pt x="1704" y="5801"/>
                  </a:lnTo>
                  <a:cubicBezTo>
                    <a:pt x="1704" y="6078"/>
                    <a:pt x="1934" y="6308"/>
                    <a:pt x="2212" y="6308"/>
                  </a:cubicBezTo>
                  <a:lnTo>
                    <a:pt x="2221" y="6308"/>
                  </a:lnTo>
                  <a:cubicBezTo>
                    <a:pt x="2499" y="6308"/>
                    <a:pt x="2728" y="6078"/>
                    <a:pt x="2728" y="5801"/>
                  </a:cubicBezTo>
                  <a:lnTo>
                    <a:pt x="2728" y="5791"/>
                  </a:lnTo>
                  <a:cubicBezTo>
                    <a:pt x="2815" y="5868"/>
                    <a:pt x="2929" y="5906"/>
                    <a:pt x="3044" y="5906"/>
                  </a:cubicBezTo>
                  <a:lnTo>
                    <a:pt x="3063" y="5906"/>
                  </a:lnTo>
                  <a:cubicBezTo>
                    <a:pt x="3341" y="5906"/>
                    <a:pt x="3571" y="5686"/>
                    <a:pt x="3571" y="5408"/>
                  </a:cubicBezTo>
                  <a:lnTo>
                    <a:pt x="3571" y="3561"/>
                  </a:lnTo>
                  <a:cubicBezTo>
                    <a:pt x="3724" y="3791"/>
                    <a:pt x="3982" y="4087"/>
                    <a:pt x="4288" y="4145"/>
                  </a:cubicBezTo>
                  <a:cubicBezTo>
                    <a:pt x="4330" y="4155"/>
                    <a:pt x="4372" y="4159"/>
                    <a:pt x="4413" y="4159"/>
                  </a:cubicBezTo>
                  <a:cubicBezTo>
                    <a:pt x="4536" y="4159"/>
                    <a:pt x="4657" y="4118"/>
                    <a:pt x="4757" y="4040"/>
                  </a:cubicBezTo>
                  <a:lnTo>
                    <a:pt x="4805" y="4001"/>
                  </a:lnTo>
                  <a:lnTo>
                    <a:pt x="4834" y="3953"/>
                  </a:lnTo>
                  <a:cubicBezTo>
                    <a:pt x="4920" y="3829"/>
                    <a:pt x="5054" y="3504"/>
                    <a:pt x="4633" y="2920"/>
                  </a:cubicBezTo>
                  <a:cubicBezTo>
                    <a:pt x="4451" y="2681"/>
                    <a:pt x="4346" y="2413"/>
                    <a:pt x="4308" y="2126"/>
                  </a:cubicBezTo>
                  <a:cubicBezTo>
                    <a:pt x="4231" y="1685"/>
                    <a:pt x="4126" y="1360"/>
                    <a:pt x="3456" y="843"/>
                  </a:cubicBezTo>
                  <a:lnTo>
                    <a:pt x="34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p25"/>
            <p:cNvSpPr/>
            <p:nvPr/>
          </p:nvSpPr>
          <p:spPr>
            <a:xfrm>
              <a:off x="2784912" y="1546056"/>
              <a:ext cx="24159" cy="129225"/>
            </a:xfrm>
            <a:custGeom>
              <a:avLst/>
              <a:gdLst/>
              <a:ahLst/>
              <a:cxnLst/>
              <a:rect l="l" t="t" r="r" b="b"/>
              <a:pathLst>
                <a:path w="920" h="4921" extrusionOk="0">
                  <a:moveTo>
                    <a:pt x="585" y="1"/>
                  </a:moveTo>
                  <a:lnTo>
                    <a:pt x="585" y="1121"/>
                  </a:lnTo>
                  <a:cubicBezTo>
                    <a:pt x="1" y="1542"/>
                    <a:pt x="20" y="3159"/>
                    <a:pt x="30" y="3226"/>
                  </a:cubicBezTo>
                  <a:lnTo>
                    <a:pt x="30" y="4422"/>
                  </a:lnTo>
                  <a:cubicBezTo>
                    <a:pt x="30" y="4700"/>
                    <a:pt x="250" y="4920"/>
                    <a:pt x="527" y="4920"/>
                  </a:cubicBezTo>
                  <a:lnTo>
                    <a:pt x="546" y="4920"/>
                  </a:lnTo>
                  <a:cubicBezTo>
                    <a:pt x="604" y="4920"/>
                    <a:pt x="652" y="4910"/>
                    <a:pt x="700" y="4901"/>
                  </a:cubicBezTo>
                  <a:cubicBezTo>
                    <a:pt x="499" y="4824"/>
                    <a:pt x="355" y="4633"/>
                    <a:pt x="355" y="4422"/>
                  </a:cubicBezTo>
                  <a:lnTo>
                    <a:pt x="355" y="3226"/>
                  </a:lnTo>
                  <a:cubicBezTo>
                    <a:pt x="355" y="3159"/>
                    <a:pt x="326" y="1637"/>
                    <a:pt x="920" y="1216"/>
                  </a:cubicBezTo>
                  <a:lnTo>
                    <a:pt x="9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p25"/>
            <p:cNvSpPr/>
            <p:nvPr/>
          </p:nvSpPr>
          <p:spPr>
            <a:xfrm>
              <a:off x="2807548" y="1632398"/>
              <a:ext cx="17857" cy="68749"/>
            </a:xfrm>
            <a:custGeom>
              <a:avLst/>
              <a:gdLst/>
              <a:ahLst/>
              <a:cxnLst/>
              <a:rect l="l" t="t" r="r" b="b"/>
              <a:pathLst>
                <a:path w="680" h="2618" extrusionOk="0">
                  <a:moveTo>
                    <a:pt x="163" y="0"/>
                  </a:moveTo>
                  <a:cubicBezTo>
                    <a:pt x="82" y="0"/>
                    <a:pt x="0" y="53"/>
                    <a:pt x="0" y="158"/>
                  </a:cubicBezTo>
                  <a:lnTo>
                    <a:pt x="0" y="1776"/>
                  </a:lnTo>
                  <a:lnTo>
                    <a:pt x="0" y="2120"/>
                  </a:lnTo>
                  <a:cubicBezTo>
                    <a:pt x="0" y="2398"/>
                    <a:pt x="230" y="2618"/>
                    <a:pt x="507" y="2618"/>
                  </a:cubicBezTo>
                  <a:lnTo>
                    <a:pt x="527" y="2618"/>
                  </a:lnTo>
                  <a:cubicBezTo>
                    <a:pt x="574" y="2618"/>
                    <a:pt x="632" y="2608"/>
                    <a:pt x="680" y="2599"/>
                  </a:cubicBezTo>
                  <a:cubicBezTo>
                    <a:pt x="469" y="2522"/>
                    <a:pt x="335" y="2331"/>
                    <a:pt x="335" y="2111"/>
                  </a:cubicBezTo>
                  <a:lnTo>
                    <a:pt x="335" y="1517"/>
                  </a:lnTo>
                  <a:lnTo>
                    <a:pt x="326" y="1527"/>
                  </a:lnTo>
                  <a:lnTo>
                    <a:pt x="326" y="158"/>
                  </a:lnTo>
                  <a:cubicBezTo>
                    <a:pt x="326" y="53"/>
                    <a:pt x="244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25"/>
            <p:cNvSpPr/>
            <p:nvPr/>
          </p:nvSpPr>
          <p:spPr>
            <a:xfrm>
              <a:off x="2855787" y="1648968"/>
              <a:ext cx="13603" cy="51995"/>
            </a:xfrm>
            <a:custGeom>
              <a:avLst/>
              <a:gdLst/>
              <a:ahLst/>
              <a:cxnLst/>
              <a:rect l="l" t="t" r="r" b="b"/>
              <a:pathLst>
                <a:path w="518" h="1980" extrusionOk="0">
                  <a:moveTo>
                    <a:pt x="163" y="1"/>
                  </a:moveTo>
                  <a:cubicBezTo>
                    <a:pt x="82" y="1"/>
                    <a:pt x="1" y="54"/>
                    <a:pt x="1" y="159"/>
                  </a:cubicBezTo>
                  <a:lnTo>
                    <a:pt x="1" y="1776"/>
                  </a:lnTo>
                  <a:cubicBezTo>
                    <a:pt x="1" y="1805"/>
                    <a:pt x="10" y="1834"/>
                    <a:pt x="29" y="1862"/>
                  </a:cubicBezTo>
                  <a:cubicBezTo>
                    <a:pt x="39" y="1882"/>
                    <a:pt x="58" y="1891"/>
                    <a:pt x="77" y="1901"/>
                  </a:cubicBezTo>
                  <a:cubicBezTo>
                    <a:pt x="153" y="1951"/>
                    <a:pt x="250" y="1979"/>
                    <a:pt x="343" y="1979"/>
                  </a:cubicBezTo>
                  <a:cubicBezTo>
                    <a:pt x="357" y="1979"/>
                    <a:pt x="370" y="1978"/>
                    <a:pt x="384" y="1977"/>
                  </a:cubicBezTo>
                  <a:cubicBezTo>
                    <a:pt x="431" y="1977"/>
                    <a:pt x="470" y="1968"/>
                    <a:pt x="518" y="1958"/>
                  </a:cubicBezTo>
                  <a:cubicBezTo>
                    <a:pt x="460" y="1939"/>
                    <a:pt x="412" y="1910"/>
                    <a:pt x="364" y="1872"/>
                  </a:cubicBezTo>
                  <a:cubicBezTo>
                    <a:pt x="345" y="1853"/>
                    <a:pt x="326" y="1824"/>
                    <a:pt x="326" y="1786"/>
                  </a:cubicBezTo>
                  <a:lnTo>
                    <a:pt x="326" y="1776"/>
                  </a:lnTo>
                  <a:lnTo>
                    <a:pt x="326" y="159"/>
                  </a:lnTo>
                  <a:cubicBezTo>
                    <a:pt x="326" y="54"/>
                    <a:pt x="245" y="1"/>
                    <a:pt x="1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p25"/>
            <p:cNvSpPr/>
            <p:nvPr/>
          </p:nvSpPr>
          <p:spPr>
            <a:xfrm>
              <a:off x="2829921" y="1653065"/>
              <a:ext cx="17358" cy="58639"/>
            </a:xfrm>
            <a:custGeom>
              <a:avLst/>
              <a:gdLst/>
              <a:ahLst/>
              <a:cxnLst/>
              <a:rect l="l" t="t" r="r" b="b"/>
              <a:pathLst>
                <a:path w="661" h="2233" extrusionOk="0">
                  <a:moveTo>
                    <a:pt x="158" y="0"/>
                  </a:moveTo>
                  <a:cubicBezTo>
                    <a:pt x="79" y="0"/>
                    <a:pt x="0" y="56"/>
                    <a:pt x="0" y="166"/>
                  </a:cubicBezTo>
                  <a:lnTo>
                    <a:pt x="0" y="1783"/>
                  </a:lnTo>
                  <a:cubicBezTo>
                    <a:pt x="0" y="1793"/>
                    <a:pt x="0" y="1812"/>
                    <a:pt x="10" y="1831"/>
                  </a:cubicBezTo>
                  <a:lnTo>
                    <a:pt x="0" y="1831"/>
                  </a:lnTo>
                  <a:cubicBezTo>
                    <a:pt x="48" y="2060"/>
                    <a:pt x="249" y="2233"/>
                    <a:pt x="488" y="2233"/>
                  </a:cubicBezTo>
                  <a:lnTo>
                    <a:pt x="507" y="2233"/>
                  </a:lnTo>
                  <a:cubicBezTo>
                    <a:pt x="565" y="2233"/>
                    <a:pt x="613" y="2223"/>
                    <a:pt x="660" y="2204"/>
                  </a:cubicBezTo>
                  <a:cubicBezTo>
                    <a:pt x="459" y="2137"/>
                    <a:pt x="316" y="1946"/>
                    <a:pt x="316" y="1726"/>
                  </a:cubicBezTo>
                  <a:lnTo>
                    <a:pt x="316" y="166"/>
                  </a:lnTo>
                  <a:cubicBezTo>
                    <a:pt x="316" y="56"/>
                    <a:pt x="237" y="0"/>
                    <a:pt x="1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25"/>
            <p:cNvSpPr/>
            <p:nvPr/>
          </p:nvSpPr>
          <p:spPr>
            <a:xfrm>
              <a:off x="2878660" y="1627750"/>
              <a:ext cx="26155" cy="27520"/>
            </a:xfrm>
            <a:custGeom>
              <a:avLst/>
              <a:gdLst/>
              <a:ahLst/>
              <a:cxnLst/>
              <a:rect l="l" t="t" r="r" b="b"/>
              <a:pathLst>
                <a:path w="996" h="1048" extrusionOk="0">
                  <a:moveTo>
                    <a:pt x="1" y="0"/>
                  </a:moveTo>
                  <a:lnTo>
                    <a:pt x="1" y="441"/>
                  </a:lnTo>
                  <a:cubicBezTo>
                    <a:pt x="96" y="574"/>
                    <a:pt x="211" y="708"/>
                    <a:pt x="326" y="823"/>
                  </a:cubicBezTo>
                  <a:cubicBezTo>
                    <a:pt x="431" y="929"/>
                    <a:pt x="565" y="996"/>
                    <a:pt x="709" y="1034"/>
                  </a:cubicBezTo>
                  <a:cubicBezTo>
                    <a:pt x="752" y="1042"/>
                    <a:pt x="795" y="1047"/>
                    <a:pt x="838" y="1047"/>
                  </a:cubicBezTo>
                  <a:cubicBezTo>
                    <a:pt x="891" y="1047"/>
                    <a:pt x="943" y="1040"/>
                    <a:pt x="996" y="1024"/>
                  </a:cubicBezTo>
                  <a:cubicBezTo>
                    <a:pt x="805" y="948"/>
                    <a:pt x="632" y="833"/>
                    <a:pt x="498" y="670"/>
                  </a:cubicBezTo>
                  <a:cubicBezTo>
                    <a:pt x="470" y="632"/>
                    <a:pt x="412" y="555"/>
                    <a:pt x="355" y="479"/>
                  </a:cubicBezTo>
                  <a:lnTo>
                    <a:pt x="326" y="441"/>
                  </a:lnTo>
                  <a:cubicBezTo>
                    <a:pt x="173" y="249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p25"/>
            <p:cNvSpPr/>
            <p:nvPr/>
          </p:nvSpPr>
          <p:spPr>
            <a:xfrm>
              <a:off x="2790715" y="1425443"/>
              <a:ext cx="94510" cy="96768"/>
            </a:xfrm>
            <a:custGeom>
              <a:avLst/>
              <a:gdLst/>
              <a:ahLst/>
              <a:cxnLst/>
              <a:rect l="l" t="t" r="r" b="b"/>
              <a:pathLst>
                <a:path w="3599" h="3685" extrusionOk="0">
                  <a:moveTo>
                    <a:pt x="0" y="0"/>
                  </a:moveTo>
                  <a:lnTo>
                    <a:pt x="0" y="3685"/>
                  </a:lnTo>
                  <a:lnTo>
                    <a:pt x="3598" y="3685"/>
                  </a:lnTo>
                  <a:lnTo>
                    <a:pt x="3598" y="756"/>
                  </a:lnTo>
                  <a:lnTo>
                    <a:pt x="3149" y="976"/>
                  </a:lnTo>
                  <a:cubicBezTo>
                    <a:pt x="3043" y="1024"/>
                    <a:pt x="2938" y="1091"/>
                    <a:pt x="2842" y="1158"/>
                  </a:cubicBezTo>
                  <a:cubicBezTo>
                    <a:pt x="2661" y="1311"/>
                    <a:pt x="2440" y="1407"/>
                    <a:pt x="2201" y="1426"/>
                  </a:cubicBezTo>
                  <a:cubicBezTo>
                    <a:pt x="2192" y="1427"/>
                    <a:pt x="2183" y="1428"/>
                    <a:pt x="2174" y="1428"/>
                  </a:cubicBezTo>
                  <a:cubicBezTo>
                    <a:pt x="2096" y="1428"/>
                    <a:pt x="2012" y="1392"/>
                    <a:pt x="1952" y="1340"/>
                  </a:cubicBezTo>
                  <a:cubicBezTo>
                    <a:pt x="1866" y="1244"/>
                    <a:pt x="1828" y="1110"/>
                    <a:pt x="1857" y="986"/>
                  </a:cubicBezTo>
                  <a:cubicBezTo>
                    <a:pt x="1905" y="833"/>
                    <a:pt x="1991" y="699"/>
                    <a:pt x="2106" y="594"/>
                  </a:cubicBezTo>
                  <a:lnTo>
                    <a:pt x="2651" y="48"/>
                  </a:lnTo>
                  <a:lnTo>
                    <a:pt x="354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p25"/>
            <p:cNvSpPr/>
            <p:nvPr/>
          </p:nvSpPr>
          <p:spPr>
            <a:xfrm>
              <a:off x="3053840" y="1519927"/>
              <a:ext cx="94772" cy="96794"/>
            </a:xfrm>
            <a:custGeom>
              <a:avLst/>
              <a:gdLst/>
              <a:ahLst/>
              <a:cxnLst/>
              <a:rect l="l" t="t" r="r" b="b"/>
              <a:pathLst>
                <a:path w="3609" h="3686" extrusionOk="0">
                  <a:moveTo>
                    <a:pt x="0" y="1"/>
                  </a:moveTo>
                  <a:lnTo>
                    <a:pt x="0" y="2920"/>
                  </a:lnTo>
                  <a:lnTo>
                    <a:pt x="460" y="2709"/>
                  </a:lnTo>
                  <a:cubicBezTo>
                    <a:pt x="565" y="2652"/>
                    <a:pt x="670" y="2594"/>
                    <a:pt x="766" y="2518"/>
                  </a:cubicBezTo>
                  <a:cubicBezTo>
                    <a:pt x="948" y="2364"/>
                    <a:pt x="1168" y="2278"/>
                    <a:pt x="1407" y="2250"/>
                  </a:cubicBezTo>
                  <a:cubicBezTo>
                    <a:pt x="1493" y="2250"/>
                    <a:pt x="1579" y="2278"/>
                    <a:pt x="1656" y="2336"/>
                  </a:cubicBezTo>
                  <a:cubicBezTo>
                    <a:pt x="1742" y="2431"/>
                    <a:pt x="1780" y="2565"/>
                    <a:pt x="1752" y="2699"/>
                  </a:cubicBezTo>
                  <a:cubicBezTo>
                    <a:pt x="1704" y="2853"/>
                    <a:pt x="1618" y="2987"/>
                    <a:pt x="1503" y="3092"/>
                  </a:cubicBezTo>
                  <a:lnTo>
                    <a:pt x="948" y="3628"/>
                  </a:lnTo>
                  <a:lnTo>
                    <a:pt x="3244" y="3628"/>
                  </a:lnTo>
                  <a:lnTo>
                    <a:pt x="3608" y="3685"/>
                  </a:lnTo>
                  <a:lnTo>
                    <a:pt x="36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p25"/>
            <p:cNvSpPr/>
            <p:nvPr/>
          </p:nvSpPr>
          <p:spPr>
            <a:xfrm>
              <a:off x="3053840" y="1519927"/>
              <a:ext cx="23897" cy="76942"/>
            </a:xfrm>
            <a:custGeom>
              <a:avLst/>
              <a:gdLst/>
              <a:ahLst/>
              <a:cxnLst/>
              <a:rect l="l" t="t" r="r" b="b"/>
              <a:pathLst>
                <a:path w="910" h="2930" extrusionOk="0">
                  <a:moveTo>
                    <a:pt x="0" y="1"/>
                  </a:moveTo>
                  <a:lnTo>
                    <a:pt x="0" y="2920"/>
                  </a:lnTo>
                  <a:lnTo>
                    <a:pt x="0" y="2929"/>
                  </a:lnTo>
                  <a:lnTo>
                    <a:pt x="460" y="2709"/>
                  </a:lnTo>
                  <a:cubicBezTo>
                    <a:pt x="565" y="2652"/>
                    <a:pt x="670" y="2594"/>
                    <a:pt x="766" y="2518"/>
                  </a:cubicBezTo>
                  <a:cubicBezTo>
                    <a:pt x="814" y="2489"/>
                    <a:pt x="861" y="2451"/>
                    <a:pt x="909" y="2422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p25"/>
            <p:cNvSpPr/>
            <p:nvPr/>
          </p:nvSpPr>
          <p:spPr>
            <a:xfrm>
              <a:off x="2790715" y="1401573"/>
              <a:ext cx="23634" cy="120638"/>
            </a:xfrm>
            <a:custGeom>
              <a:avLst/>
              <a:gdLst/>
              <a:ahLst/>
              <a:cxnLst/>
              <a:rect l="l" t="t" r="r" b="b"/>
              <a:pathLst>
                <a:path w="900" h="4594" extrusionOk="0">
                  <a:moveTo>
                    <a:pt x="900" y="0"/>
                  </a:moveTo>
                  <a:lnTo>
                    <a:pt x="450" y="345"/>
                  </a:lnTo>
                  <a:cubicBezTo>
                    <a:pt x="335" y="431"/>
                    <a:pt x="230" y="526"/>
                    <a:pt x="134" y="641"/>
                  </a:cubicBezTo>
                  <a:cubicBezTo>
                    <a:pt x="86" y="689"/>
                    <a:pt x="48" y="747"/>
                    <a:pt x="0" y="785"/>
                  </a:cubicBezTo>
                  <a:lnTo>
                    <a:pt x="0" y="4594"/>
                  </a:lnTo>
                  <a:lnTo>
                    <a:pt x="900" y="4594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p25"/>
            <p:cNvSpPr/>
            <p:nvPr/>
          </p:nvSpPr>
          <p:spPr>
            <a:xfrm>
              <a:off x="3021409" y="1329174"/>
              <a:ext cx="132718" cy="165412"/>
            </a:xfrm>
            <a:custGeom>
              <a:avLst/>
              <a:gdLst/>
              <a:ahLst/>
              <a:cxnLst/>
              <a:rect l="l" t="t" r="r" b="b"/>
              <a:pathLst>
                <a:path w="5054" h="6299" extrusionOk="0">
                  <a:moveTo>
                    <a:pt x="2824" y="1"/>
                  </a:moveTo>
                  <a:cubicBezTo>
                    <a:pt x="2546" y="1"/>
                    <a:pt x="2326" y="221"/>
                    <a:pt x="2326" y="498"/>
                  </a:cubicBezTo>
                  <a:lnTo>
                    <a:pt x="2326" y="518"/>
                  </a:lnTo>
                  <a:cubicBezTo>
                    <a:pt x="2240" y="441"/>
                    <a:pt x="2125" y="393"/>
                    <a:pt x="2001" y="393"/>
                  </a:cubicBezTo>
                  <a:lnTo>
                    <a:pt x="1991" y="393"/>
                  </a:lnTo>
                  <a:cubicBezTo>
                    <a:pt x="1714" y="393"/>
                    <a:pt x="1484" y="623"/>
                    <a:pt x="1484" y="900"/>
                  </a:cubicBezTo>
                  <a:lnTo>
                    <a:pt x="1484" y="2747"/>
                  </a:lnTo>
                  <a:cubicBezTo>
                    <a:pt x="1321" y="2518"/>
                    <a:pt x="1072" y="2221"/>
                    <a:pt x="766" y="2154"/>
                  </a:cubicBezTo>
                  <a:cubicBezTo>
                    <a:pt x="731" y="2148"/>
                    <a:pt x="696" y="2145"/>
                    <a:pt x="661" y="2145"/>
                  </a:cubicBezTo>
                  <a:cubicBezTo>
                    <a:pt x="531" y="2145"/>
                    <a:pt x="403" y="2186"/>
                    <a:pt x="297" y="2269"/>
                  </a:cubicBezTo>
                  <a:lnTo>
                    <a:pt x="249" y="2307"/>
                  </a:lnTo>
                  <a:lnTo>
                    <a:pt x="211" y="2355"/>
                  </a:lnTo>
                  <a:cubicBezTo>
                    <a:pt x="135" y="2470"/>
                    <a:pt x="1" y="2805"/>
                    <a:pt x="422" y="3389"/>
                  </a:cubicBezTo>
                  <a:cubicBezTo>
                    <a:pt x="594" y="3618"/>
                    <a:pt x="709" y="3896"/>
                    <a:pt x="747" y="4183"/>
                  </a:cubicBezTo>
                  <a:cubicBezTo>
                    <a:pt x="824" y="4623"/>
                    <a:pt x="929" y="4949"/>
                    <a:pt x="1599" y="5465"/>
                  </a:cubicBezTo>
                  <a:lnTo>
                    <a:pt x="1599" y="6298"/>
                  </a:lnTo>
                  <a:lnTo>
                    <a:pt x="4470" y="6298"/>
                  </a:lnTo>
                  <a:lnTo>
                    <a:pt x="4470" y="5188"/>
                  </a:lnTo>
                  <a:cubicBezTo>
                    <a:pt x="5054" y="4757"/>
                    <a:pt x="5025" y="3140"/>
                    <a:pt x="5025" y="3073"/>
                  </a:cubicBezTo>
                  <a:lnTo>
                    <a:pt x="5025" y="1886"/>
                  </a:lnTo>
                  <a:cubicBezTo>
                    <a:pt x="5025" y="1609"/>
                    <a:pt x="4805" y="1388"/>
                    <a:pt x="4518" y="1388"/>
                  </a:cubicBezTo>
                  <a:lnTo>
                    <a:pt x="4508" y="1388"/>
                  </a:lnTo>
                  <a:cubicBezTo>
                    <a:pt x="4384" y="1388"/>
                    <a:pt x="4279" y="1427"/>
                    <a:pt x="4183" y="1503"/>
                  </a:cubicBezTo>
                  <a:lnTo>
                    <a:pt x="4183" y="910"/>
                  </a:lnTo>
                  <a:cubicBezTo>
                    <a:pt x="4183" y="632"/>
                    <a:pt x="3963" y="403"/>
                    <a:pt x="3685" y="403"/>
                  </a:cubicBezTo>
                  <a:lnTo>
                    <a:pt x="3666" y="403"/>
                  </a:lnTo>
                  <a:cubicBezTo>
                    <a:pt x="3551" y="403"/>
                    <a:pt x="3436" y="441"/>
                    <a:pt x="3350" y="518"/>
                  </a:cubicBezTo>
                  <a:lnTo>
                    <a:pt x="3350" y="508"/>
                  </a:lnTo>
                  <a:cubicBezTo>
                    <a:pt x="3350" y="221"/>
                    <a:pt x="3121" y="1"/>
                    <a:pt x="28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25"/>
            <p:cNvSpPr/>
            <p:nvPr/>
          </p:nvSpPr>
          <p:spPr>
            <a:xfrm>
              <a:off x="3021409" y="1385476"/>
              <a:ext cx="48528" cy="109110"/>
            </a:xfrm>
            <a:custGeom>
              <a:avLst/>
              <a:gdLst/>
              <a:ahLst/>
              <a:cxnLst/>
              <a:rect l="l" t="t" r="r" b="b"/>
              <a:pathLst>
                <a:path w="1848" h="4155" extrusionOk="0">
                  <a:moveTo>
                    <a:pt x="661" y="1"/>
                  </a:moveTo>
                  <a:cubicBezTo>
                    <a:pt x="532" y="1"/>
                    <a:pt x="405" y="42"/>
                    <a:pt x="307" y="125"/>
                  </a:cubicBezTo>
                  <a:lnTo>
                    <a:pt x="249" y="163"/>
                  </a:lnTo>
                  <a:lnTo>
                    <a:pt x="221" y="211"/>
                  </a:lnTo>
                  <a:cubicBezTo>
                    <a:pt x="135" y="336"/>
                    <a:pt x="1" y="661"/>
                    <a:pt x="431" y="1245"/>
                  </a:cubicBezTo>
                  <a:cubicBezTo>
                    <a:pt x="604" y="1474"/>
                    <a:pt x="709" y="1752"/>
                    <a:pt x="747" y="2039"/>
                  </a:cubicBezTo>
                  <a:cubicBezTo>
                    <a:pt x="824" y="2479"/>
                    <a:pt x="929" y="2805"/>
                    <a:pt x="1599" y="3321"/>
                  </a:cubicBezTo>
                  <a:lnTo>
                    <a:pt x="1599" y="4154"/>
                  </a:lnTo>
                  <a:lnTo>
                    <a:pt x="1848" y="4154"/>
                  </a:lnTo>
                  <a:lnTo>
                    <a:pt x="1848" y="3235"/>
                  </a:lnTo>
                  <a:cubicBezTo>
                    <a:pt x="1187" y="2718"/>
                    <a:pt x="1082" y="2479"/>
                    <a:pt x="996" y="2039"/>
                  </a:cubicBezTo>
                  <a:cubicBezTo>
                    <a:pt x="967" y="1752"/>
                    <a:pt x="852" y="1474"/>
                    <a:pt x="680" y="1245"/>
                  </a:cubicBezTo>
                  <a:cubicBezTo>
                    <a:pt x="249" y="661"/>
                    <a:pt x="393" y="326"/>
                    <a:pt x="470" y="211"/>
                  </a:cubicBezTo>
                  <a:lnTo>
                    <a:pt x="508" y="163"/>
                  </a:lnTo>
                  <a:lnTo>
                    <a:pt x="556" y="125"/>
                  </a:lnTo>
                  <a:cubicBezTo>
                    <a:pt x="623" y="68"/>
                    <a:pt x="699" y="39"/>
                    <a:pt x="776" y="10"/>
                  </a:cubicBezTo>
                  <a:lnTo>
                    <a:pt x="766" y="10"/>
                  </a:lnTo>
                  <a:cubicBezTo>
                    <a:pt x="731" y="4"/>
                    <a:pt x="696" y="1"/>
                    <a:pt x="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25"/>
            <p:cNvSpPr/>
            <p:nvPr/>
          </p:nvSpPr>
          <p:spPr>
            <a:xfrm>
              <a:off x="3108120" y="1339731"/>
              <a:ext cx="13603" cy="52179"/>
            </a:xfrm>
            <a:custGeom>
              <a:avLst/>
              <a:gdLst/>
              <a:ahLst/>
              <a:cxnLst/>
              <a:rect l="l" t="t" r="r" b="b"/>
              <a:pathLst>
                <a:path w="518" h="1987" extrusionOk="0">
                  <a:moveTo>
                    <a:pt x="383" y="1"/>
                  </a:moveTo>
                  <a:cubicBezTo>
                    <a:pt x="278" y="1"/>
                    <a:pt x="173" y="20"/>
                    <a:pt x="77" y="77"/>
                  </a:cubicBezTo>
                  <a:cubicBezTo>
                    <a:pt x="58" y="87"/>
                    <a:pt x="39" y="106"/>
                    <a:pt x="29" y="116"/>
                  </a:cubicBezTo>
                  <a:cubicBezTo>
                    <a:pt x="10" y="144"/>
                    <a:pt x="10" y="173"/>
                    <a:pt x="0" y="211"/>
                  </a:cubicBezTo>
                  <a:lnTo>
                    <a:pt x="0" y="1829"/>
                  </a:lnTo>
                  <a:cubicBezTo>
                    <a:pt x="0" y="1934"/>
                    <a:pt x="82" y="1987"/>
                    <a:pt x="163" y="1987"/>
                  </a:cubicBezTo>
                  <a:cubicBezTo>
                    <a:pt x="244" y="1987"/>
                    <a:pt x="326" y="1934"/>
                    <a:pt x="326" y="1829"/>
                  </a:cubicBezTo>
                  <a:lnTo>
                    <a:pt x="326" y="211"/>
                  </a:lnTo>
                  <a:lnTo>
                    <a:pt x="326" y="202"/>
                  </a:lnTo>
                  <a:cubicBezTo>
                    <a:pt x="326" y="163"/>
                    <a:pt x="345" y="135"/>
                    <a:pt x="364" y="106"/>
                  </a:cubicBezTo>
                  <a:cubicBezTo>
                    <a:pt x="412" y="68"/>
                    <a:pt x="460" y="39"/>
                    <a:pt x="517" y="29"/>
                  </a:cubicBezTo>
                  <a:cubicBezTo>
                    <a:pt x="479" y="10"/>
                    <a:pt x="431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25"/>
            <p:cNvSpPr/>
            <p:nvPr/>
          </p:nvSpPr>
          <p:spPr>
            <a:xfrm>
              <a:off x="3130992" y="1365833"/>
              <a:ext cx="13340" cy="35635"/>
            </a:xfrm>
            <a:custGeom>
              <a:avLst/>
              <a:gdLst/>
              <a:ahLst/>
              <a:cxnLst/>
              <a:rect l="l" t="t" r="r" b="b"/>
              <a:pathLst>
                <a:path w="508" h="1357" extrusionOk="0">
                  <a:moveTo>
                    <a:pt x="340" y="0"/>
                  </a:moveTo>
                  <a:cubicBezTo>
                    <a:pt x="242" y="0"/>
                    <a:pt x="151" y="29"/>
                    <a:pt x="67" y="79"/>
                  </a:cubicBezTo>
                  <a:cubicBezTo>
                    <a:pt x="48" y="88"/>
                    <a:pt x="39" y="107"/>
                    <a:pt x="19" y="117"/>
                  </a:cubicBezTo>
                  <a:cubicBezTo>
                    <a:pt x="10" y="146"/>
                    <a:pt x="0" y="174"/>
                    <a:pt x="0" y="213"/>
                  </a:cubicBezTo>
                  <a:lnTo>
                    <a:pt x="0" y="1198"/>
                  </a:lnTo>
                  <a:cubicBezTo>
                    <a:pt x="0" y="1304"/>
                    <a:pt x="79" y="1356"/>
                    <a:pt x="158" y="1356"/>
                  </a:cubicBezTo>
                  <a:cubicBezTo>
                    <a:pt x="237" y="1356"/>
                    <a:pt x="316" y="1304"/>
                    <a:pt x="316" y="1198"/>
                  </a:cubicBezTo>
                  <a:lnTo>
                    <a:pt x="316" y="213"/>
                  </a:lnTo>
                  <a:lnTo>
                    <a:pt x="316" y="193"/>
                  </a:lnTo>
                  <a:cubicBezTo>
                    <a:pt x="326" y="165"/>
                    <a:pt x="335" y="126"/>
                    <a:pt x="354" y="107"/>
                  </a:cubicBezTo>
                  <a:cubicBezTo>
                    <a:pt x="402" y="69"/>
                    <a:pt x="450" y="40"/>
                    <a:pt x="507" y="21"/>
                  </a:cubicBezTo>
                  <a:cubicBezTo>
                    <a:pt x="469" y="12"/>
                    <a:pt x="421" y="2"/>
                    <a:pt x="383" y="2"/>
                  </a:cubicBezTo>
                  <a:cubicBezTo>
                    <a:pt x="368" y="1"/>
                    <a:pt x="354" y="0"/>
                    <a:pt x="3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25"/>
            <p:cNvSpPr/>
            <p:nvPr/>
          </p:nvSpPr>
          <p:spPr>
            <a:xfrm>
              <a:off x="3082227" y="1329174"/>
              <a:ext cx="17620" cy="58665"/>
            </a:xfrm>
            <a:custGeom>
              <a:avLst/>
              <a:gdLst/>
              <a:ahLst/>
              <a:cxnLst/>
              <a:rect l="l" t="t" r="r" b="b"/>
              <a:pathLst>
                <a:path w="671" h="2234" extrusionOk="0">
                  <a:moveTo>
                    <a:pt x="498" y="1"/>
                  </a:moveTo>
                  <a:cubicBezTo>
                    <a:pt x="259" y="1"/>
                    <a:pt x="48" y="173"/>
                    <a:pt x="1" y="403"/>
                  </a:cubicBezTo>
                  <a:lnTo>
                    <a:pt x="10" y="403"/>
                  </a:lnTo>
                  <a:cubicBezTo>
                    <a:pt x="1" y="422"/>
                    <a:pt x="1" y="441"/>
                    <a:pt x="1" y="460"/>
                  </a:cubicBezTo>
                  <a:lnTo>
                    <a:pt x="1" y="2068"/>
                  </a:lnTo>
                  <a:cubicBezTo>
                    <a:pt x="1" y="2178"/>
                    <a:pt x="80" y="2233"/>
                    <a:pt x="159" y="2233"/>
                  </a:cubicBezTo>
                  <a:cubicBezTo>
                    <a:pt x="237" y="2233"/>
                    <a:pt x="316" y="2178"/>
                    <a:pt x="316" y="2068"/>
                  </a:cubicBezTo>
                  <a:lnTo>
                    <a:pt x="316" y="508"/>
                  </a:lnTo>
                  <a:cubicBezTo>
                    <a:pt x="316" y="288"/>
                    <a:pt x="460" y="97"/>
                    <a:pt x="671" y="30"/>
                  </a:cubicBezTo>
                  <a:cubicBezTo>
                    <a:pt x="613" y="10"/>
                    <a:pt x="565" y="1"/>
                    <a:pt x="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25"/>
            <p:cNvSpPr/>
            <p:nvPr/>
          </p:nvSpPr>
          <p:spPr>
            <a:xfrm>
              <a:off x="3060116" y="1339731"/>
              <a:ext cx="17620" cy="73160"/>
            </a:xfrm>
            <a:custGeom>
              <a:avLst/>
              <a:gdLst/>
              <a:ahLst/>
              <a:cxnLst/>
              <a:rect l="l" t="t" r="r" b="b"/>
              <a:pathLst>
                <a:path w="671" h="2786" extrusionOk="0">
                  <a:moveTo>
                    <a:pt x="498" y="1"/>
                  </a:moveTo>
                  <a:cubicBezTo>
                    <a:pt x="221" y="1"/>
                    <a:pt x="0" y="230"/>
                    <a:pt x="0" y="508"/>
                  </a:cubicBezTo>
                  <a:lnTo>
                    <a:pt x="0" y="843"/>
                  </a:lnTo>
                  <a:lnTo>
                    <a:pt x="0" y="2317"/>
                  </a:lnTo>
                  <a:cubicBezTo>
                    <a:pt x="115" y="2470"/>
                    <a:pt x="221" y="2623"/>
                    <a:pt x="316" y="2786"/>
                  </a:cubicBezTo>
                  <a:lnTo>
                    <a:pt x="316" y="1101"/>
                  </a:lnTo>
                  <a:lnTo>
                    <a:pt x="326" y="1111"/>
                  </a:lnTo>
                  <a:lnTo>
                    <a:pt x="326" y="508"/>
                  </a:lnTo>
                  <a:cubicBezTo>
                    <a:pt x="326" y="288"/>
                    <a:pt x="469" y="96"/>
                    <a:pt x="670" y="29"/>
                  </a:cubicBezTo>
                  <a:cubicBezTo>
                    <a:pt x="622" y="10"/>
                    <a:pt x="575" y="1"/>
                    <a:pt x="5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25"/>
            <p:cNvSpPr/>
            <p:nvPr/>
          </p:nvSpPr>
          <p:spPr>
            <a:xfrm>
              <a:off x="2778137" y="1336475"/>
              <a:ext cx="165648" cy="128674"/>
            </a:xfrm>
            <a:custGeom>
              <a:avLst/>
              <a:gdLst/>
              <a:ahLst/>
              <a:cxnLst/>
              <a:rect l="l" t="t" r="r" b="b"/>
              <a:pathLst>
                <a:path w="6308" h="4900" extrusionOk="0">
                  <a:moveTo>
                    <a:pt x="3134" y="0"/>
                  </a:moveTo>
                  <a:cubicBezTo>
                    <a:pt x="3106" y="0"/>
                    <a:pt x="3088" y="0"/>
                    <a:pt x="3082" y="0"/>
                  </a:cubicBezTo>
                  <a:lnTo>
                    <a:pt x="1895" y="0"/>
                  </a:lnTo>
                  <a:cubicBezTo>
                    <a:pt x="1618" y="0"/>
                    <a:pt x="1388" y="230"/>
                    <a:pt x="1388" y="508"/>
                  </a:cubicBezTo>
                  <a:lnTo>
                    <a:pt x="1388" y="527"/>
                  </a:lnTo>
                  <a:cubicBezTo>
                    <a:pt x="1388" y="642"/>
                    <a:pt x="1436" y="756"/>
                    <a:pt x="1513" y="843"/>
                  </a:cubicBezTo>
                  <a:lnTo>
                    <a:pt x="910" y="843"/>
                  </a:lnTo>
                  <a:cubicBezTo>
                    <a:pt x="632" y="843"/>
                    <a:pt x="402" y="1072"/>
                    <a:pt x="402" y="1350"/>
                  </a:cubicBezTo>
                  <a:lnTo>
                    <a:pt x="402" y="1359"/>
                  </a:lnTo>
                  <a:cubicBezTo>
                    <a:pt x="402" y="1484"/>
                    <a:pt x="450" y="1589"/>
                    <a:pt x="517" y="1685"/>
                  </a:cubicBezTo>
                  <a:lnTo>
                    <a:pt x="508" y="1685"/>
                  </a:lnTo>
                  <a:cubicBezTo>
                    <a:pt x="230" y="1685"/>
                    <a:pt x="1" y="1905"/>
                    <a:pt x="1" y="2182"/>
                  </a:cubicBezTo>
                  <a:lnTo>
                    <a:pt x="1" y="2202"/>
                  </a:lnTo>
                  <a:cubicBezTo>
                    <a:pt x="1" y="2479"/>
                    <a:pt x="230" y="2709"/>
                    <a:pt x="508" y="2709"/>
                  </a:cubicBezTo>
                  <a:lnTo>
                    <a:pt x="527" y="2709"/>
                  </a:lnTo>
                  <a:cubicBezTo>
                    <a:pt x="450" y="2795"/>
                    <a:pt x="402" y="2910"/>
                    <a:pt x="402" y="3025"/>
                  </a:cubicBezTo>
                  <a:lnTo>
                    <a:pt x="402" y="3044"/>
                  </a:lnTo>
                  <a:cubicBezTo>
                    <a:pt x="402" y="3321"/>
                    <a:pt x="632" y="3541"/>
                    <a:pt x="910" y="3541"/>
                  </a:cubicBezTo>
                  <a:lnTo>
                    <a:pt x="2757" y="3541"/>
                  </a:lnTo>
                  <a:cubicBezTo>
                    <a:pt x="2518" y="3704"/>
                    <a:pt x="2221" y="3962"/>
                    <a:pt x="2163" y="4259"/>
                  </a:cubicBezTo>
                  <a:cubicBezTo>
                    <a:pt x="2125" y="4431"/>
                    <a:pt x="2163" y="4594"/>
                    <a:pt x="2269" y="4728"/>
                  </a:cubicBezTo>
                  <a:lnTo>
                    <a:pt x="2307" y="4776"/>
                  </a:lnTo>
                  <a:lnTo>
                    <a:pt x="2355" y="4814"/>
                  </a:lnTo>
                  <a:cubicBezTo>
                    <a:pt x="2413" y="4850"/>
                    <a:pt x="2514" y="4900"/>
                    <a:pt x="2665" y="4900"/>
                  </a:cubicBezTo>
                  <a:cubicBezTo>
                    <a:pt x="2838" y="4900"/>
                    <a:pt x="3076" y="4834"/>
                    <a:pt x="3388" y="4604"/>
                  </a:cubicBezTo>
                  <a:cubicBezTo>
                    <a:pt x="3628" y="4431"/>
                    <a:pt x="3896" y="4326"/>
                    <a:pt x="4183" y="4288"/>
                  </a:cubicBezTo>
                  <a:cubicBezTo>
                    <a:pt x="4623" y="4202"/>
                    <a:pt x="4948" y="4106"/>
                    <a:pt x="5465" y="3436"/>
                  </a:cubicBezTo>
                  <a:lnTo>
                    <a:pt x="6307" y="3436"/>
                  </a:lnTo>
                  <a:lnTo>
                    <a:pt x="6307" y="565"/>
                  </a:lnTo>
                  <a:lnTo>
                    <a:pt x="5188" y="565"/>
                  </a:lnTo>
                  <a:cubicBezTo>
                    <a:pt x="4804" y="24"/>
                    <a:pt x="3425" y="0"/>
                    <a:pt x="31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25"/>
            <p:cNvSpPr/>
            <p:nvPr/>
          </p:nvSpPr>
          <p:spPr>
            <a:xfrm>
              <a:off x="2814822" y="1336475"/>
              <a:ext cx="128963" cy="21875"/>
            </a:xfrm>
            <a:custGeom>
              <a:avLst/>
              <a:gdLst/>
              <a:ahLst/>
              <a:cxnLst/>
              <a:rect l="l" t="t" r="r" b="b"/>
              <a:pathLst>
                <a:path w="4911" h="833" extrusionOk="0">
                  <a:moveTo>
                    <a:pt x="1737" y="0"/>
                  </a:moveTo>
                  <a:cubicBezTo>
                    <a:pt x="1709" y="0"/>
                    <a:pt x="1691" y="0"/>
                    <a:pt x="1685" y="0"/>
                  </a:cubicBezTo>
                  <a:lnTo>
                    <a:pt x="498" y="0"/>
                  </a:lnTo>
                  <a:cubicBezTo>
                    <a:pt x="221" y="0"/>
                    <a:pt x="1" y="230"/>
                    <a:pt x="1" y="508"/>
                  </a:cubicBezTo>
                  <a:lnTo>
                    <a:pt x="1" y="527"/>
                  </a:lnTo>
                  <a:cubicBezTo>
                    <a:pt x="1" y="575"/>
                    <a:pt x="10" y="632"/>
                    <a:pt x="20" y="680"/>
                  </a:cubicBezTo>
                  <a:cubicBezTo>
                    <a:pt x="87" y="479"/>
                    <a:pt x="278" y="268"/>
                    <a:pt x="498" y="268"/>
                  </a:cubicBezTo>
                  <a:lnTo>
                    <a:pt x="1685" y="268"/>
                  </a:lnTo>
                  <a:cubicBezTo>
                    <a:pt x="1692" y="268"/>
                    <a:pt x="1710" y="268"/>
                    <a:pt x="1737" y="268"/>
                  </a:cubicBezTo>
                  <a:cubicBezTo>
                    <a:pt x="2015" y="268"/>
                    <a:pt x="3283" y="292"/>
                    <a:pt x="3676" y="833"/>
                  </a:cubicBezTo>
                  <a:lnTo>
                    <a:pt x="4910" y="833"/>
                  </a:lnTo>
                  <a:lnTo>
                    <a:pt x="4910" y="565"/>
                  </a:lnTo>
                  <a:lnTo>
                    <a:pt x="3800" y="565"/>
                  </a:lnTo>
                  <a:cubicBezTo>
                    <a:pt x="3408" y="24"/>
                    <a:pt x="2028" y="0"/>
                    <a:pt x="1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25"/>
            <p:cNvSpPr/>
            <p:nvPr/>
          </p:nvSpPr>
          <p:spPr>
            <a:xfrm>
              <a:off x="2788693" y="1358585"/>
              <a:ext cx="70140" cy="17883"/>
            </a:xfrm>
            <a:custGeom>
              <a:avLst/>
              <a:gdLst/>
              <a:ahLst/>
              <a:cxnLst/>
              <a:rect l="l" t="t" r="r" b="b"/>
              <a:pathLst>
                <a:path w="2671" h="681" extrusionOk="0">
                  <a:moveTo>
                    <a:pt x="508" y="1"/>
                  </a:moveTo>
                  <a:cubicBezTo>
                    <a:pt x="230" y="1"/>
                    <a:pt x="0" y="230"/>
                    <a:pt x="0" y="508"/>
                  </a:cubicBezTo>
                  <a:lnTo>
                    <a:pt x="0" y="517"/>
                  </a:lnTo>
                  <a:cubicBezTo>
                    <a:pt x="0" y="575"/>
                    <a:pt x="10" y="623"/>
                    <a:pt x="29" y="680"/>
                  </a:cubicBezTo>
                  <a:cubicBezTo>
                    <a:pt x="94" y="476"/>
                    <a:pt x="276" y="335"/>
                    <a:pt x="487" y="335"/>
                  </a:cubicBezTo>
                  <a:cubicBezTo>
                    <a:pt x="494" y="335"/>
                    <a:pt x="501" y="335"/>
                    <a:pt x="508" y="335"/>
                  </a:cubicBezTo>
                  <a:lnTo>
                    <a:pt x="1101" y="335"/>
                  </a:lnTo>
                  <a:lnTo>
                    <a:pt x="1101" y="316"/>
                  </a:lnTo>
                  <a:lnTo>
                    <a:pt x="2460" y="316"/>
                  </a:lnTo>
                  <a:cubicBezTo>
                    <a:pt x="2671" y="316"/>
                    <a:pt x="2671" y="1"/>
                    <a:pt x="24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25"/>
            <p:cNvSpPr/>
            <p:nvPr/>
          </p:nvSpPr>
          <p:spPr>
            <a:xfrm>
              <a:off x="2788693" y="1406851"/>
              <a:ext cx="53807" cy="13576"/>
            </a:xfrm>
            <a:custGeom>
              <a:avLst/>
              <a:gdLst/>
              <a:ahLst/>
              <a:cxnLst/>
              <a:rect l="l" t="t" r="r" b="b"/>
              <a:pathLst>
                <a:path w="2049" h="517" extrusionOk="0">
                  <a:moveTo>
                    <a:pt x="211" y="0"/>
                  </a:moveTo>
                  <a:cubicBezTo>
                    <a:pt x="182" y="0"/>
                    <a:pt x="144" y="10"/>
                    <a:pt x="115" y="19"/>
                  </a:cubicBezTo>
                  <a:cubicBezTo>
                    <a:pt x="106" y="38"/>
                    <a:pt x="96" y="57"/>
                    <a:pt x="77" y="67"/>
                  </a:cubicBezTo>
                  <a:cubicBezTo>
                    <a:pt x="29" y="163"/>
                    <a:pt x="0" y="268"/>
                    <a:pt x="0" y="383"/>
                  </a:cubicBezTo>
                  <a:cubicBezTo>
                    <a:pt x="0" y="431"/>
                    <a:pt x="10" y="469"/>
                    <a:pt x="29" y="517"/>
                  </a:cubicBezTo>
                  <a:cubicBezTo>
                    <a:pt x="48" y="459"/>
                    <a:pt x="77" y="402"/>
                    <a:pt x="106" y="364"/>
                  </a:cubicBezTo>
                  <a:cubicBezTo>
                    <a:pt x="134" y="335"/>
                    <a:pt x="163" y="325"/>
                    <a:pt x="201" y="325"/>
                  </a:cubicBezTo>
                  <a:lnTo>
                    <a:pt x="1828" y="325"/>
                  </a:lnTo>
                  <a:cubicBezTo>
                    <a:pt x="2049" y="325"/>
                    <a:pt x="2049" y="0"/>
                    <a:pt x="18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25"/>
            <p:cNvSpPr/>
            <p:nvPr/>
          </p:nvSpPr>
          <p:spPr>
            <a:xfrm>
              <a:off x="2778399" y="1380959"/>
              <a:ext cx="59820" cy="17620"/>
            </a:xfrm>
            <a:custGeom>
              <a:avLst/>
              <a:gdLst/>
              <a:ahLst/>
              <a:cxnLst/>
              <a:rect l="l" t="t" r="r" b="b"/>
              <a:pathLst>
                <a:path w="2278" h="671" extrusionOk="0">
                  <a:moveTo>
                    <a:pt x="402" y="0"/>
                  </a:moveTo>
                  <a:cubicBezTo>
                    <a:pt x="163" y="48"/>
                    <a:pt x="0" y="249"/>
                    <a:pt x="0" y="488"/>
                  </a:cubicBezTo>
                  <a:lnTo>
                    <a:pt x="0" y="508"/>
                  </a:lnTo>
                  <a:cubicBezTo>
                    <a:pt x="0" y="565"/>
                    <a:pt x="10" y="613"/>
                    <a:pt x="19" y="670"/>
                  </a:cubicBezTo>
                  <a:cubicBezTo>
                    <a:pt x="86" y="460"/>
                    <a:pt x="278" y="316"/>
                    <a:pt x="498" y="316"/>
                  </a:cubicBezTo>
                  <a:lnTo>
                    <a:pt x="2067" y="316"/>
                  </a:lnTo>
                  <a:cubicBezTo>
                    <a:pt x="2278" y="316"/>
                    <a:pt x="2278" y="0"/>
                    <a:pt x="2067" y="0"/>
                  </a:cubicBezTo>
                  <a:lnTo>
                    <a:pt x="450" y="0"/>
                  </a:lnTo>
                  <a:cubicBezTo>
                    <a:pt x="431" y="0"/>
                    <a:pt x="412" y="0"/>
                    <a:pt x="402" y="10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25"/>
            <p:cNvSpPr/>
            <p:nvPr/>
          </p:nvSpPr>
          <p:spPr>
            <a:xfrm>
              <a:off x="2834438" y="1429698"/>
              <a:ext cx="27652" cy="26181"/>
            </a:xfrm>
            <a:custGeom>
              <a:avLst/>
              <a:gdLst/>
              <a:ahLst/>
              <a:cxnLst/>
              <a:rect l="l" t="t" r="r" b="b"/>
              <a:pathLst>
                <a:path w="1053" h="997" extrusionOk="0">
                  <a:moveTo>
                    <a:pt x="613" y="1"/>
                  </a:moveTo>
                  <a:cubicBezTo>
                    <a:pt x="479" y="97"/>
                    <a:pt x="354" y="202"/>
                    <a:pt x="240" y="326"/>
                  </a:cubicBezTo>
                  <a:cubicBezTo>
                    <a:pt x="134" y="432"/>
                    <a:pt x="58" y="566"/>
                    <a:pt x="29" y="709"/>
                  </a:cubicBezTo>
                  <a:cubicBezTo>
                    <a:pt x="0" y="805"/>
                    <a:pt x="10" y="901"/>
                    <a:pt x="39" y="996"/>
                  </a:cubicBezTo>
                  <a:cubicBezTo>
                    <a:pt x="106" y="795"/>
                    <a:pt x="230" y="623"/>
                    <a:pt x="393" y="499"/>
                  </a:cubicBezTo>
                  <a:cubicBezTo>
                    <a:pt x="431" y="460"/>
                    <a:pt x="498" y="412"/>
                    <a:pt x="584" y="345"/>
                  </a:cubicBezTo>
                  <a:lnTo>
                    <a:pt x="613" y="326"/>
                  </a:lnTo>
                  <a:cubicBezTo>
                    <a:pt x="814" y="173"/>
                    <a:pt x="1053" y="1"/>
                    <a:pt x="1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25"/>
            <p:cNvSpPr/>
            <p:nvPr/>
          </p:nvSpPr>
          <p:spPr>
            <a:xfrm>
              <a:off x="2995280" y="1575729"/>
              <a:ext cx="165385" cy="128700"/>
            </a:xfrm>
            <a:custGeom>
              <a:avLst/>
              <a:gdLst/>
              <a:ahLst/>
              <a:cxnLst/>
              <a:rect l="l" t="t" r="r" b="b"/>
              <a:pathLst>
                <a:path w="6298" h="4901" extrusionOk="0">
                  <a:moveTo>
                    <a:pt x="3637" y="1"/>
                  </a:moveTo>
                  <a:cubicBezTo>
                    <a:pt x="3463" y="1"/>
                    <a:pt x="3222" y="67"/>
                    <a:pt x="2910" y="297"/>
                  </a:cubicBezTo>
                  <a:cubicBezTo>
                    <a:pt x="2680" y="469"/>
                    <a:pt x="2402" y="574"/>
                    <a:pt x="2115" y="613"/>
                  </a:cubicBezTo>
                  <a:cubicBezTo>
                    <a:pt x="1685" y="699"/>
                    <a:pt x="1350" y="795"/>
                    <a:pt x="842" y="1464"/>
                  </a:cubicBezTo>
                  <a:lnTo>
                    <a:pt x="0" y="1464"/>
                  </a:lnTo>
                  <a:lnTo>
                    <a:pt x="0" y="4336"/>
                  </a:lnTo>
                  <a:lnTo>
                    <a:pt x="1110" y="4336"/>
                  </a:lnTo>
                  <a:cubicBezTo>
                    <a:pt x="1494" y="4877"/>
                    <a:pt x="2873" y="4900"/>
                    <a:pt x="3164" y="4900"/>
                  </a:cubicBezTo>
                  <a:cubicBezTo>
                    <a:pt x="3192" y="4900"/>
                    <a:pt x="3210" y="4900"/>
                    <a:pt x="3216" y="4900"/>
                  </a:cubicBezTo>
                  <a:lnTo>
                    <a:pt x="4403" y="4900"/>
                  </a:lnTo>
                  <a:cubicBezTo>
                    <a:pt x="4680" y="4900"/>
                    <a:pt x="4910" y="4671"/>
                    <a:pt x="4910" y="4393"/>
                  </a:cubicBezTo>
                  <a:lnTo>
                    <a:pt x="4910" y="4374"/>
                  </a:lnTo>
                  <a:cubicBezTo>
                    <a:pt x="4910" y="4259"/>
                    <a:pt x="4862" y="4144"/>
                    <a:pt x="4785" y="4058"/>
                  </a:cubicBezTo>
                  <a:lnTo>
                    <a:pt x="5388" y="4058"/>
                  </a:lnTo>
                  <a:cubicBezTo>
                    <a:pt x="5666" y="4058"/>
                    <a:pt x="5886" y="3828"/>
                    <a:pt x="5886" y="3551"/>
                  </a:cubicBezTo>
                  <a:lnTo>
                    <a:pt x="5886" y="3541"/>
                  </a:lnTo>
                  <a:cubicBezTo>
                    <a:pt x="5886" y="3417"/>
                    <a:pt x="5848" y="3312"/>
                    <a:pt x="5781" y="3216"/>
                  </a:cubicBezTo>
                  <a:lnTo>
                    <a:pt x="5790" y="3216"/>
                  </a:lnTo>
                  <a:cubicBezTo>
                    <a:pt x="6068" y="3216"/>
                    <a:pt x="6288" y="2996"/>
                    <a:pt x="6288" y="2718"/>
                  </a:cubicBezTo>
                  <a:lnTo>
                    <a:pt x="6298" y="2699"/>
                  </a:lnTo>
                  <a:cubicBezTo>
                    <a:pt x="6298" y="2422"/>
                    <a:pt x="6077" y="2201"/>
                    <a:pt x="5800" y="2201"/>
                  </a:cubicBezTo>
                  <a:lnTo>
                    <a:pt x="5781" y="2201"/>
                  </a:lnTo>
                  <a:cubicBezTo>
                    <a:pt x="5857" y="2106"/>
                    <a:pt x="5905" y="1991"/>
                    <a:pt x="5905" y="1876"/>
                  </a:cubicBezTo>
                  <a:lnTo>
                    <a:pt x="5905" y="1857"/>
                  </a:lnTo>
                  <a:cubicBezTo>
                    <a:pt x="5905" y="1579"/>
                    <a:pt x="5675" y="1359"/>
                    <a:pt x="5398" y="1359"/>
                  </a:cubicBezTo>
                  <a:lnTo>
                    <a:pt x="3551" y="1359"/>
                  </a:lnTo>
                  <a:cubicBezTo>
                    <a:pt x="3790" y="1197"/>
                    <a:pt x="4077" y="938"/>
                    <a:pt x="4144" y="641"/>
                  </a:cubicBezTo>
                  <a:cubicBezTo>
                    <a:pt x="4182" y="469"/>
                    <a:pt x="4144" y="306"/>
                    <a:pt x="4039" y="172"/>
                  </a:cubicBezTo>
                  <a:lnTo>
                    <a:pt x="4001" y="125"/>
                  </a:lnTo>
                  <a:lnTo>
                    <a:pt x="3943" y="86"/>
                  </a:lnTo>
                  <a:cubicBezTo>
                    <a:pt x="3890" y="51"/>
                    <a:pt x="3789" y="1"/>
                    <a:pt x="3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25"/>
            <p:cNvSpPr/>
            <p:nvPr/>
          </p:nvSpPr>
          <p:spPr>
            <a:xfrm>
              <a:off x="2995280" y="1575861"/>
              <a:ext cx="109583" cy="45115"/>
            </a:xfrm>
            <a:custGeom>
              <a:avLst/>
              <a:gdLst/>
              <a:ahLst/>
              <a:cxnLst/>
              <a:rect l="l" t="t" r="r" b="b"/>
              <a:pathLst>
                <a:path w="4173" h="1718" extrusionOk="0">
                  <a:moveTo>
                    <a:pt x="3633" y="0"/>
                  </a:moveTo>
                  <a:cubicBezTo>
                    <a:pt x="3460" y="0"/>
                    <a:pt x="3222" y="67"/>
                    <a:pt x="2910" y="292"/>
                  </a:cubicBezTo>
                  <a:cubicBezTo>
                    <a:pt x="2670" y="464"/>
                    <a:pt x="2402" y="579"/>
                    <a:pt x="2115" y="617"/>
                  </a:cubicBezTo>
                  <a:cubicBezTo>
                    <a:pt x="1675" y="694"/>
                    <a:pt x="1350" y="799"/>
                    <a:pt x="833" y="1469"/>
                  </a:cubicBezTo>
                  <a:lnTo>
                    <a:pt x="0" y="1469"/>
                  </a:lnTo>
                  <a:lnTo>
                    <a:pt x="0" y="1718"/>
                  </a:lnTo>
                  <a:lnTo>
                    <a:pt x="957" y="1718"/>
                  </a:lnTo>
                  <a:cubicBezTo>
                    <a:pt x="1474" y="1048"/>
                    <a:pt x="1675" y="943"/>
                    <a:pt x="2115" y="866"/>
                  </a:cubicBezTo>
                  <a:cubicBezTo>
                    <a:pt x="2402" y="828"/>
                    <a:pt x="2680" y="723"/>
                    <a:pt x="2910" y="550"/>
                  </a:cubicBezTo>
                  <a:cubicBezTo>
                    <a:pt x="3222" y="320"/>
                    <a:pt x="3463" y="254"/>
                    <a:pt x="3637" y="254"/>
                  </a:cubicBezTo>
                  <a:cubicBezTo>
                    <a:pt x="3789" y="254"/>
                    <a:pt x="3890" y="304"/>
                    <a:pt x="3943" y="340"/>
                  </a:cubicBezTo>
                  <a:lnTo>
                    <a:pt x="3991" y="368"/>
                  </a:lnTo>
                  <a:lnTo>
                    <a:pt x="4029" y="426"/>
                  </a:lnTo>
                  <a:cubicBezTo>
                    <a:pt x="4087" y="493"/>
                    <a:pt x="4116" y="560"/>
                    <a:pt x="4135" y="646"/>
                  </a:cubicBezTo>
                  <a:lnTo>
                    <a:pt x="4135" y="636"/>
                  </a:lnTo>
                  <a:cubicBezTo>
                    <a:pt x="4173" y="474"/>
                    <a:pt x="4135" y="301"/>
                    <a:pt x="4029" y="167"/>
                  </a:cubicBezTo>
                  <a:lnTo>
                    <a:pt x="3991" y="120"/>
                  </a:lnTo>
                  <a:lnTo>
                    <a:pt x="3943" y="91"/>
                  </a:lnTo>
                  <a:cubicBezTo>
                    <a:pt x="3885" y="51"/>
                    <a:pt x="3784" y="0"/>
                    <a:pt x="36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25"/>
            <p:cNvSpPr/>
            <p:nvPr/>
          </p:nvSpPr>
          <p:spPr>
            <a:xfrm>
              <a:off x="3096565" y="1659157"/>
              <a:ext cx="53807" cy="13603"/>
            </a:xfrm>
            <a:custGeom>
              <a:avLst/>
              <a:gdLst/>
              <a:ahLst/>
              <a:cxnLst/>
              <a:rect l="l" t="t" r="r" b="b"/>
              <a:pathLst>
                <a:path w="2049" h="518" extrusionOk="0">
                  <a:moveTo>
                    <a:pt x="211" y="1"/>
                  </a:moveTo>
                  <a:cubicBezTo>
                    <a:pt x="0" y="1"/>
                    <a:pt x="0" y="326"/>
                    <a:pt x="211" y="326"/>
                  </a:cubicBezTo>
                  <a:lnTo>
                    <a:pt x="1847" y="326"/>
                  </a:lnTo>
                  <a:cubicBezTo>
                    <a:pt x="1876" y="326"/>
                    <a:pt x="1914" y="336"/>
                    <a:pt x="1943" y="364"/>
                  </a:cubicBezTo>
                  <a:cubicBezTo>
                    <a:pt x="1972" y="412"/>
                    <a:pt x="2000" y="460"/>
                    <a:pt x="2019" y="517"/>
                  </a:cubicBezTo>
                  <a:cubicBezTo>
                    <a:pt x="2029" y="469"/>
                    <a:pt x="2039" y="431"/>
                    <a:pt x="2048" y="383"/>
                  </a:cubicBezTo>
                  <a:cubicBezTo>
                    <a:pt x="2048" y="278"/>
                    <a:pt x="2019" y="163"/>
                    <a:pt x="1962" y="68"/>
                  </a:cubicBezTo>
                  <a:cubicBezTo>
                    <a:pt x="1952" y="58"/>
                    <a:pt x="1943" y="39"/>
                    <a:pt x="1924" y="29"/>
                  </a:cubicBezTo>
                  <a:cubicBezTo>
                    <a:pt x="1895" y="10"/>
                    <a:pt x="1866" y="1"/>
                    <a:pt x="1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25"/>
            <p:cNvSpPr/>
            <p:nvPr/>
          </p:nvSpPr>
          <p:spPr>
            <a:xfrm>
              <a:off x="3087269" y="1682030"/>
              <a:ext cx="37210" cy="13340"/>
            </a:xfrm>
            <a:custGeom>
              <a:avLst/>
              <a:gdLst/>
              <a:ahLst/>
              <a:cxnLst/>
              <a:rect l="l" t="t" r="r" b="b"/>
              <a:pathLst>
                <a:path w="1417" h="508" extrusionOk="0">
                  <a:moveTo>
                    <a:pt x="211" y="0"/>
                  </a:moveTo>
                  <a:cubicBezTo>
                    <a:pt x="0" y="0"/>
                    <a:pt x="0" y="316"/>
                    <a:pt x="211" y="316"/>
                  </a:cubicBezTo>
                  <a:lnTo>
                    <a:pt x="1206" y="316"/>
                  </a:lnTo>
                  <a:cubicBezTo>
                    <a:pt x="1244" y="316"/>
                    <a:pt x="1273" y="335"/>
                    <a:pt x="1302" y="355"/>
                  </a:cubicBezTo>
                  <a:cubicBezTo>
                    <a:pt x="1340" y="402"/>
                    <a:pt x="1369" y="450"/>
                    <a:pt x="1388" y="508"/>
                  </a:cubicBezTo>
                  <a:cubicBezTo>
                    <a:pt x="1397" y="469"/>
                    <a:pt x="1407" y="422"/>
                    <a:pt x="1407" y="374"/>
                  </a:cubicBezTo>
                  <a:cubicBezTo>
                    <a:pt x="1416" y="268"/>
                    <a:pt x="1388" y="163"/>
                    <a:pt x="1330" y="67"/>
                  </a:cubicBezTo>
                  <a:cubicBezTo>
                    <a:pt x="1321" y="48"/>
                    <a:pt x="1302" y="29"/>
                    <a:pt x="1292" y="20"/>
                  </a:cubicBezTo>
                  <a:cubicBezTo>
                    <a:pt x="1263" y="0"/>
                    <a:pt x="1235" y="0"/>
                    <a:pt x="1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25"/>
            <p:cNvSpPr/>
            <p:nvPr/>
          </p:nvSpPr>
          <p:spPr>
            <a:xfrm>
              <a:off x="3100819" y="1633265"/>
              <a:ext cx="59847" cy="17620"/>
            </a:xfrm>
            <a:custGeom>
              <a:avLst/>
              <a:gdLst/>
              <a:ahLst/>
              <a:cxnLst/>
              <a:rect l="l" t="t" r="r" b="b"/>
              <a:pathLst>
                <a:path w="2279" h="671" extrusionOk="0">
                  <a:moveTo>
                    <a:pt x="211" y="1"/>
                  </a:moveTo>
                  <a:cubicBezTo>
                    <a:pt x="1" y="1"/>
                    <a:pt x="1" y="317"/>
                    <a:pt x="211" y="317"/>
                  </a:cubicBezTo>
                  <a:lnTo>
                    <a:pt x="1781" y="317"/>
                  </a:lnTo>
                  <a:cubicBezTo>
                    <a:pt x="2001" y="317"/>
                    <a:pt x="2192" y="460"/>
                    <a:pt x="2259" y="671"/>
                  </a:cubicBezTo>
                  <a:cubicBezTo>
                    <a:pt x="2269" y="613"/>
                    <a:pt x="2279" y="565"/>
                    <a:pt x="2279" y="508"/>
                  </a:cubicBezTo>
                  <a:lnTo>
                    <a:pt x="2279" y="498"/>
                  </a:lnTo>
                  <a:cubicBezTo>
                    <a:pt x="2279" y="259"/>
                    <a:pt x="2116" y="49"/>
                    <a:pt x="1877" y="1"/>
                  </a:cubicBezTo>
                  <a:lnTo>
                    <a:pt x="1877" y="10"/>
                  </a:lnTo>
                  <a:cubicBezTo>
                    <a:pt x="1867" y="1"/>
                    <a:pt x="1848" y="1"/>
                    <a:pt x="18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25"/>
            <p:cNvSpPr/>
            <p:nvPr/>
          </p:nvSpPr>
          <p:spPr>
            <a:xfrm>
              <a:off x="3076949" y="1610918"/>
              <a:ext cx="73160" cy="17857"/>
            </a:xfrm>
            <a:custGeom>
              <a:avLst/>
              <a:gdLst/>
              <a:ahLst/>
              <a:cxnLst/>
              <a:rect l="l" t="t" r="r" b="b"/>
              <a:pathLst>
                <a:path w="2786" h="680" extrusionOk="0">
                  <a:moveTo>
                    <a:pt x="470" y="0"/>
                  </a:moveTo>
                  <a:cubicBezTo>
                    <a:pt x="326" y="124"/>
                    <a:pt x="163" y="230"/>
                    <a:pt x="1" y="325"/>
                  </a:cubicBezTo>
                  <a:lnTo>
                    <a:pt x="1695" y="325"/>
                  </a:lnTo>
                  <a:lnTo>
                    <a:pt x="1685" y="335"/>
                  </a:lnTo>
                  <a:lnTo>
                    <a:pt x="2278" y="335"/>
                  </a:lnTo>
                  <a:cubicBezTo>
                    <a:pt x="2498" y="335"/>
                    <a:pt x="2690" y="469"/>
                    <a:pt x="2757" y="680"/>
                  </a:cubicBezTo>
                  <a:cubicBezTo>
                    <a:pt x="2776" y="632"/>
                    <a:pt x="2786" y="574"/>
                    <a:pt x="2786" y="526"/>
                  </a:cubicBezTo>
                  <a:lnTo>
                    <a:pt x="2786" y="507"/>
                  </a:lnTo>
                  <a:cubicBezTo>
                    <a:pt x="2786" y="230"/>
                    <a:pt x="2556" y="0"/>
                    <a:pt x="22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25"/>
            <p:cNvSpPr/>
            <p:nvPr/>
          </p:nvSpPr>
          <p:spPr>
            <a:xfrm>
              <a:off x="2984960" y="1351285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307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307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25"/>
            <p:cNvSpPr/>
            <p:nvPr/>
          </p:nvSpPr>
          <p:spPr>
            <a:xfrm>
              <a:off x="3006572" y="1351285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298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298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25"/>
            <p:cNvSpPr/>
            <p:nvPr/>
          </p:nvSpPr>
          <p:spPr>
            <a:xfrm>
              <a:off x="3124690" y="1537258"/>
              <a:ext cx="15861" cy="15861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307" y="1"/>
                  </a:moveTo>
                  <a:cubicBezTo>
                    <a:pt x="135" y="1"/>
                    <a:pt x="1" y="135"/>
                    <a:pt x="1" y="307"/>
                  </a:cubicBezTo>
                  <a:cubicBezTo>
                    <a:pt x="1" y="470"/>
                    <a:pt x="135" y="604"/>
                    <a:pt x="307" y="604"/>
                  </a:cubicBezTo>
                  <a:cubicBezTo>
                    <a:pt x="470" y="604"/>
                    <a:pt x="604" y="470"/>
                    <a:pt x="604" y="30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25"/>
            <p:cNvSpPr/>
            <p:nvPr/>
          </p:nvSpPr>
          <p:spPr>
            <a:xfrm>
              <a:off x="3124690" y="1558897"/>
              <a:ext cx="15861" cy="15835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307" y="0"/>
                  </a:moveTo>
                  <a:cubicBezTo>
                    <a:pt x="135" y="0"/>
                    <a:pt x="1" y="134"/>
                    <a:pt x="1" y="297"/>
                  </a:cubicBezTo>
                  <a:cubicBezTo>
                    <a:pt x="1" y="469"/>
                    <a:pt x="135" y="603"/>
                    <a:pt x="307" y="603"/>
                  </a:cubicBezTo>
                  <a:cubicBezTo>
                    <a:pt x="470" y="603"/>
                    <a:pt x="604" y="469"/>
                    <a:pt x="604" y="297"/>
                  </a:cubicBezTo>
                  <a:cubicBezTo>
                    <a:pt x="604" y="134"/>
                    <a:pt x="470" y="0"/>
                    <a:pt x="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25"/>
            <p:cNvSpPr/>
            <p:nvPr/>
          </p:nvSpPr>
          <p:spPr>
            <a:xfrm>
              <a:off x="2798987" y="1469665"/>
              <a:ext cx="15861" cy="15598"/>
            </a:xfrm>
            <a:custGeom>
              <a:avLst/>
              <a:gdLst/>
              <a:ahLst/>
              <a:cxnLst/>
              <a:rect l="l" t="t" r="r" b="b"/>
              <a:pathLst>
                <a:path w="604" h="594" extrusionOk="0">
                  <a:moveTo>
                    <a:pt x="307" y="1"/>
                  </a:moveTo>
                  <a:cubicBezTo>
                    <a:pt x="135" y="1"/>
                    <a:pt x="1" y="135"/>
                    <a:pt x="1" y="297"/>
                  </a:cubicBezTo>
                  <a:cubicBezTo>
                    <a:pt x="1" y="460"/>
                    <a:pt x="135" y="594"/>
                    <a:pt x="307" y="594"/>
                  </a:cubicBezTo>
                  <a:cubicBezTo>
                    <a:pt x="470" y="594"/>
                    <a:pt x="604" y="460"/>
                    <a:pt x="604" y="297"/>
                  </a:cubicBezTo>
                  <a:cubicBezTo>
                    <a:pt x="604" y="13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25"/>
            <p:cNvSpPr/>
            <p:nvPr/>
          </p:nvSpPr>
          <p:spPr>
            <a:xfrm>
              <a:off x="2798987" y="1491277"/>
              <a:ext cx="15861" cy="15598"/>
            </a:xfrm>
            <a:custGeom>
              <a:avLst/>
              <a:gdLst/>
              <a:ahLst/>
              <a:cxnLst/>
              <a:rect l="l" t="t" r="r" b="b"/>
              <a:pathLst>
                <a:path w="604" h="594" extrusionOk="0">
                  <a:moveTo>
                    <a:pt x="307" y="1"/>
                  </a:moveTo>
                  <a:cubicBezTo>
                    <a:pt x="135" y="1"/>
                    <a:pt x="1" y="125"/>
                    <a:pt x="1" y="297"/>
                  </a:cubicBezTo>
                  <a:cubicBezTo>
                    <a:pt x="1" y="460"/>
                    <a:pt x="135" y="594"/>
                    <a:pt x="307" y="594"/>
                  </a:cubicBezTo>
                  <a:cubicBezTo>
                    <a:pt x="470" y="594"/>
                    <a:pt x="604" y="460"/>
                    <a:pt x="604" y="297"/>
                  </a:cubicBezTo>
                  <a:cubicBezTo>
                    <a:pt x="604" y="125"/>
                    <a:pt x="470" y="1"/>
                    <a:pt x="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25"/>
            <p:cNvSpPr/>
            <p:nvPr/>
          </p:nvSpPr>
          <p:spPr>
            <a:xfrm>
              <a:off x="2917367" y="1677014"/>
              <a:ext cx="15598" cy="15835"/>
            </a:xfrm>
            <a:custGeom>
              <a:avLst/>
              <a:gdLst/>
              <a:ahLst/>
              <a:cxnLst/>
              <a:rect l="l" t="t" r="r" b="b"/>
              <a:pathLst>
                <a:path w="594" h="603" extrusionOk="0">
                  <a:moveTo>
                    <a:pt x="297" y="0"/>
                  </a:moveTo>
                  <a:cubicBezTo>
                    <a:pt x="134" y="0"/>
                    <a:pt x="0" y="134"/>
                    <a:pt x="0" y="306"/>
                  </a:cubicBezTo>
                  <a:cubicBezTo>
                    <a:pt x="0" y="469"/>
                    <a:pt x="134" y="603"/>
                    <a:pt x="297" y="603"/>
                  </a:cubicBezTo>
                  <a:cubicBezTo>
                    <a:pt x="460" y="603"/>
                    <a:pt x="594" y="469"/>
                    <a:pt x="594" y="306"/>
                  </a:cubicBezTo>
                  <a:cubicBezTo>
                    <a:pt x="594" y="134"/>
                    <a:pt x="460" y="0"/>
                    <a:pt x="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25"/>
            <p:cNvSpPr/>
            <p:nvPr/>
          </p:nvSpPr>
          <p:spPr>
            <a:xfrm>
              <a:off x="2938716" y="1677014"/>
              <a:ext cx="15861" cy="15835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307" y="0"/>
                  </a:moveTo>
                  <a:cubicBezTo>
                    <a:pt x="135" y="0"/>
                    <a:pt x="1" y="134"/>
                    <a:pt x="1" y="306"/>
                  </a:cubicBezTo>
                  <a:cubicBezTo>
                    <a:pt x="1" y="469"/>
                    <a:pt x="135" y="603"/>
                    <a:pt x="307" y="603"/>
                  </a:cubicBezTo>
                  <a:cubicBezTo>
                    <a:pt x="470" y="603"/>
                    <a:pt x="604" y="469"/>
                    <a:pt x="604" y="306"/>
                  </a:cubicBezTo>
                  <a:cubicBezTo>
                    <a:pt x="604" y="134"/>
                    <a:pt x="470" y="0"/>
                    <a:pt x="3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25"/>
            <p:cNvSpPr/>
            <p:nvPr/>
          </p:nvSpPr>
          <p:spPr>
            <a:xfrm>
              <a:off x="2790190" y="1518430"/>
              <a:ext cx="95534" cy="32694"/>
            </a:xfrm>
            <a:custGeom>
              <a:avLst/>
              <a:gdLst/>
              <a:ahLst/>
              <a:cxnLst/>
              <a:rect l="l" t="t" r="r" b="b"/>
              <a:pathLst>
                <a:path w="3638" h="1245" extrusionOk="0">
                  <a:moveTo>
                    <a:pt x="20" y="0"/>
                  </a:moveTo>
                  <a:lnTo>
                    <a:pt x="20" y="1005"/>
                  </a:lnTo>
                  <a:cubicBezTo>
                    <a:pt x="1" y="1130"/>
                    <a:pt x="97" y="1235"/>
                    <a:pt x="221" y="1244"/>
                  </a:cubicBezTo>
                  <a:lnTo>
                    <a:pt x="3418" y="1244"/>
                  </a:lnTo>
                  <a:cubicBezTo>
                    <a:pt x="3542" y="1235"/>
                    <a:pt x="3638" y="1130"/>
                    <a:pt x="3618" y="1005"/>
                  </a:cubicBezTo>
                  <a:cubicBezTo>
                    <a:pt x="3618" y="996"/>
                    <a:pt x="3618" y="986"/>
                    <a:pt x="3618" y="976"/>
                  </a:cubicBezTo>
                  <a:lnTo>
                    <a:pt x="36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25"/>
            <p:cNvSpPr/>
            <p:nvPr/>
          </p:nvSpPr>
          <p:spPr>
            <a:xfrm>
              <a:off x="2814323" y="1518430"/>
              <a:ext cx="71401" cy="32694"/>
            </a:xfrm>
            <a:custGeom>
              <a:avLst/>
              <a:gdLst/>
              <a:ahLst/>
              <a:cxnLst/>
              <a:rect l="l" t="t" r="r" b="b"/>
              <a:pathLst>
                <a:path w="2719" h="1245" extrusionOk="0">
                  <a:moveTo>
                    <a:pt x="1" y="0"/>
                  </a:moveTo>
                  <a:lnTo>
                    <a:pt x="1" y="1244"/>
                  </a:lnTo>
                  <a:lnTo>
                    <a:pt x="2499" y="1244"/>
                  </a:lnTo>
                  <a:cubicBezTo>
                    <a:pt x="2623" y="1235"/>
                    <a:pt x="2719" y="1130"/>
                    <a:pt x="2699" y="1005"/>
                  </a:cubicBezTo>
                  <a:cubicBezTo>
                    <a:pt x="2699" y="996"/>
                    <a:pt x="2699" y="986"/>
                    <a:pt x="2699" y="976"/>
                  </a:cubicBezTo>
                  <a:lnTo>
                    <a:pt x="2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25"/>
            <p:cNvSpPr/>
            <p:nvPr/>
          </p:nvSpPr>
          <p:spPr>
            <a:xfrm>
              <a:off x="2966631" y="1605324"/>
              <a:ext cx="32694" cy="94825"/>
            </a:xfrm>
            <a:custGeom>
              <a:avLst/>
              <a:gdLst/>
              <a:ahLst/>
              <a:cxnLst/>
              <a:rect l="l" t="t" r="r" b="b"/>
              <a:pathLst>
                <a:path w="1245" h="3611" extrusionOk="0">
                  <a:moveTo>
                    <a:pt x="1035" y="0"/>
                  </a:moveTo>
                  <a:cubicBezTo>
                    <a:pt x="1025" y="0"/>
                    <a:pt x="1015" y="1"/>
                    <a:pt x="1005" y="3"/>
                  </a:cubicBezTo>
                  <a:lnTo>
                    <a:pt x="0" y="3"/>
                  </a:lnTo>
                  <a:lnTo>
                    <a:pt x="0" y="3611"/>
                  </a:lnTo>
                  <a:lnTo>
                    <a:pt x="1005" y="3611"/>
                  </a:lnTo>
                  <a:lnTo>
                    <a:pt x="1005" y="3601"/>
                  </a:lnTo>
                  <a:cubicBezTo>
                    <a:pt x="1015" y="3603"/>
                    <a:pt x="1025" y="3603"/>
                    <a:pt x="1035" y="3603"/>
                  </a:cubicBezTo>
                  <a:cubicBezTo>
                    <a:pt x="1139" y="3603"/>
                    <a:pt x="1236" y="3514"/>
                    <a:pt x="1244" y="3400"/>
                  </a:cubicBezTo>
                  <a:lnTo>
                    <a:pt x="1244" y="203"/>
                  </a:lnTo>
                  <a:cubicBezTo>
                    <a:pt x="1236" y="90"/>
                    <a:pt x="1139" y="0"/>
                    <a:pt x="10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25"/>
            <p:cNvSpPr/>
            <p:nvPr/>
          </p:nvSpPr>
          <p:spPr>
            <a:xfrm>
              <a:off x="2966368" y="1629247"/>
              <a:ext cx="32956" cy="70718"/>
            </a:xfrm>
            <a:custGeom>
              <a:avLst/>
              <a:gdLst/>
              <a:ahLst/>
              <a:cxnLst/>
              <a:rect l="l" t="t" r="r" b="b"/>
              <a:pathLst>
                <a:path w="1255" h="2693" extrusionOk="0">
                  <a:moveTo>
                    <a:pt x="1" y="1"/>
                  </a:moveTo>
                  <a:lnTo>
                    <a:pt x="1" y="2690"/>
                  </a:lnTo>
                  <a:lnTo>
                    <a:pt x="1015" y="2690"/>
                  </a:lnTo>
                  <a:cubicBezTo>
                    <a:pt x="1025" y="2692"/>
                    <a:pt x="1035" y="2692"/>
                    <a:pt x="1045" y="2692"/>
                  </a:cubicBezTo>
                  <a:cubicBezTo>
                    <a:pt x="1149" y="2692"/>
                    <a:pt x="1246" y="2603"/>
                    <a:pt x="1254" y="2489"/>
                  </a:cubicBezTo>
                  <a:lnTo>
                    <a:pt x="1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25"/>
            <p:cNvSpPr/>
            <p:nvPr/>
          </p:nvSpPr>
          <p:spPr>
            <a:xfrm>
              <a:off x="3053578" y="1491041"/>
              <a:ext cx="95534" cy="32694"/>
            </a:xfrm>
            <a:custGeom>
              <a:avLst/>
              <a:gdLst/>
              <a:ahLst/>
              <a:cxnLst/>
              <a:rect l="l" t="t" r="r" b="b"/>
              <a:pathLst>
                <a:path w="3638" h="1245" extrusionOk="0">
                  <a:moveTo>
                    <a:pt x="221" y="0"/>
                  </a:moveTo>
                  <a:cubicBezTo>
                    <a:pt x="96" y="10"/>
                    <a:pt x="1" y="115"/>
                    <a:pt x="20" y="239"/>
                  </a:cubicBezTo>
                  <a:cubicBezTo>
                    <a:pt x="20" y="249"/>
                    <a:pt x="10" y="258"/>
                    <a:pt x="20" y="268"/>
                  </a:cubicBezTo>
                  <a:lnTo>
                    <a:pt x="20" y="1244"/>
                  </a:lnTo>
                  <a:lnTo>
                    <a:pt x="3618" y="1244"/>
                  </a:lnTo>
                  <a:lnTo>
                    <a:pt x="3618" y="239"/>
                  </a:lnTo>
                  <a:cubicBezTo>
                    <a:pt x="3637" y="115"/>
                    <a:pt x="3542" y="10"/>
                    <a:pt x="34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25"/>
            <p:cNvSpPr/>
            <p:nvPr/>
          </p:nvSpPr>
          <p:spPr>
            <a:xfrm>
              <a:off x="3053578" y="1491041"/>
              <a:ext cx="71401" cy="32930"/>
            </a:xfrm>
            <a:custGeom>
              <a:avLst/>
              <a:gdLst/>
              <a:ahLst/>
              <a:cxnLst/>
              <a:rect l="l" t="t" r="r" b="b"/>
              <a:pathLst>
                <a:path w="2719" h="1254" extrusionOk="0">
                  <a:moveTo>
                    <a:pt x="221" y="0"/>
                  </a:moveTo>
                  <a:cubicBezTo>
                    <a:pt x="96" y="10"/>
                    <a:pt x="1" y="115"/>
                    <a:pt x="20" y="239"/>
                  </a:cubicBezTo>
                  <a:cubicBezTo>
                    <a:pt x="20" y="249"/>
                    <a:pt x="10" y="258"/>
                    <a:pt x="20" y="278"/>
                  </a:cubicBezTo>
                  <a:lnTo>
                    <a:pt x="20" y="1254"/>
                  </a:lnTo>
                  <a:lnTo>
                    <a:pt x="2719" y="1254"/>
                  </a:lnTo>
                  <a:lnTo>
                    <a:pt x="27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25"/>
            <p:cNvSpPr/>
            <p:nvPr/>
          </p:nvSpPr>
          <p:spPr>
            <a:xfrm>
              <a:off x="2941001" y="1341989"/>
              <a:ext cx="32694" cy="94851"/>
            </a:xfrm>
            <a:custGeom>
              <a:avLst/>
              <a:gdLst/>
              <a:ahLst/>
              <a:cxnLst/>
              <a:rect l="l" t="t" r="r" b="b"/>
              <a:pathLst>
                <a:path w="1245" h="3612" extrusionOk="0">
                  <a:moveTo>
                    <a:pt x="239" y="1"/>
                  </a:moveTo>
                  <a:lnTo>
                    <a:pt x="239" y="10"/>
                  </a:lnTo>
                  <a:cubicBezTo>
                    <a:pt x="229" y="9"/>
                    <a:pt x="220" y="8"/>
                    <a:pt x="210" y="8"/>
                  </a:cubicBezTo>
                  <a:cubicBezTo>
                    <a:pt x="106" y="8"/>
                    <a:pt x="9" y="98"/>
                    <a:pt x="0" y="211"/>
                  </a:cubicBezTo>
                  <a:lnTo>
                    <a:pt x="0" y="3408"/>
                  </a:lnTo>
                  <a:cubicBezTo>
                    <a:pt x="9" y="3522"/>
                    <a:pt x="106" y="3611"/>
                    <a:pt x="210" y="3611"/>
                  </a:cubicBezTo>
                  <a:cubicBezTo>
                    <a:pt x="220" y="3611"/>
                    <a:pt x="229" y="3611"/>
                    <a:pt x="239" y="3609"/>
                  </a:cubicBezTo>
                  <a:lnTo>
                    <a:pt x="1244" y="3609"/>
                  </a:lnTo>
                  <a:lnTo>
                    <a:pt x="12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25"/>
            <p:cNvSpPr/>
            <p:nvPr/>
          </p:nvSpPr>
          <p:spPr>
            <a:xfrm>
              <a:off x="2941001" y="1341989"/>
              <a:ext cx="32930" cy="70902"/>
            </a:xfrm>
            <a:custGeom>
              <a:avLst/>
              <a:gdLst/>
              <a:ahLst/>
              <a:cxnLst/>
              <a:rect l="l" t="t" r="r" b="b"/>
              <a:pathLst>
                <a:path w="1254" h="2700" extrusionOk="0">
                  <a:moveTo>
                    <a:pt x="249" y="1"/>
                  </a:moveTo>
                  <a:lnTo>
                    <a:pt x="239" y="10"/>
                  </a:lnTo>
                  <a:cubicBezTo>
                    <a:pt x="229" y="9"/>
                    <a:pt x="220" y="8"/>
                    <a:pt x="210" y="8"/>
                  </a:cubicBezTo>
                  <a:cubicBezTo>
                    <a:pt x="106" y="8"/>
                    <a:pt x="9" y="98"/>
                    <a:pt x="0" y="211"/>
                  </a:cubicBezTo>
                  <a:lnTo>
                    <a:pt x="0" y="2700"/>
                  </a:lnTo>
                  <a:lnTo>
                    <a:pt x="1254" y="2700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p26"/>
          <p:cNvSpPr txBox="1">
            <a:spLocks noGrp="1"/>
          </p:cNvSpPr>
          <p:nvPr>
            <p:ph type="title"/>
          </p:nvPr>
        </p:nvSpPr>
        <p:spPr>
          <a:xfrm>
            <a:off x="311700" y="88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5. Сценарий. Как устроен сценарный анализ</a:t>
            </a:r>
            <a:endParaRPr/>
          </a:p>
        </p:txBody>
      </p:sp>
      <p:sp>
        <p:nvSpPr>
          <p:cNvPr id="2809" name="Google Shape;2809;p26"/>
          <p:cNvSpPr txBox="1">
            <a:spLocks noGrp="1"/>
          </p:cNvSpPr>
          <p:nvPr>
            <p:ph type="body" idx="1"/>
          </p:nvPr>
        </p:nvSpPr>
        <p:spPr>
          <a:xfrm>
            <a:off x="311700" y="6610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Сценарий — это пошаговое описание процесса, в котором у нашего пользователя возникает проблема.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Сценарный анализ полезен и для детального разбора проблемной ситуации, и для дальнейшей разработки решения, и для выявления собственных пробелов в понимании.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Есть два типа сценариев: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Сценарии </a:t>
            </a:r>
            <a:r>
              <a:rPr lang="en" sz="1400" b="1">
                <a:solidFill>
                  <a:srgbClr val="000000"/>
                </a:solidFill>
              </a:rPr>
              <a:t>AS IS</a:t>
            </a:r>
            <a:r>
              <a:rPr lang="en" sz="1400">
                <a:solidFill>
                  <a:srgbClr val="000000"/>
                </a:solidFill>
              </a:rPr>
              <a:t> («как есть») – текущее состояние дел, когда проблема имеет место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Сценарии </a:t>
            </a:r>
            <a:r>
              <a:rPr lang="en" sz="1400" b="1">
                <a:solidFill>
                  <a:srgbClr val="000000"/>
                </a:solidFill>
              </a:rPr>
              <a:t>TO BE</a:t>
            </a:r>
            <a:r>
              <a:rPr lang="en" sz="1400">
                <a:solidFill>
                  <a:srgbClr val="000000"/>
                </a:solidFill>
              </a:rPr>
              <a:t> («как будет») – прекрасное будущее, когда наше решение избавит пользователя от проблем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2810" name="Google Shape;2810;p26"/>
          <p:cNvSpPr txBox="1">
            <a:spLocks noGrp="1"/>
          </p:cNvSpPr>
          <p:nvPr>
            <p:ph type="body" idx="1"/>
          </p:nvPr>
        </p:nvSpPr>
        <p:spPr>
          <a:xfrm>
            <a:off x="4572000" y="661075"/>
            <a:ext cx="4572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Сначала мы исследуем сценарий </a:t>
            </a:r>
            <a:r>
              <a:rPr lang="en" sz="1400" b="1">
                <a:solidFill>
                  <a:srgbClr val="000000"/>
                </a:solidFill>
              </a:rPr>
              <a:t>AS IS</a:t>
            </a:r>
            <a:r>
              <a:rPr lang="en" sz="1400">
                <a:solidFill>
                  <a:srgbClr val="000000"/>
                </a:solidFill>
              </a:rPr>
              <a:t> — а как же именно возникает проблема.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А потом мы проектируем сценарий </a:t>
            </a:r>
            <a:r>
              <a:rPr lang="en" sz="1400" b="1">
                <a:solidFill>
                  <a:srgbClr val="000000"/>
                </a:solidFill>
              </a:rPr>
              <a:t>TO BE </a:t>
            </a:r>
            <a:r>
              <a:rPr lang="en" sz="1400">
                <a:solidFill>
                  <a:srgbClr val="000000"/>
                </a:solidFill>
              </a:rPr>
              <a:t>и прописываем главный сценарий использования нашего решения.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Можно работать с разным уровнем проработки: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описать только один главный сценарий, приводящий к проблемной ситуации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описать множество разных сценариев происходящих с пользователем, а также и с другими вовлеченными сторонами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И конечно же по ходу прописывания сценариев, нужно фиксировать всё, что остается непонятным — в HADI-таблицу для последующей разборки.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2811" name="Google Shape;2811;p26"/>
          <p:cNvPicPr preferRelativeResize="0"/>
          <p:nvPr/>
        </p:nvPicPr>
        <p:blipFill rotWithShape="1">
          <a:blip r:embed="rId3">
            <a:alphaModFix/>
          </a:blip>
          <a:srcRect l="2476" t="445" b="514"/>
          <a:stretch/>
        </p:blipFill>
        <p:spPr>
          <a:xfrm>
            <a:off x="8770125" y="3949226"/>
            <a:ext cx="373875" cy="5727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2" name="Google Shape;2812;p26"/>
          <p:cNvGrpSpPr/>
          <p:nvPr/>
        </p:nvGrpSpPr>
        <p:grpSpPr>
          <a:xfrm>
            <a:off x="8551826" y="78"/>
            <a:ext cx="626850" cy="661002"/>
            <a:chOff x="3111775" y="1993516"/>
            <a:chExt cx="318927" cy="319217"/>
          </a:xfrm>
        </p:grpSpPr>
        <p:sp>
          <p:nvSpPr>
            <p:cNvPr id="2813" name="Google Shape;2813;p26"/>
            <p:cNvSpPr/>
            <p:nvPr/>
          </p:nvSpPr>
          <p:spPr>
            <a:xfrm>
              <a:off x="3204263" y="2013894"/>
              <a:ext cx="154067" cy="140964"/>
            </a:xfrm>
            <a:custGeom>
              <a:avLst/>
              <a:gdLst/>
              <a:ahLst/>
              <a:cxnLst/>
              <a:rect l="l" t="t" r="r" b="b"/>
              <a:pathLst>
                <a:path w="5867" h="5368" extrusionOk="0">
                  <a:moveTo>
                    <a:pt x="584" y="0"/>
                  </a:moveTo>
                  <a:cubicBezTo>
                    <a:pt x="268" y="0"/>
                    <a:pt x="0" y="268"/>
                    <a:pt x="0" y="594"/>
                  </a:cubicBezTo>
                  <a:lnTo>
                    <a:pt x="0" y="3713"/>
                  </a:lnTo>
                  <a:cubicBezTo>
                    <a:pt x="0" y="4039"/>
                    <a:pt x="268" y="4307"/>
                    <a:pt x="584" y="4307"/>
                  </a:cubicBezTo>
                  <a:lnTo>
                    <a:pt x="2153" y="4307"/>
                  </a:lnTo>
                  <a:lnTo>
                    <a:pt x="3723" y="5350"/>
                  </a:lnTo>
                  <a:cubicBezTo>
                    <a:pt x="3740" y="5362"/>
                    <a:pt x="3758" y="5367"/>
                    <a:pt x="3777" y="5367"/>
                  </a:cubicBezTo>
                  <a:cubicBezTo>
                    <a:pt x="3831" y="5367"/>
                    <a:pt x="3883" y="5319"/>
                    <a:pt x="3876" y="5254"/>
                  </a:cubicBezTo>
                  <a:lnTo>
                    <a:pt x="3713" y="4307"/>
                  </a:lnTo>
                  <a:lnTo>
                    <a:pt x="5283" y="4307"/>
                  </a:lnTo>
                  <a:cubicBezTo>
                    <a:pt x="5599" y="4307"/>
                    <a:pt x="5867" y="4039"/>
                    <a:pt x="5867" y="3713"/>
                  </a:cubicBezTo>
                  <a:lnTo>
                    <a:pt x="5867" y="594"/>
                  </a:lnTo>
                  <a:cubicBezTo>
                    <a:pt x="5867" y="268"/>
                    <a:pt x="5608" y="0"/>
                    <a:pt x="5283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26"/>
            <p:cNvSpPr/>
            <p:nvPr/>
          </p:nvSpPr>
          <p:spPr>
            <a:xfrm>
              <a:off x="3204263" y="2013894"/>
              <a:ext cx="143773" cy="102808"/>
            </a:xfrm>
            <a:custGeom>
              <a:avLst/>
              <a:gdLst/>
              <a:ahLst/>
              <a:cxnLst/>
              <a:rect l="l" t="t" r="r" b="b"/>
              <a:pathLst>
                <a:path w="5475" h="3915" extrusionOk="0">
                  <a:moveTo>
                    <a:pt x="584" y="0"/>
                  </a:moveTo>
                  <a:cubicBezTo>
                    <a:pt x="259" y="0"/>
                    <a:pt x="0" y="268"/>
                    <a:pt x="0" y="594"/>
                  </a:cubicBezTo>
                  <a:lnTo>
                    <a:pt x="0" y="3723"/>
                  </a:lnTo>
                  <a:cubicBezTo>
                    <a:pt x="0" y="3780"/>
                    <a:pt x="10" y="3847"/>
                    <a:pt x="38" y="3914"/>
                  </a:cubicBezTo>
                  <a:lnTo>
                    <a:pt x="4498" y="3914"/>
                  </a:lnTo>
                  <a:cubicBezTo>
                    <a:pt x="5034" y="3914"/>
                    <a:pt x="5474" y="3474"/>
                    <a:pt x="5474" y="2938"/>
                  </a:cubicBezTo>
                  <a:lnTo>
                    <a:pt x="5474" y="38"/>
                  </a:lnTo>
                  <a:cubicBezTo>
                    <a:pt x="5417" y="19"/>
                    <a:pt x="5350" y="0"/>
                    <a:pt x="5283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26"/>
            <p:cNvSpPr/>
            <p:nvPr/>
          </p:nvSpPr>
          <p:spPr>
            <a:xfrm>
              <a:off x="3112773" y="2137788"/>
              <a:ext cx="112865" cy="113102"/>
            </a:xfrm>
            <a:custGeom>
              <a:avLst/>
              <a:gdLst/>
              <a:ahLst/>
              <a:cxnLst/>
              <a:rect l="l" t="t" r="r" b="b"/>
              <a:pathLst>
                <a:path w="4298" h="4307" extrusionOk="0">
                  <a:moveTo>
                    <a:pt x="2144" y="0"/>
                  </a:moveTo>
                  <a:cubicBezTo>
                    <a:pt x="1206" y="0"/>
                    <a:pt x="508" y="756"/>
                    <a:pt x="441" y="1675"/>
                  </a:cubicBezTo>
                  <a:cubicBezTo>
                    <a:pt x="383" y="2345"/>
                    <a:pt x="249" y="2996"/>
                    <a:pt x="39" y="3637"/>
                  </a:cubicBezTo>
                  <a:cubicBezTo>
                    <a:pt x="1" y="3752"/>
                    <a:pt x="48" y="3886"/>
                    <a:pt x="163" y="3934"/>
                  </a:cubicBezTo>
                  <a:cubicBezTo>
                    <a:pt x="556" y="4116"/>
                    <a:pt x="986" y="4240"/>
                    <a:pt x="1417" y="4307"/>
                  </a:cubicBezTo>
                  <a:lnTo>
                    <a:pt x="2872" y="4307"/>
                  </a:lnTo>
                  <a:cubicBezTo>
                    <a:pt x="3302" y="4240"/>
                    <a:pt x="3723" y="4125"/>
                    <a:pt x="4116" y="3943"/>
                  </a:cubicBezTo>
                  <a:cubicBezTo>
                    <a:pt x="4240" y="3895"/>
                    <a:pt x="4298" y="3752"/>
                    <a:pt x="4240" y="3637"/>
                  </a:cubicBezTo>
                  <a:cubicBezTo>
                    <a:pt x="4039" y="2996"/>
                    <a:pt x="3905" y="2345"/>
                    <a:pt x="3848" y="1675"/>
                  </a:cubicBezTo>
                  <a:cubicBezTo>
                    <a:pt x="3781" y="756"/>
                    <a:pt x="3082" y="0"/>
                    <a:pt x="214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26"/>
            <p:cNvSpPr/>
            <p:nvPr/>
          </p:nvSpPr>
          <p:spPr>
            <a:xfrm>
              <a:off x="3143182" y="2138025"/>
              <a:ext cx="82220" cy="112865"/>
            </a:xfrm>
            <a:custGeom>
              <a:avLst/>
              <a:gdLst/>
              <a:ahLst/>
              <a:cxnLst/>
              <a:rect l="l" t="t" r="r" b="b"/>
              <a:pathLst>
                <a:path w="3131" h="4298" extrusionOk="0">
                  <a:moveTo>
                    <a:pt x="977" y="1"/>
                  </a:moveTo>
                  <a:cubicBezTo>
                    <a:pt x="259" y="1"/>
                    <a:pt x="1" y="987"/>
                    <a:pt x="613" y="1350"/>
                  </a:cubicBezTo>
                  <a:cubicBezTo>
                    <a:pt x="632" y="1360"/>
                    <a:pt x="651" y="1379"/>
                    <a:pt x="680" y="1389"/>
                  </a:cubicBezTo>
                  <a:lnTo>
                    <a:pt x="1226" y="4298"/>
                  </a:lnTo>
                  <a:lnTo>
                    <a:pt x="1714" y="4298"/>
                  </a:lnTo>
                  <a:cubicBezTo>
                    <a:pt x="2144" y="4231"/>
                    <a:pt x="2565" y="4116"/>
                    <a:pt x="2958" y="3934"/>
                  </a:cubicBezTo>
                  <a:cubicBezTo>
                    <a:pt x="3073" y="3877"/>
                    <a:pt x="3130" y="3743"/>
                    <a:pt x="3082" y="3628"/>
                  </a:cubicBezTo>
                  <a:cubicBezTo>
                    <a:pt x="2872" y="2996"/>
                    <a:pt x="2738" y="2336"/>
                    <a:pt x="2680" y="1676"/>
                  </a:cubicBezTo>
                  <a:cubicBezTo>
                    <a:pt x="2613" y="757"/>
                    <a:pt x="1924" y="1"/>
                    <a:pt x="977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26"/>
            <p:cNvSpPr/>
            <p:nvPr/>
          </p:nvSpPr>
          <p:spPr>
            <a:xfrm>
              <a:off x="3111775" y="2223238"/>
              <a:ext cx="113102" cy="89231"/>
            </a:xfrm>
            <a:custGeom>
              <a:avLst/>
              <a:gdLst/>
              <a:ahLst/>
              <a:cxnLst/>
              <a:rect l="l" t="t" r="r" b="b"/>
              <a:pathLst>
                <a:path w="4307" h="3398" extrusionOk="0">
                  <a:moveTo>
                    <a:pt x="1436" y="0"/>
                  </a:moveTo>
                  <a:lnTo>
                    <a:pt x="1436" y="718"/>
                  </a:lnTo>
                  <a:cubicBezTo>
                    <a:pt x="1436" y="890"/>
                    <a:pt x="1331" y="1062"/>
                    <a:pt x="1168" y="1139"/>
                  </a:cubicBezTo>
                  <a:lnTo>
                    <a:pt x="402" y="1531"/>
                  </a:lnTo>
                  <a:cubicBezTo>
                    <a:pt x="153" y="1646"/>
                    <a:pt x="0" y="1895"/>
                    <a:pt x="0" y="2173"/>
                  </a:cubicBezTo>
                  <a:lnTo>
                    <a:pt x="0" y="3158"/>
                  </a:lnTo>
                  <a:cubicBezTo>
                    <a:pt x="0" y="3283"/>
                    <a:pt x="115" y="3398"/>
                    <a:pt x="240" y="3398"/>
                  </a:cubicBezTo>
                  <a:lnTo>
                    <a:pt x="4068" y="3398"/>
                  </a:lnTo>
                  <a:cubicBezTo>
                    <a:pt x="4202" y="3398"/>
                    <a:pt x="4307" y="3283"/>
                    <a:pt x="4307" y="3158"/>
                  </a:cubicBezTo>
                  <a:lnTo>
                    <a:pt x="4307" y="2173"/>
                  </a:lnTo>
                  <a:cubicBezTo>
                    <a:pt x="4307" y="1895"/>
                    <a:pt x="4154" y="1646"/>
                    <a:pt x="3905" y="1531"/>
                  </a:cubicBezTo>
                  <a:lnTo>
                    <a:pt x="3139" y="1139"/>
                  </a:lnTo>
                  <a:cubicBezTo>
                    <a:pt x="2977" y="1062"/>
                    <a:pt x="2871" y="890"/>
                    <a:pt x="2871" y="718"/>
                  </a:cubicBezTo>
                  <a:lnTo>
                    <a:pt x="2871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26"/>
            <p:cNvSpPr/>
            <p:nvPr/>
          </p:nvSpPr>
          <p:spPr>
            <a:xfrm>
              <a:off x="3149222" y="2223238"/>
              <a:ext cx="38208" cy="25157"/>
            </a:xfrm>
            <a:custGeom>
              <a:avLst/>
              <a:gdLst/>
              <a:ahLst/>
              <a:cxnLst/>
              <a:rect l="l" t="t" r="r" b="b"/>
              <a:pathLst>
                <a:path w="1455" h="958" extrusionOk="0">
                  <a:moveTo>
                    <a:pt x="10" y="0"/>
                  </a:moveTo>
                  <a:lnTo>
                    <a:pt x="10" y="718"/>
                  </a:lnTo>
                  <a:cubicBezTo>
                    <a:pt x="10" y="747"/>
                    <a:pt x="0" y="785"/>
                    <a:pt x="0" y="814"/>
                  </a:cubicBezTo>
                  <a:cubicBezTo>
                    <a:pt x="230" y="909"/>
                    <a:pt x="479" y="957"/>
                    <a:pt x="728" y="957"/>
                  </a:cubicBezTo>
                  <a:cubicBezTo>
                    <a:pt x="976" y="957"/>
                    <a:pt x="1225" y="909"/>
                    <a:pt x="1455" y="814"/>
                  </a:cubicBezTo>
                  <a:cubicBezTo>
                    <a:pt x="1455" y="785"/>
                    <a:pt x="1445" y="747"/>
                    <a:pt x="1445" y="718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26"/>
            <p:cNvSpPr/>
            <p:nvPr/>
          </p:nvSpPr>
          <p:spPr>
            <a:xfrm>
              <a:off x="3112011" y="2256142"/>
              <a:ext cx="113128" cy="56328"/>
            </a:xfrm>
            <a:custGeom>
              <a:avLst/>
              <a:gdLst/>
              <a:ahLst/>
              <a:cxnLst/>
              <a:rect l="l" t="t" r="r" b="b"/>
              <a:pathLst>
                <a:path w="4308" h="2145" extrusionOk="0">
                  <a:moveTo>
                    <a:pt x="939" y="1"/>
                  </a:moveTo>
                  <a:lnTo>
                    <a:pt x="393" y="278"/>
                  </a:lnTo>
                  <a:cubicBezTo>
                    <a:pt x="154" y="393"/>
                    <a:pt x="1" y="642"/>
                    <a:pt x="1" y="920"/>
                  </a:cubicBezTo>
                  <a:lnTo>
                    <a:pt x="1" y="1905"/>
                  </a:lnTo>
                  <a:cubicBezTo>
                    <a:pt x="1" y="2030"/>
                    <a:pt x="106" y="2145"/>
                    <a:pt x="240" y="2145"/>
                  </a:cubicBezTo>
                  <a:lnTo>
                    <a:pt x="4068" y="2145"/>
                  </a:lnTo>
                  <a:cubicBezTo>
                    <a:pt x="4193" y="2145"/>
                    <a:pt x="4307" y="2030"/>
                    <a:pt x="4307" y="1905"/>
                  </a:cubicBezTo>
                  <a:lnTo>
                    <a:pt x="4307" y="920"/>
                  </a:lnTo>
                  <a:cubicBezTo>
                    <a:pt x="4298" y="642"/>
                    <a:pt x="4145" y="393"/>
                    <a:pt x="3896" y="278"/>
                  </a:cubicBezTo>
                  <a:lnTo>
                    <a:pt x="3350" y="1"/>
                  </a:lnTo>
                  <a:cubicBezTo>
                    <a:pt x="3068" y="436"/>
                    <a:pt x="2609" y="654"/>
                    <a:pt x="2148" y="654"/>
                  </a:cubicBezTo>
                  <a:cubicBezTo>
                    <a:pt x="1688" y="654"/>
                    <a:pt x="1226" y="436"/>
                    <a:pt x="939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26"/>
            <p:cNvSpPr/>
            <p:nvPr/>
          </p:nvSpPr>
          <p:spPr>
            <a:xfrm>
              <a:off x="3130629" y="2174106"/>
              <a:ext cx="75419" cy="61711"/>
            </a:xfrm>
            <a:custGeom>
              <a:avLst/>
              <a:gdLst/>
              <a:ahLst/>
              <a:cxnLst/>
              <a:rect l="l" t="t" r="r" b="b"/>
              <a:pathLst>
                <a:path w="2872" h="2350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14" y="302"/>
                    <a:pt x="699" y="445"/>
                    <a:pt x="565" y="570"/>
                  </a:cubicBezTo>
                  <a:cubicBezTo>
                    <a:pt x="440" y="684"/>
                    <a:pt x="297" y="780"/>
                    <a:pt x="144" y="857"/>
                  </a:cubicBezTo>
                  <a:cubicBezTo>
                    <a:pt x="48" y="905"/>
                    <a:pt x="0" y="1000"/>
                    <a:pt x="19" y="1106"/>
                  </a:cubicBezTo>
                  <a:cubicBezTo>
                    <a:pt x="105" y="1814"/>
                    <a:pt x="718" y="2350"/>
                    <a:pt x="1436" y="2350"/>
                  </a:cubicBezTo>
                  <a:cubicBezTo>
                    <a:pt x="2182" y="2350"/>
                    <a:pt x="2804" y="1775"/>
                    <a:pt x="2871" y="1029"/>
                  </a:cubicBezTo>
                  <a:cubicBezTo>
                    <a:pt x="2871" y="96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26"/>
            <p:cNvSpPr/>
            <p:nvPr/>
          </p:nvSpPr>
          <p:spPr>
            <a:xfrm>
              <a:off x="3130629" y="2174106"/>
              <a:ext cx="75419" cy="61212"/>
            </a:xfrm>
            <a:custGeom>
              <a:avLst/>
              <a:gdLst/>
              <a:ahLst/>
              <a:cxnLst/>
              <a:rect l="l" t="t" r="r" b="b"/>
              <a:pathLst>
                <a:path w="2872" h="2331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33" y="254"/>
                    <a:pt x="766" y="359"/>
                    <a:pt x="670" y="455"/>
                  </a:cubicBezTo>
                  <a:cubicBezTo>
                    <a:pt x="641" y="493"/>
                    <a:pt x="603" y="531"/>
                    <a:pt x="565" y="570"/>
                  </a:cubicBezTo>
                  <a:cubicBezTo>
                    <a:pt x="440" y="675"/>
                    <a:pt x="297" y="771"/>
                    <a:pt x="144" y="857"/>
                  </a:cubicBezTo>
                  <a:cubicBezTo>
                    <a:pt x="48" y="895"/>
                    <a:pt x="0" y="1000"/>
                    <a:pt x="10" y="1106"/>
                  </a:cubicBezTo>
                  <a:cubicBezTo>
                    <a:pt x="96" y="1728"/>
                    <a:pt x="584" y="2235"/>
                    <a:pt x="1215" y="2331"/>
                  </a:cubicBezTo>
                  <a:cubicBezTo>
                    <a:pt x="890" y="2130"/>
                    <a:pt x="699" y="1775"/>
                    <a:pt x="718" y="1393"/>
                  </a:cubicBezTo>
                  <a:lnTo>
                    <a:pt x="718" y="1048"/>
                  </a:lnTo>
                  <a:cubicBezTo>
                    <a:pt x="775" y="1010"/>
                    <a:pt x="823" y="972"/>
                    <a:pt x="881" y="924"/>
                  </a:cubicBezTo>
                  <a:cubicBezTo>
                    <a:pt x="1014" y="809"/>
                    <a:pt x="1129" y="665"/>
                    <a:pt x="1225" y="522"/>
                  </a:cubicBezTo>
                  <a:cubicBezTo>
                    <a:pt x="1684" y="665"/>
                    <a:pt x="2106" y="895"/>
                    <a:pt x="2469" y="1201"/>
                  </a:cubicBezTo>
                  <a:cubicBezTo>
                    <a:pt x="2517" y="1240"/>
                    <a:pt x="2632" y="1345"/>
                    <a:pt x="2756" y="1460"/>
                  </a:cubicBezTo>
                  <a:cubicBezTo>
                    <a:pt x="2814" y="1326"/>
                    <a:pt x="2852" y="1182"/>
                    <a:pt x="2862" y="1029"/>
                  </a:cubicBezTo>
                  <a:cubicBezTo>
                    <a:pt x="2871" y="95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26"/>
            <p:cNvSpPr/>
            <p:nvPr/>
          </p:nvSpPr>
          <p:spPr>
            <a:xfrm>
              <a:off x="3111775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153" y="1"/>
                  </a:moveTo>
                  <a:cubicBezTo>
                    <a:pt x="58" y="125"/>
                    <a:pt x="0" y="279"/>
                    <a:pt x="0" y="432"/>
                  </a:cubicBezTo>
                  <a:lnTo>
                    <a:pt x="0" y="1417"/>
                  </a:lnTo>
                  <a:cubicBezTo>
                    <a:pt x="0" y="1551"/>
                    <a:pt x="115" y="1657"/>
                    <a:pt x="240" y="1657"/>
                  </a:cubicBezTo>
                  <a:lnTo>
                    <a:pt x="957" y="1657"/>
                  </a:lnTo>
                  <a:lnTo>
                    <a:pt x="957" y="881"/>
                  </a:lnTo>
                  <a:cubicBezTo>
                    <a:pt x="957" y="738"/>
                    <a:pt x="890" y="594"/>
                    <a:pt x="785" y="508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26"/>
            <p:cNvSpPr/>
            <p:nvPr/>
          </p:nvSpPr>
          <p:spPr>
            <a:xfrm>
              <a:off x="3199720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814" y="1"/>
                  </a:moveTo>
                  <a:lnTo>
                    <a:pt x="183" y="508"/>
                  </a:lnTo>
                  <a:cubicBezTo>
                    <a:pt x="68" y="594"/>
                    <a:pt x="1" y="738"/>
                    <a:pt x="1" y="881"/>
                  </a:cubicBezTo>
                  <a:lnTo>
                    <a:pt x="1" y="1657"/>
                  </a:lnTo>
                  <a:lnTo>
                    <a:pt x="719" y="1657"/>
                  </a:lnTo>
                  <a:cubicBezTo>
                    <a:pt x="853" y="1657"/>
                    <a:pt x="958" y="1551"/>
                    <a:pt x="958" y="1417"/>
                  </a:cubicBezTo>
                  <a:lnTo>
                    <a:pt x="958" y="432"/>
                  </a:lnTo>
                  <a:cubicBezTo>
                    <a:pt x="958" y="279"/>
                    <a:pt x="900" y="125"/>
                    <a:pt x="814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26"/>
            <p:cNvSpPr/>
            <p:nvPr/>
          </p:nvSpPr>
          <p:spPr>
            <a:xfrm>
              <a:off x="3325636" y="2149343"/>
              <a:ext cx="30934" cy="67882"/>
            </a:xfrm>
            <a:custGeom>
              <a:avLst/>
              <a:gdLst/>
              <a:ahLst/>
              <a:cxnLst/>
              <a:rect l="l" t="t" r="r" b="b"/>
              <a:pathLst>
                <a:path w="1178" h="2585" extrusionOk="0">
                  <a:moveTo>
                    <a:pt x="699" y="1"/>
                  </a:moveTo>
                  <a:cubicBezTo>
                    <a:pt x="316" y="1"/>
                    <a:pt x="1" y="316"/>
                    <a:pt x="1" y="699"/>
                  </a:cubicBezTo>
                  <a:lnTo>
                    <a:pt x="1" y="862"/>
                  </a:lnTo>
                  <a:cubicBezTo>
                    <a:pt x="1" y="1063"/>
                    <a:pt x="29" y="1273"/>
                    <a:pt x="96" y="1465"/>
                  </a:cubicBezTo>
                  <a:lnTo>
                    <a:pt x="470" y="2585"/>
                  </a:lnTo>
                  <a:lnTo>
                    <a:pt x="1178" y="2585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26"/>
            <p:cNvSpPr/>
            <p:nvPr/>
          </p:nvSpPr>
          <p:spPr>
            <a:xfrm>
              <a:off x="3337952" y="2143067"/>
              <a:ext cx="73922" cy="73896"/>
            </a:xfrm>
            <a:custGeom>
              <a:avLst/>
              <a:gdLst/>
              <a:ahLst/>
              <a:cxnLst/>
              <a:rect l="l" t="t" r="r" b="b"/>
              <a:pathLst>
                <a:path w="2815" h="2814" extrusionOk="0">
                  <a:moveTo>
                    <a:pt x="709" y="0"/>
                  </a:moveTo>
                  <a:cubicBezTo>
                    <a:pt x="316" y="0"/>
                    <a:pt x="1" y="316"/>
                    <a:pt x="1" y="708"/>
                  </a:cubicBezTo>
                  <a:cubicBezTo>
                    <a:pt x="1" y="967"/>
                    <a:pt x="211" y="1177"/>
                    <a:pt x="469" y="1177"/>
                  </a:cubicBezTo>
                  <a:lnTo>
                    <a:pt x="2345" y="2814"/>
                  </a:lnTo>
                  <a:lnTo>
                    <a:pt x="2747" y="1426"/>
                  </a:lnTo>
                  <a:cubicBezTo>
                    <a:pt x="2795" y="1254"/>
                    <a:pt x="2814" y="1082"/>
                    <a:pt x="2814" y="909"/>
                  </a:cubicBezTo>
                  <a:lnTo>
                    <a:pt x="2814" y="469"/>
                  </a:lnTo>
                  <a:cubicBezTo>
                    <a:pt x="2814" y="211"/>
                    <a:pt x="2604" y="0"/>
                    <a:pt x="2345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26"/>
            <p:cNvSpPr/>
            <p:nvPr/>
          </p:nvSpPr>
          <p:spPr>
            <a:xfrm>
              <a:off x="3350268" y="2235554"/>
              <a:ext cx="36974" cy="27153"/>
            </a:xfrm>
            <a:custGeom>
              <a:avLst/>
              <a:gdLst/>
              <a:ahLst/>
              <a:cxnLst/>
              <a:rect l="l" t="t" r="r" b="b"/>
              <a:pathLst>
                <a:path w="1408" h="1034" extrusionOk="0">
                  <a:moveTo>
                    <a:pt x="0" y="0"/>
                  </a:moveTo>
                  <a:lnTo>
                    <a:pt x="0" y="1034"/>
                  </a:lnTo>
                  <a:lnTo>
                    <a:pt x="1407" y="1034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26"/>
            <p:cNvSpPr/>
            <p:nvPr/>
          </p:nvSpPr>
          <p:spPr>
            <a:xfrm>
              <a:off x="3350268" y="2235554"/>
              <a:ext cx="36974" cy="14916"/>
            </a:xfrm>
            <a:custGeom>
              <a:avLst/>
              <a:gdLst/>
              <a:ahLst/>
              <a:cxnLst/>
              <a:rect l="l" t="t" r="r" b="b"/>
              <a:pathLst>
                <a:path w="1408" h="568" extrusionOk="0">
                  <a:moveTo>
                    <a:pt x="0" y="0"/>
                  </a:moveTo>
                  <a:lnTo>
                    <a:pt x="0" y="431"/>
                  </a:lnTo>
                  <a:cubicBezTo>
                    <a:pt x="225" y="522"/>
                    <a:pt x="465" y="567"/>
                    <a:pt x="704" y="567"/>
                  </a:cubicBezTo>
                  <a:cubicBezTo>
                    <a:pt x="943" y="567"/>
                    <a:pt x="1182" y="522"/>
                    <a:pt x="1407" y="431"/>
                  </a:cubicBezTo>
                  <a:lnTo>
                    <a:pt x="1407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26"/>
            <p:cNvSpPr/>
            <p:nvPr/>
          </p:nvSpPr>
          <p:spPr>
            <a:xfrm>
              <a:off x="3307044" y="2250365"/>
              <a:ext cx="123658" cy="62367"/>
            </a:xfrm>
            <a:custGeom>
              <a:avLst/>
              <a:gdLst/>
              <a:ahLst/>
              <a:cxnLst/>
              <a:rect l="l" t="t" r="r" b="b"/>
              <a:pathLst>
                <a:path w="4709" h="2375" extrusionOk="0">
                  <a:moveTo>
                    <a:pt x="1646" y="1"/>
                  </a:moveTo>
                  <a:lnTo>
                    <a:pt x="517" y="326"/>
                  </a:lnTo>
                  <a:cubicBezTo>
                    <a:pt x="211" y="412"/>
                    <a:pt x="0" y="690"/>
                    <a:pt x="0" y="1006"/>
                  </a:cubicBezTo>
                  <a:lnTo>
                    <a:pt x="0" y="2135"/>
                  </a:lnTo>
                  <a:cubicBezTo>
                    <a:pt x="0" y="2269"/>
                    <a:pt x="115" y="2374"/>
                    <a:pt x="240" y="2374"/>
                  </a:cubicBezTo>
                  <a:lnTo>
                    <a:pt x="4470" y="2374"/>
                  </a:lnTo>
                  <a:cubicBezTo>
                    <a:pt x="4594" y="2374"/>
                    <a:pt x="4709" y="2269"/>
                    <a:pt x="4709" y="2135"/>
                  </a:cubicBezTo>
                  <a:lnTo>
                    <a:pt x="4709" y="1006"/>
                  </a:lnTo>
                  <a:cubicBezTo>
                    <a:pt x="4709" y="690"/>
                    <a:pt x="4489" y="412"/>
                    <a:pt x="4183" y="326"/>
                  </a:cubicBezTo>
                  <a:lnTo>
                    <a:pt x="3053" y="1"/>
                  </a:lnTo>
                  <a:lnTo>
                    <a:pt x="2355" y="470"/>
                  </a:lnTo>
                  <a:lnTo>
                    <a:pt x="1646" y="1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26"/>
            <p:cNvSpPr/>
            <p:nvPr/>
          </p:nvSpPr>
          <p:spPr>
            <a:xfrm>
              <a:off x="3362584" y="2262681"/>
              <a:ext cx="12342" cy="49789"/>
            </a:xfrm>
            <a:custGeom>
              <a:avLst/>
              <a:gdLst/>
              <a:ahLst/>
              <a:cxnLst/>
              <a:rect l="l" t="t" r="r" b="b"/>
              <a:pathLst>
                <a:path w="470" h="1896" extrusionOk="0">
                  <a:moveTo>
                    <a:pt x="115" y="1"/>
                  </a:moveTo>
                  <a:lnTo>
                    <a:pt x="0" y="1896"/>
                  </a:lnTo>
                  <a:lnTo>
                    <a:pt x="469" y="1896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26"/>
            <p:cNvSpPr/>
            <p:nvPr/>
          </p:nvSpPr>
          <p:spPr>
            <a:xfrm>
              <a:off x="3331676" y="2173948"/>
              <a:ext cx="74158" cy="67646"/>
            </a:xfrm>
            <a:custGeom>
              <a:avLst/>
              <a:gdLst/>
              <a:ahLst/>
              <a:cxnLst/>
              <a:rect l="l" t="t" r="r" b="b"/>
              <a:pathLst>
                <a:path w="2824" h="2576" extrusionOk="0">
                  <a:moveTo>
                    <a:pt x="878" y="0"/>
                  </a:moveTo>
                  <a:cubicBezTo>
                    <a:pt x="764" y="0"/>
                    <a:pt x="653" y="48"/>
                    <a:pt x="565" y="135"/>
                  </a:cubicBezTo>
                  <a:lnTo>
                    <a:pt x="144" y="556"/>
                  </a:lnTo>
                  <a:cubicBezTo>
                    <a:pt x="58" y="652"/>
                    <a:pt x="0" y="767"/>
                    <a:pt x="0" y="891"/>
                  </a:cubicBezTo>
                  <a:lnTo>
                    <a:pt x="0" y="1169"/>
                  </a:lnTo>
                  <a:cubicBezTo>
                    <a:pt x="0" y="1944"/>
                    <a:pt x="632" y="2576"/>
                    <a:pt x="1417" y="2576"/>
                  </a:cubicBezTo>
                  <a:cubicBezTo>
                    <a:pt x="2192" y="2576"/>
                    <a:pt x="2824" y="1944"/>
                    <a:pt x="2824" y="1169"/>
                  </a:cubicBezTo>
                  <a:lnTo>
                    <a:pt x="2824" y="872"/>
                  </a:lnTo>
                  <a:cubicBezTo>
                    <a:pt x="2824" y="738"/>
                    <a:pt x="2776" y="623"/>
                    <a:pt x="2690" y="537"/>
                  </a:cubicBezTo>
                  <a:cubicBezTo>
                    <a:pt x="2326" y="183"/>
                    <a:pt x="1656" y="21"/>
                    <a:pt x="909" y="1"/>
                  </a:cubicBezTo>
                  <a:cubicBezTo>
                    <a:pt x="899" y="1"/>
                    <a:pt x="889" y="0"/>
                    <a:pt x="878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26"/>
            <p:cNvSpPr/>
            <p:nvPr/>
          </p:nvSpPr>
          <p:spPr>
            <a:xfrm>
              <a:off x="3331676" y="2173975"/>
              <a:ext cx="73896" cy="66123"/>
            </a:xfrm>
            <a:custGeom>
              <a:avLst/>
              <a:gdLst/>
              <a:ahLst/>
              <a:cxnLst/>
              <a:rect l="l" t="t" r="r" b="b"/>
              <a:pathLst>
                <a:path w="2814" h="2518" extrusionOk="0">
                  <a:moveTo>
                    <a:pt x="909" y="0"/>
                  </a:moveTo>
                  <a:cubicBezTo>
                    <a:pt x="785" y="0"/>
                    <a:pt x="661" y="48"/>
                    <a:pt x="565" y="134"/>
                  </a:cubicBezTo>
                  <a:lnTo>
                    <a:pt x="144" y="565"/>
                  </a:lnTo>
                  <a:cubicBezTo>
                    <a:pt x="58" y="651"/>
                    <a:pt x="0" y="766"/>
                    <a:pt x="0" y="890"/>
                  </a:cubicBezTo>
                  <a:lnTo>
                    <a:pt x="0" y="1168"/>
                  </a:lnTo>
                  <a:cubicBezTo>
                    <a:pt x="0" y="1800"/>
                    <a:pt x="421" y="2345"/>
                    <a:pt x="1024" y="2517"/>
                  </a:cubicBezTo>
                  <a:cubicBezTo>
                    <a:pt x="823" y="2269"/>
                    <a:pt x="708" y="1962"/>
                    <a:pt x="708" y="1637"/>
                  </a:cubicBezTo>
                  <a:lnTo>
                    <a:pt x="708" y="957"/>
                  </a:lnTo>
                  <a:cubicBezTo>
                    <a:pt x="708" y="692"/>
                    <a:pt x="919" y="487"/>
                    <a:pt x="1172" y="487"/>
                  </a:cubicBezTo>
                  <a:cubicBezTo>
                    <a:pt x="1184" y="487"/>
                    <a:pt x="1195" y="488"/>
                    <a:pt x="1206" y="489"/>
                  </a:cubicBezTo>
                  <a:cubicBezTo>
                    <a:pt x="1685" y="517"/>
                    <a:pt x="2383" y="594"/>
                    <a:pt x="2814" y="804"/>
                  </a:cubicBezTo>
                  <a:cubicBezTo>
                    <a:pt x="2804" y="699"/>
                    <a:pt x="2757" y="613"/>
                    <a:pt x="2690" y="536"/>
                  </a:cubicBezTo>
                  <a:cubicBezTo>
                    <a:pt x="2326" y="182"/>
                    <a:pt x="1656" y="20"/>
                    <a:pt x="909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26"/>
            <p:cNvSpPr/>
            <p:nvPr/>
          </p:nvSpPr>
          <p:spPr>
            <a:xfrm>
              <a:off x="3307281" y="2266200"/>
              <a:ext cx="24921" cy="46533"/>
            </a:xfrm>
            <a:custGeom>
              <a:avLst/>
              <a:gdLst/>
              <a:ahLst/>
              <a:cxnLst/>
              <a:rect l="l" t="t" r="r" b="b"/>
              <a:pathLst>
                <a:path w="949" h="1772" extrusionOk="0">
                  <a:moveTo>
                    <a:pt x="125" y="1"/>
                  </a:moveTo>
                  <a:cubicBezTo>
                    <a:pt x="49" y="125"/>
                    <a:pt x="1" y="259"/>
                    <a:pt x="1" y="403"/>
                  </a:cubicBezTo>
                  <a:lnTo>
                    <a:pt x="1" y="1532"/>
                  </a:lnTo>
                  <a:cubicBezTo>
                    <a:pt x="1" y="1666"/>
                    <a:pt x="106" y="1771"/>
                    <a:pt x="240" y="1771"/>
                  </a:cubicBezTo>
                  <a:lnTo>
                    <a:pt x="948" y="1771"/>
                  </a:lnTo>
                  <a:lnTo>
                    <a:pt x="948" y="1101"/>
                  </a:lnTo>
                  <a:lnTo>
                    <a:pt x="929" y="1101"/>
                  </a:lnTo>
                  <a:cubicBezTo>
                    <a:pt x="929" y="910"/>
                    <a:pt x="862" y="738"/>
                    <a:pt x="728" y="604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26"/>
            <p:cNvSpPr/>
            <p:nvPr/>
          </p:nvSpPr>
          <p:spPr>
            <a:xfrm>
              <a:off x="3405545" y="2266200"/>
              <a:ext cx="24658" cy="46533"/>
            </a:xfrm>
            <a:custGeom>
              <a:avLst/>
              <a:gdLst/>
              <a:ahLst/>
              <a:cxnLst/>
              <a:rect l="l" t="t" r="r" b="b"/>
              <a:pathLst>
                <a:path w="939" h="1772" extrusionOk="0">
                  <a:moveTo>
                    <a:pt x="814" y="1"/>
                  </a:moveTo>
                  <a:lnTo>
                    <a:pt x="211" y="604"/>
                  </a:lnTo>
                  <a:cubicBezTo>
                    <a:pt x="78" y="738"/>
                    <a:pt x="11" y="910"/>
                    <a:pt x="11" y="1101"/>
                  </a:cubicBezTo>
                  <a:lnTo>
                    <a:pt x="1" y="1101"/>
                  </a:lnTo>
                  <a:lnTo>
                    <a:pt x="1" y="1771"/>
                  </a:lnTo>
                  <a:lnTo>
                    <a:pt x="700" y="1771"/>
                  </a:lnTo>
                  <a:cubicBezTo>
                    <a:pt x="834" y="1771"/>
                    <a:pt x="939" y="1666"/>
                    <a:pt x="939" y="1532"/>
                  </a:cubicBezTo>
                  <a:lnTo>
                    <a:pt x="939" y="403"/>
                  </a:lnTo>
                  <a:cubicBezTo>
                    <a:pt x="939" y="259"/>
                    <a:pt x="891" y="125"/>
                    <a:pt x="814" y="1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26"/>
            <p:cNvSpPr/>
            <p:nvPr/>
          </p:nvSpPr>
          <p:spPr>
            <a:xfrm>
              <a:off x="3362584" y="2262681"/>
              <a:ext cx="12342" cy="12342"/>
            </a:xfrm>
            <a:custGeom>
              <a:avLst/>
              <a:gdLst/>
              <a:ahLst/>
              <a:cxnLst/>
              <a:rect l="l" t="t" r="r" b="b"/>
              <a:pathLst>
                <a:path w="470" h="470" extrusionOk="0">
                  <a:moveTo>
                    <a:pt x="0" y="1"/>
                  </a:moveTo>
                  <a:lnTo>
                    <a:pt x="0" y="374"/>
                  </a:lnTo>
                  <a:cubicBezTo>
                    <a:pt x="0" y="431"/>
                    <a:pt x="39" y="470"/>
                    <a:pt x="96" y="470"/>
                  </a:cubicBezTo>
                  <a:lnTo>
                    <a:pt x="374" y="470"/>
                  </a:lnTo>
                  <a:cubicBezTo>
                    <a:pt x="422" y="470"/>
                    <a:pt x="469" y="431"/>
                    <a:pt x="469" y="374"/>
                  </a:cubicBezTo>
                  <a:lnTo>
                    <a:pt x="469" y="1"/>
                  </a:lnTo>
                  <a:close/>
                </a:path>
              </a:pathLst>
            </a:custGeom>
            <a:solidFill>
              <a:srgbClr val="4760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26"/>
            <p:cNvSpPr/>
            <p:nvPr/>
          </p:nvSpPr>
          <p:spPr>
            <a:xfrm>
              <a:off x="3343493" y="2245481"/>
              <a:ext cx="25393" cy="25971"/>
            </a:xfrm>
            <a:custGeom>
              <a:avLst/>
              <a:gdLst/>
              <a:ahLst/>
              <a:cxnLst/>
              <a:rect l="l" t="t" r="r" b="b"/>
              <a:pathLst>
                <a:path w="967" h="989" extrusionOk="0">
                  <a:moveTo>
                    <a:pt x="221" y="0"/>
                  </a:moveTo>
                  <a:cubicBezTo>
                    <a:pt x="190" y="0"/>
                    <a:pt x="160" y="15"/>
                    <a:pt x="144" y="43"/>
                  </a:cubicBezTo>
                  <a:lnTo>
                    <a:pt x="0" y="263"/>
                  </a:lnTo>
                  <a:lnTo>
                    <a:pt x="354" y="914"/>
                  </a:lnTo>
                  <a:cubicBezTo>
                    <a:pt x="378" y="963"/>
                    <a:pt x="430" y="988"/>
                    <a:pt x="481" y="988"/>
                  </a:cubicBezTo>
                  <a:cubicBezTo>
                    <a:pt x="510" y="988"/>
                    <a:pt x="540" y="980"/>
                    <a:pt x="565" y="962"/>
                  </a:cubicBezTo>
                  <a:lnTo>
                    <a:pt x="967" y="656"/>
                  </a:lnTo>
                  <a:lnTo>
                    <a:pt x="287" y="24"/>
                  </a:lnTo>
                  <a:cubicBezTo>
                    <a:pt x="267" y="8"/>
                    <a:pt x="244" y="0"/>
                    <a:pt x="221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26"/>
            <p:cNvSpPr/>
            <p:nvPr/>
          </p:nvSpPr>
          <p:spPr>
            <a:xfrm>
              <a:off x="3368860" y="2245559"/>
              <a:ext cx="25420" cy="26076"/>
            </a:xfrm>
            <a:custGeom>
              <a:avLst/>
              <a:gdLst/>
              <a:ahLst/>
              <a:cxnLst/>
              <a:rect l="l" t="t" r="r" b="b"/>
              <a:pathLst>
                <a:path w="968" h="993" extrusionOk="0">
                  <a:moveTo>
                    <a:pt x="748" y="0"/>
                  </a:moveTo>
                  <a:cubicBezTo>
                    <a:pt x="725" y="0"/>
                    <a:pt x="701" y="10"/>
                    <a:pt x="680" y="31"/>
                  </a:cubicBezTo>
                  <a:lnTo>
                    <a:pt x="1" y="653"/>
                  </a:lnTo>
                  <a:lnTo>
                    <a:pt x="393" y="959"/>
                  </a:lnTo>
                  <a:cubicBezTo>
                    <a:pt x="419" y="982"/>
                    <a:pt x="452" y="992"/>
                    <a:pt x="484" y="992"/>
                  </a:cubicBezTo>
                  <a:cubicBezTo>
                    <a:pt x="534" y="992"/>
                    <a:pt x="584" y="967"/>
                    <a:pt x="613" y="921"/>
                  </a:cubicBezTo>
                  <a:lnTo>
                    <a:pt x="967" y="260"/>
                  </a:lnTo>
                  <a:lnTo>
                    <a:pt x="824" y="50"/>
                  </a:lnTo>
                  <a:cubicBezTo>
                    <a:pt x="807" y="17"/>
                    <a:pt x="779" y="0"/>
                    <a:pt x="748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26"/>
            <p:cNvSpPr/>
            <p:nvPr/>
          </p:nvSpPr>
          <p:spPr>
            <a:xfrm>
              <a:off x="3163297" y="1993516"/>
              <a:ext cx="174419" cy="150233"/>
            </a:xfrm>
            <a:custGeom>
              <a:avLst/>
              <a:gdLst/>
              <a:ahLst/>
              <a:cxnLst/>
              <a:rect l="l" t="t" r="r" b="b"/>
              <a:pathLst>
                <a:path w="6642" h="5721" extrusionOk="0">
                  <a:moveTo>
                    <a:pt x="584" y="1"/>
                  </a:moveTo>
                  <a:cubicBezTo>
                    <a:pt x="259" y="1"/>
                    <a:pt x="0" y="259"/>
                    <a:pt x="0" y="585"/>
                  </a:cubicBezTo>
                  <a:lnTo>
                    <a:pt x="0" y="3714"/>
                  </a:lnTo>
                  <a:cubicBezTo>
                    <a:pt x="0" y="4040"/>
                    <a:pt x="259" y="4298"/>
                    <a:pt x="584" y="4298"/>
                  </a:cubicBezTo>
                  <a:lnTo>
                    <a:pt x="2737" y="4298"/>
                  </a:lnTo>
                  <a:lnTo>
                    <a:pt x="2412" y="5600"/>
                  </a:lnTo>
                  <a:cubicBezTo>
                    <a:pt x="2397" y="5666"/>
                    <a:pt x="2450" y="5721"/>
                    <a:pt x="2511" y="5721"/>
                  </a:cubicBezTo>
                  <a:cubicBezTo>
                    <a:pt x="2529" y="5721"/>
                    <a:pt x="2547" y="5716"/>
                    <a:pt x="2565" y="5705"/>
                  </a:cubicBezTo>
                  <a:lnTo>
                    <a:pt x="4489" y="4298"/>
                  </a:lnTo>
                  <a:lnTo>
                    <a:pt x="6049" y="4298"/>
                  </a:lnTo>
                  <a:cubicBezTo>
                    <a:pt x="6374" y="4288"/>
                    <a:pt x="6642" y="4030"/>
                    <a:pt x="6642" y="3705"/>
                  </a:cubicBezTo>
                  <a:lnTo>
                    <a:pt x="6642" y="585"/>
                  </a:lnTo>
                  <a:cubicBezTo>
                    <a:pt x="6642" y="259"/>
                    <a:pt x="6384" y="1"/>
                    <a:pt x="6058" y="1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26"/>
            <p:cNvSpPr/>
            <p:nvPr/>
          </p:nvSpPr>
          <p:spPr>
            <a:xfrm>
              <a:off x="3192446" y="2019172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3" y="393"/>
                  </a:lnTo>
                  <a:cubicBezTo>
                    <a:pt x="1101" y="393"/>
                    <a:pt x="1101" y="0"/>
                    <a:pt x="843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26"/>
            <p:cNvSpPr/>
            <p:nvPr/>
          </p:nvSpPr>
          <p:spPr>
            <a:xfrm>
              <a:off x="3228133" y="2019172"/>
              <a:ext cx="80434" cy="10320"/>
            </a:xfrm>
            <a:custGeom>
              <a:avLst/>
              <a:gdLst/>
              <a:ahLst/>
              <a:cxnLst/>
              <a:rect l="l" t="t" r="r" b="b"/>
              <a:pathLst>
                <a:path w="3063" h="393" extrusionOk="0">
                  <a:moveTo>
                    <a:pt x="268" y="0"/>
                  </a:moveTo>
                  <a:cubicBezTo>
                    <a:pt x="0" y="0"/>
                    <a:pt x="0" y="393"/>
                    <a:pt x="268" y="393"/>
                  </a:cubicBezTo>
                  <a:lnTo>
                    <a:pt x="2804" y="393"/>
                  </a:lnTo>
                  <a:cubicBezTo>
                    <a:pt x="3063" y="393"/>
                    <a:pt x="3063" y="0"/>
                    <a:pt x="280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26"/>
            <p:cNvSpPr/>
            <p:nvPr/>
          </p:nvSpPr>
          <p:spPr>
            <a:xfrm>
              <a:off x="3192183" y="2044802"/>
              <a:ext cx="116384" cy="10320"/>
            </a:xfrm>
            <a:custGeom>
              <a:avLst/>
              <a:gdLst/>
              <a:ahLst/>
              <a:cxnLst/>
              <a:rect l="l" t="t" r="r" b="b"/>
              <a:pathLst>
                <a:path w="4432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4173" y="393"/>
                  </a:lnTo>
                  <a:cubicBezTo>
                    <a:pt x="4432" y="393"/>
                    <a:pt x="4432" y="0"/>
                    <a:pt x="4173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26"/>
            <p:cNvSpPr/>
            <p:nvPr/>
          </p:nvSpPr>
          <p:spPr>
            <a:xfrm>
              <a:off x="3192183" y="2070431"/>
              <a:ext cx="80461" cy="10320"/>
            </a:xfrm>
            <a:custGeom>
              <a:avLst/>
              <a:gdLst/>
              <a:ahLst/>
              <a:cxnLst/>
              <a:rect l="l" t="t" r="r" b="b"/>
              <a:pathLst>
                <a:path w="3064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2805" y="393"/>
                  </a:lnTo>
                  <a:cubicBezTo>
                    <a:pt x="3063" y="393"/>
                    <a:pt x="3063" y="0"/>
                    <a:pt x="280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26"/>
            <p:cNvSpPr/>
            <p:nvPr/>
          </p:nvSpPr>
          <p:spPr>
            <a:xfrm>
              <a:off x="3279655" y="2070431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2" y="393"/>
                  </a:lnTo>
                  <a:cubicBezTo>
                    <a:pt x="1101" y="393"/>
                    <a:pt x="1101" y="0"/>
                    <a:pt x="842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p27"/>
          <p:cNvSpPr txBox="1">
            <a:spLocks noGrp="1"/>
          </p:cNvSpPr>
          <p:nvPr>
            <p:ph type="title"/>
          </p:nvPr>
        </p:nvSpPr>
        <p:spPr>
          <a:xfrm>
            <a:off x="311700" y="38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5. Сценарий. Шаблон сценария</a:t>
            </a:r>
            <a:endParaRPr/>
          </a:p>
        </p:txBody>
      </p:sp>
      <p:sp>
        <p:nvSpPr>
          <p:cNvPr id="2848" name="Google Shape;2848;p27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Акторы (и главный из них, пользователь)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– участники сценария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Предусловия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(обстоятельства, в которых начинается сценарий):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Ожидаемый результат: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&lt;актор достиг своей цели&gt;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Шаги сценария: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1.&lt;актор&gt; &lt;делает что-то&gt; &lt;с чем-то&gt;.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2.&lt;актор&gt; &lt;действие&gt; &lt;объект&gt; + [доп. обстоятельства]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3.   ...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4.&lt;проблема: что-то мешает достичь цель&gt;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5. ... Дальнейший ход сценария 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endParaRPr sz="1200"/>
          </a:p>
        </p:txBody>
      </p:sp>
      <p:sp>
        <p:nvSpPr>
          <p:cNvPr id="2849" name="Google Shape;2849;p27"/>
          <p:cNvSpPr txBox="1">
            <a:spLocks noGrp="1"/>
          </p:cNvSpPr>
          <p:nvPr>
            <p:ph type="body" idx="1"/>
          </p:nvPr>
        </p:nvSpPr>
        <p:spPr>
          <a:xfrm>
            <a:off x="311700" y="650625"/>
            <a:ext cx="4120800" cy="44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Один из самых лаконичных подходов как можно писать сценарии показан справа. </a:t>
            </a:r>
            <a:br>
              <a:rPr lang="en" sz="1600">
                <a:solidFill>
                  <a:srgbClr val="000000"/>
                </a:solidFill>
              </a:rPr>
            </a:br>
            <a:r>
              <a:rPr lang="en" sz="1600">
                <a:solidFill>
                  <a:srgbClr val="000000"/>
                </a:solidFill>
              </a:rPr>
              <a:t>Основные его принципы таковы:</a:t>
            </a:r>
            <a:endParaRPr sz="1600"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Один шаг сценария – одно действие одного актора</a:t>
            </a:r>
            <a:endParaRPr sz="1200"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Сначала прописываем самый частый вариант прохождения сценария</a:t>
            </a:r>
            <a:endParaRPr sz="1200"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Точки ответвления сценария – отдельно отмечаем, а расписываем позже</a:t>
            </a:r>
            <a:endParaRPr sz="1200"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Аварийные ситуации – расписываем отдельно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000000"/>
                </a:solidFill>
              </a:rPr>
              <a:t>На следующем слайде показан пример того, как по этому шаблону расписывается реальная проблемная ситуация.</a:t>
            </a:r>
            <a:endParaRPr sz="1600">
              <a:solidFill>
                <a:srgbClr val="000000"/>
              </a:solidFill>
            </a:endParaRPr>
          </a:p>
        </p:txBody>
      </p:sp>
      <p:grpSp>
        <p:nvGrpSpPr>
          <p:cNvPr id="2850" name="Google Shape;2850;p27"/>
          <p:cNvGrpSpPr/>
          <p:nvPr/>
        </p:nvGrpSpPr>
        <p:grpSpPr>
          <a:xfrm>
            <a:off x="8499961" y="-32"/>
            <a:ext cx="651025" cy="650659"/>
            <a:chOff x="3111775" y="1993516"/>
            <a:chExt cx="318927" cy="319217"/>
          </a:xfrm>
        </p:grpSpPr>
        <p:sp>
          <p:nvSpPr>
            <p:cNvPr id="2851" name="Google Shape;2851;p27"/>
            <p:cNvSpPr/>
            <p:nvPr/>
          </p:nvSpPr>
          <p:spPr>
            <a:xfrm>
              <a:off x="3204263" y="2013894"/>
              <a:ext cx="154067" cy="140964"/>
            </a:xfrm>
            <a:custGeom>
              <a:avLst/>
              <a:gdLst/>
              <a:ahLst/>
              <a:cxnLst/>
              <a:rect l="l" t="t" r="r" b="b"/>
              <a:pathLst>
                <a:path w="5867" h="5368" extrusionOk="0">
                  <a:moveTo>
                    <a:pt x="584" y="0"/>
                  </a:moveTo>
                  <a:cubicBezTo>
                    <a:pt x="268" y="0"/>
                    <a:pt x="0" y="268"/>
                    <a:pt x="0" y="594"/>
                  </a:cubicBezTo>
                  <a:lnTo>
                    <a:pt x="0" y="3713"/>
                  </a:lnTo>
                  <a:cubicBezTo>
                    <a:pt x="0" y="4039"/>
                    <a:pt x="268" y="4307"/>
                    <a:pt x="584" y="4307"/>
                  </a:cubicBezTo>
                  <a:lnTo>
                    <a:pt x="2153" y="4307"/>
                  </a:lnTo>
                  <a:lnTo>
                    <a:pt x="3723" y="5350"/>
                  </a:lnTo>
                  <a:cubicBezTo>
                    <a:pt x="3740" y="5362"/>
                    <a:pt x="3758" y="5367"/>
                    <a:pt x="3777" y="5367"/>
                  </a:cubicBezTo>
                  <a:cubicBezTo>
                    <a:pt x="3831" y="5367"/>
                    <a:pt x="3883" y="5319"/>
                    <a:pt x="3876" y="5254"/>
                  </a:cubicBezTo>
                  <a:lnTo>
                    <a:pt x="3713" y="4307"/>
                  </a:lnTo>
                  <a:lnTo>
                    <a:pt x="5283" y="4307"/>
                  </a:lnTo>
                  <a:cubicBezTo>
                    <a:pt x="5599" y="4307"/>
                    <a:pt x="5867" y="4039"/>
                    <a:pt x="5867" y="3713"/>
                  </a:cubicBezTo>
                  <a:lnTo>
                    <a:pt x="5867" y="594"/>
                  </a:lnTo>
                  <a:cubicBezTo>
                    <a:pt x="5867" y="268"/>
                    <a:pt x="5608" y="0"/>
                    <a:pt x="5283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27"/>
            <p:cNvSpPr/>
            <p:nvPr/>
          </p:nvSpPr>
          <p:spPr>
            <a:xfrm>
              <a:off x="3204263" y="2013894"/>
              <a:ext cx="143773" cy="102808"/>
            </a:xfrm>
            <a:custGeom>
              <a:avLst/>
              <a:gdLst/>
              <a:ahLst/>
              <a:cxnLst/>
              <a:rect l="l" t="t" r="r" b="b"/>
              <a:pathLst>
                <a:path w="5475" h="3915" extrusionOk="0">
                  <a:moveTo>
                    <a:pt x="584" y="0"/>
                  </a:moveTo>
                  <a:cubicBezTo>
                    <a:pt x="259" y="0"/>
                    <a:pt x="0" y="268"/>
                    <a:pt x="0" y="594"/>
                  </a:cubicBezTo>
                  <a:lnTo>
                    <a:pt x="0" y="3723"/>
                  </a:lnTo>
                  <a:cubicBezTo>
                    <a:pt x="0" y="3780"/>
                    <a:pt x="10" y="3847"/>
                    <a:pt x="38" y="3914"/>
                  </a:cubicBezTo>
                  <a:lnTo>
                    <a:pt x="4498" y="3914"/>
                  </a:lnTo>
                  <a:cubicBezTo>
                    <a:pt x="5034" y="3914"/>
                    <a:pt x="5474" y="3474"/>
                    <a:pt x="5474" y="2938"/>
                  </a:cubicBezTo>
                  <a:lnTo>
                    <a:pt x="5474" y="38"/>
                  </a:lnTo>
                  <a:cubicBezTo>
                    <a:pt x="5417" y="19"/>
                    <a:pt x="5350" y="0"/>
                    <a:pt x="5283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27"/>
            <p:cNvSpPr/>
            <p:nvPr/>
          </p:nvSpPr>
          <p:spPr>
            <a:xfrm>
              <a:off x="3112773" y="2137788"/>
              <a:ext cx="112865" cy="113102"/>
            </a:xfrm>
            <a:custGeom>
              <a:avLst/>
              <a:gdLst/>
              <a:ahLst/>
              <a:cxnLst/>
              <a:rect l="l" t="t" r="r" b="b"/>
              <a:pathLst>
                <a:path w="4298" h="4307" extrusionOk="0">
                  <a:moveTo>
                    <a:pt x="2144" y="0"/>
                  </a:moveTo>
                  <a:cubicBezTo>
                    <a:pt x="1206" y="0"/>
                    <a:pt x="508" y="756"/>
                    <a:pt x="441" y="1675"/>
                  </a:cubicBezTo>
                  <a:cubicBezTo>
                    <a:pt x="383" y="2345"/>
                    <a:pt x="249" y="2996"/>
                    <a:pt x="39" y="3637"/>
                  </a:cubicBezTo>
                  <a:cubicBezTo>
                    <a:pt x="1" y="3752"/>
                    <a:pt x="48" y="3886"/>
                    <a:pt x="163" y="3934"/>
                  </a:cubicBezTo>
                  <a:cubicBezTo>
                    <a:pt x="556" y="4116"/>
                    <a:pt x="986" y="4240"/>
                    <a:pt x="1417" y="4307"/>
                  </a:cubicBezTo>
                  <a:lnTo>
                    <a:pt x="2872" y="4307"/>
                  </a:lnTo>
                  <a:cubicBezTo>
                    <a:pt x="3302" y="4240"/>
                    <a:pt x="3723" y="4125"/>
                    <a:pt x="4116" y="3943"/>
                  </a:cubicBezTo>
                  <a:cubicBezTo>
                    <a:pt x="4240" y="3895"/>
                    <a:pt x="4298" y="3752"/>
                    <a:pt x="4240" y="3637"/>
                  </a:cubicBezTo>
                  <a:cubicBezTo>
                    <a:pt x="4039" y="2996"/>
                    <a:pt x="3905" y="2345"/>
                    <a:pt x="3848" y="1675"/>
                  </a:cubicBezTo>
                  <a:cubicBezTo>
                    <a:pt x="3781" y="756"/>
                    <a:pt x="3082" y="0"/>
                    <a:pt x="214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27"/>
            <p:cNvSpPr/>
            <p:nvPr/>
          </p:nvSpPr>
          <p:spPr>
            <a:xfrm>
              <a:off x="3143182" y="2138025"/>
              <a:ext cx="82220" cy="112865"/>
            </a:xfrm>
            <a:custGeom>
              <a:avLst/>
              <a:gdLst/>
              <a:ahLst/>
              <a:cxnLst/>
              <a:rect l="l" t="t" r="r" b="b"/>
              <a:pathLst>
                <a:path w="3131" h="4298" extrusionOk="0">
                  <a:moveTo>
                    <a:pt x="977" y="1"/>
                  </a:moveTo>
                  <a:cubicBezTo>
                    <a:pt x="259" y="1"/>
                    <a:pt x="1" y="987"/>
                    <a:pt x="613" y="1350"/>
                  </a:cubicBezTo>
                  <a:cubicBezTo>
                    <a:pt x="632" y="1360"/>
                    <a:pt x="651" y="1379"/>
                    <a:pt x="680" y="1389"/>
                  </a:cubicBezTo>
                  <a:lnTo>
                    <a:pt x="1226" y="4298"/>
                  </a:lnTo>
                  <a:lnTo>
                    <a:pt x="1714" y="4298"/>
                  </a:lnTo>
                  <a:cubicBezTo>
                    <a:pt x="2144" y="4231"/>
                    <a:pt x="2565" y="4116"/>
                    <a:pt x="2958" y="3934"/>
                  </a:cubicBezTo>
                  <a:cubicBezTo>
                    <a:pt x="3073" y="3877"/>
                    <a:pt x="3130" y="3743"/>
                    <a:pt x="3082" y="3628"/>
                  </a:cubicBezTo>
                  <a:cubicBezTo>
                    <a:pt x="2872" y="2996"/>
                    <a:pt x="2738" y="2336"/>
                    <a:pt x="2680" y="1676"/>
                  </a:cubicBezTo>
                  <a:cubicBezTo>
                    <a:pt x="2613" y="757"/>
                    <a:pt x="1924" y="1"/>
                    <a:pt x="977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27"/>
            <p:cNvSpPr/>
            <p:nvPr/>
          </p:nvSpPr>
          <p:spPr>
            <a:xfrm>
              <a:off x="3111775" y="2223238"/>
              <a:ext cx="113102" cy="89231"/>
            </a:xfrm>
            <a:custGeom>
              <a:avLst/>
              <a:gdLst/>
              <a:ahLst/>
              <a:cxnLst/>
              <a:rect l="l" t="t" r="r" b="b"/>
              <a:pathLst>
                <a:path w="4307" h="3398" extrusionOk="0">
                  <a:moveTo>
                    <a:pt x="1436" y="0"/>
                  </a:moveTo>
                  <a:lnTo>
                    <a:pt x="1436" y="718"/>
                  </a:lnTo>
                  <a:cubicBezTo>
                    <a:pt x="1436" y="890"/>
                    <a:pt x="1331" y="1062"/>
                    <a:pt x="1168" y="1139"/>
                  </a:cubicBezTo>
                  <a:lnTo>
                    <a:pt x="402" y="1531"/>
                  </a:lnTo>
                  <a:cubicBezTo>
                    <a:pt x="153" y="1646"/>
                    <a:pt x="0" y="1895"/>
                    <a:pt x="0" y="2173"/>
                  </a:cubicBezTo>
                  <a:lnTo>
                    <a:pt x="0" y="3158"/>
                  </a:lnTo>
                  <a:cubicBezTo>
                    <a:pt x="0" y="3283"/>
                    <a:pt x="115" y="3398"/>
                    <a:pt x="240" y="3398"/>
                  </a:cubicBezTo>
                  <a:lnTo>
                    <a:pt x="4068" y="3398"/>
                  </a:lnTo>
                  <a:cubicBezTo>
                    <a:pt x="4202" y="3398"/>
                    <a:pt x="4307" y="3283"/>
                    <a:pt x="4307" y="3158"/>
                  </a:cubicBezTo>
                  <a:lnTo>
                    <a:pt x="4307" y="2173"/>
                  </a:lnTo>
                  <a:cubicBezTo>
                    <a:pt x="4307" y="1895"/>
                    <a:pt x="4154" y="1646"/>
                    <a:pt x="3905" y="1531"/>
                  </a:cubicBezTo>
                  <a:lnTo>
                    <a:pt x="3139" y="1139"/>
                  </a:lnTo>
                  <a:cubicBezTo>
                    <a:pt x="2977" y="1062"/>
                    <a:pt x="2871" y="890"/>
                    <a:pt x="2871" y="718"/>
                  </a:cubicBezTo>
                  <a:lnTo>
                    <a:pt x="2871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27"/>
            <p:cNvSpPr/>
            <p:nvPr/>
          </p:nvSpPr>
          <p:spPr>
            <a:xfrm>
              <a:off x="3149222" y="2223238"/>
              <a:ext cx="38208" cy="25157"/>
            </a:xfrm>
            <a:custGeom>
              <a:avLst/>
              <a:gdLst/>
              <a:ahLst/>
              <a:cxnLst/>
              <a:rect l="l" t="t" r="r" b="b"/>
              <a:pathLst>
                <a:path w="1455" h="958" extrusionOk="0">
                  <a:moveTo>
                    <a:pt x="10" y="0"/>
                  </a:moveTo>
                  <a:lnTo>
                    <a:pt x="10" y="718"/>
                  </a:lnTo>
                  <a:cubicBezTo>
                    <a:pt x="10" y="747"/>
                    <a:pt x="0" y="785"/>
                    <a:pt x="0" y="814"/>
                  </a:cubicBezTo>
                  <a:cubicBezTo>
                    <a:pt x="230" y="909"/>
                    <a:pt x="479" y="957"/>
                    <a:pt x="728" y="957"/>
                  </a:cubicBezTo>
                  <a:cubicBezTo>
                    <a:pt x="976" y="957"/>
                    <a:pt x="1225" y="909"/>
                    <a:pt x="1455" y="814"/>
                  </a:cubicBezTo>
                  <a:cubicBezTo>
                    <a:pt x="1455" y="785"/>
                    <a:pt x="1445" y="747"/>
                    <a:pt x="1445" y="718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27"/>
            <p:cNvSpPr/>
            <p:nvPr/>
          </p:nvSpPr>
          <p:spPr>
            <a:xfrm>
              <a:off x="3112011" y="2256142"/>
              <a:ext cx="113128" cy="56328"/>
            </a:xfrm>
            <a:custGeom>
              <a:avLst/>
              <a:gdLst/>
              <a:ahLst/>
              <a:cxnLst/>
              <a:rect l="l" t="t" r="r" b="b"/>
              <a:pathLst>
                <a:path w="4308" h="2145" extrusionOk="0">
                  <a:moveTo>
                    <a:pt x="939" y="1"/>
                  </a:moveTo>
                  <a:lnTo>
                    <a:pt x="393" y="278"/>
                  </a:lnTo>
                  <a:cubicBezTo>
                    <a:pt x="154" y="393"/>
                    <a:pt x="1" y="642"/>
                    <a:pt x="1" y="920"/>
                  </a:cubicBezTo>
                  <a:lnTo>
                    <a:pt x="1" y="1905"/>
                  </a:lnTo>
                  <a:cubicBezTo>
                    <a:pt x="1" y="2030"/>
                    <a:pt x="106" y="2145"/>
                    <a:pt x="240" y="2145"/>
                  </a:cubicBezTo>
                  <a:lnTo>
                    <a:pt x="4068" y="2145"/>
                  </a:lnTo>
                  <a:cubicBezTo>
                    <a:pt x="4193" y="2145"/>
                    <a:pt x="4307" y="2030"/>
                    <a:pt x="4307" y="1905"/>
                  </a:cubicBezTo>
                  <a:lnTo>
                    <a:pt x="4307" y="920"/>
                  </a:lnTo>
                  <a:cubicBezTo>
                    <a:pt x="4298" y="642"/>
                    <a:pt x="4145" y="393"/>
                    <a:pt x="3896" y="278"/>
                  </a:cubicBezTo>
                  <a:lnTo>
                    <a:pt x="3350" y="1"/>
                  </a:lnTo>
                  <a:cubicBezTo>
                    <a:pt x="3068" y="436"/>
                    <a:pt x="2609" y="654"/>
                    <a:pt x="2148" y="654"/>
                  </a:cubicBezTo>
                  <a:cubicBezTo>
                    <a:pt x="1688" y="654"/>
                    <a:pt x="1226" y="436"/>
                    <a:pt x="939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27"/>
            <p:cNvSpPr/>
            <p:nvPr/>
          </p:nvSpPr>
          <p:spPr>
            <a:xfrm>
              <a:off x="3130629" y="2174106"/>
              <a:ext cx="75419" cy="61711"/>
            </a:xfrm>
            <a:custGeom>
              <a:avLst/>
              <a:gdLst/>
              <a:ahLst/>
              <a:cxnLst/>
              <a:rect l="l" t="t" r="r" b="b"/>
              <a:pathLst>
                <a:path w="2872" h="2350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14" y="302"/>
                    <a:pt x="699" y="445"/>
                    <a:pt x="565" y="570"/>
                  </a:cubicBezTo>
                  <a:cubicBezTo>
                    <a:pt x="440" y="684"/>
                    <a:pt x="297" y="780"/>
                    <a:pt x="144" y="857"/>
                  </a:cubicBezTo>
                  <a:cubicBezTo>
                    <a:pt x="48" y="905"/>
                    <a:pt x="0" y="1000"/>
                    <a:pt x="19" y="1106"/>
                  </a:cubicBezTo>
                  <a:cubicBezTo>
                    <a:pt x="105" y="1814"/>
                    <a:pt x="718" y="2350"/>
                    <a:pt x="1436" y="2350"/>
                  </a:cubicBezTo>
                  <a:cubicBezTo>
                    <a:pt x="2182" y="2350"/>
                    <a:pt x="2804" y="1775"/>
                    <a:pt x="2871" y="1029"/>
                  </a:cubicBezTo>
                  <a:cubicBezTo>
                    <a:pt x="2871" y="96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27"/>
            <p:cNvSpPr/>
            <p:nvPr/>
          </p:nvSpPr>
          <p:spPr>
            <a:xfrm>
              <a:off x="3130629" y="2174106"/>
              <a:ext cx="75419" cy="61212"/>
            </a:xfrm>
            <a:custGeom>
              <a:avLst/>
              <a:gdLst/>
              <a:ahLst/>
              <a:cxnLst/>
              <a:rect l="l" t="t" r="r" b="b"/>
              <a:pathLst>
                <a:path w="2872" h="2331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33" y="254"/>
                    <a:pt x="766" y="359"/>
                    <a:pt x="670" y="455"/>
                  </a:cubicBezTo>
                  <a:cubicBezTo>
                    <a:pt x="641" y="493"/>
                    <a:pt x="603" y="531"/>
                    <a:pt x="565" y="570"/>
                  </a:cubicBezTo>
                  <a:cubicBezTo>
                    <a:pt x="440" y="675"/>
                    <a:pt x="297" y="771"/>
                    <a:pt x="144" y="857"/>
                  </a:cubicBezTo>
                  <a:cubicBezTo>
                    <a:pt x="48" y="895"/>
                    <a:pt x="0" y="1000"/>
                    <a:pt x="10" y="1106"/>
                  </a:cubicBezTo>
                  <a:cubicBezTo>
                    <a:pt x="96" y="1728"/>
                    <a:pt x="584" y="2235"/>
                    <a:pt x="1215" y="2331"/>
                  </a:cubicBezTo>
                  <a:cubicBezTo>
                    <a:pt x="890" y="2130"/>
                    <a:pt x="699" y="1775"/>
                    <a:pt x="718" y="1393"/>
                  </a:cubicBezTo>
                  <a:lnTo>
                    <a:pt x="718" y="1048"/>
                  </a:lnTo>
                  <a:cubicBezTo>
                    <a:pt x="775" y="1010"/>
                    <a:pt x="823" y="972"/>
                    <a:pt x="881" y="924"/>
                  </a:cubicBezTo>
                  <a:cubicBezTo>
                    <a:pt x="1014" y="809"/>
                    <a:pt x="1129" y="665"/>
                    <a:pt x="1225" y="522"/>
                  </a:cubicBezTo>
                  <a:cubicBezTo>
                    <a:pt x="1684" y="665"/>
                    <a:pt x="2106" y="895"/>
                    <a:pt x="2469" y="1201"/>
                  </a:cubicBezTo>
                  <a:cubicBezTo>
                    <a:pt x="2517" y="1240"/>
                    <a:pt x="2632" y="1345"/>
                    <a:pt x="2756" y="1460"/>
                  </a:cubicBezTo>
                  <a:cubicBezTo>
                    <a:pt x="2814" y="1326"/>
                    <a:pt x="2852" y="1182"/>
                    <a:pt x="2862" y="1029"/>
                  </a:cubicBezTo>
                  <a:cubicBezTo>
                    <a:pt x="2871" y="95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27"/>
            <p:cNvSpPr/>
            <p:nvPr/>
          </p:nvSpPr>
          <p:spPr>
            <a:xfrm>
              <a:off x="3111775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153" y="1"/>
                  </a:moveTo>
                  <a:cubicBezTo>
                    <a:pt x="58" y="125"/>
                    <a:pt x="0" y="279"/>
                    <a:pt x="0" y="432"/>
                  </a:cubicBezTo>
                  <a:lnTo>
                    <a:pt x="0" y="1417"/>
                  </a:lnTo>
                  <a:cubicBezTo>
                    <a:pt x="0" y="1551"/>
                    <a:pt x="115" y="1657"/>
                    <a:pt x="240" y="1657"/>
                  </a:cubicBezTo>
                  <a:lnTo>
                    <a:pt x="957" y="1657"/>
                  </a:lnTo>
                  <a:lnTo>
                    <a:pt x="957" y="881"/>
                  </a:lnTo>
                  <a:cubicBezTo>
                    <a:pt x="957" y="738"/>
                    <a:pt x="890" y="594"/>
                    <a:pt x="785" y="508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27"/>
            <p:cNvSpPr/>
            <p:nvPr/>
          </p:nvSpPr>
          <p:spPr>
            <a:xfrm>
              <a:off x="3199720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814" y="1"/>
                  </a:moveTo>
                  <a:lnTo>
                    <a:pt x="183" y="508"/>
                  </a:lnTo>
                  <a:cubicBezTo>
                    <a:pt x="68" y="594"/>
                    <a:pt x="1" y="738"/>
                    <a:pt x="1" y="881"/>
                  </a:cubicBezTo>
                  <a:lnTo>
                    <a:pt x="1" y="1657"/>
                  </a:lnTo>
                  <a:lnTo>
                    <a:pt x="719" y="1657"/>
                  </a:lnTo>
                  <a:cubicBezTo>
                    <a:pt x="853" y="1657"/>
                    <a:pt x="958" y="1551"/>
                    <a:pt x="958" y="1417"/>
                  </a:cubicBezTo>
                  <a:lnTo>
                    <a:pt x="958" y="432"/>
                  </a:lnTo>
                  <a:cubicBezTo>
                    <a:pt x="958" y="279"/>
                    <a:pt x="900" y="125"/>
                    <a:pt x="814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27"/>
            <p:cNvSpPr/>
            <p:nvPr/>
          </p:nvSpPr>
          <p:spPr>
            <a:xfrm>
              <a:off x="3325636" y="2149343"/>
              <a:ext cx="30934" cy="67882"/>
            </a:xfrm>
            <a:custGeom>
              <a:avLst/>
              <a:gdLst/>
              <a:ahLst/>
              <a:cxnLst/>
              <a:rect l="l" t="t" r="r" b="b"/>
              <a:pathLst>
                <a:path w="1178" h="2585" extrusionOk="0">
                  <a:moveTo>
                    <a:pt x="699" y="1"/>
                  </a:moveTo>
                  <a:cubicBezTo>
                    <a:pt x="316" y="1"/>
                    <a:pt x="1" y="316"/>
                    <a:pt x="1" y="699"/>
                  </a:cubicBezTo>
                  <a:lnTo>
                    <a:pt x="1" y="862"/>
                  </a:lnTo>
                  <a:cubicBezTo>
                    <a:pt x="1" y="1063"/>
                    <a:pt x="29" y="1273"/>
                    <a:pt x="96" y="1465"/>
                  </a:cubicBezTo>
                  <a:lnTo>
                    <a:pt x="470" y="2585"/>
                  </a:lnTo>
                  <a:lnTo>
                    <a:pt x="1178" y="2585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27"/>
            <p:cNvSpPr/>
            <p:nvPr/>
          </p:nvSpPr>
          <p:spPr>
            <a:xfrm>
              <a:off x="3337952" y="2143067"/>
              <a:ext cx="73922" cy="73896"/>
            </a:xfrm>
            <a:custGeom>
              <a:avLst/>
              <a:gdLst/>
              <a:ahLst/>
              <a:cxnLst/>
              <a:rect l="l" t="t" r="r" b="b"/>
              <a:pathLst>
                <a:path w="2815" h="2814" extrusionOk="0">
                  <a:moveTo>
                    <a:pt x="709" y="0"/>
                  </a:moveTo>
                  <a:cubicBezTo>
                    <a:pt x="316" y="0"/>
                    <a:pt x="1" y="316"/>
                    <a:pt x="1" y="708"/>
                  </a:cubicBezTo>
                  <a:cubicBezTo>
                    <a:pt x="1" y="967"/>
                    <a:pt x="211" y="1177"/>
                    <a:pt x="469" y="1177"/>
                  </a:cubicBezTo>
                  <a:lnTo>
                    <a:pt x="2345" y="2814"/>
                  </a:lnTo>
                  <a:lnTo>
                    <a:pt x="2747" y="1426"/>
                  </a:lnTo>
                  <a:cubicBezTo>
                    <a:pt x="2795" y="1254"/>
                    <a:pt x="2814" y="1082"/>
                    <a:pt x="2814" y="909"/>
                  </a:cubicBezTo>
                  <a:lnTo>
                    <a:pt x="2814" y="469"/>
                  </a:lnTo>
                  <a:cubicBezTo>
                    <a:pt x="2814" y="211"/>
                    <a:pt x="2604" y="0"/>
                    <a:pt x="2345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27"/>
            <p:cNvSpPr/>
            <p:nvPr/>
          </p:nvSpPr>
          <p:spPr>
            <a:xfrm>
              <a:off x="3350268" y="2235554"/>
              <a:ext cx="36974" cy="27153"/>
            </a:xfrm>
            <a:custGeom>
              <a:avLst/>
              <a:gdLst/>
              <a:ahLst/>
              <a:cxnLst/>
              <a:rect l="l" t="t" r="r" b="b"/>
              <a:pathLst>
                <a:path w="1408" h="1034" extrusionOk="0">
                  <a:moveTo>
                    <a:pt x="0" y="0"/>
                  </a:moveTo>
                  <a:lnTo>
                    <a:pt x="0" y="1034"/>
                  </a:lnTo>
                  <a:lnTo>
                    <a:pt x="1407" y="1034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27"/>
            <p:cNvSpPr/>
            <p:nvPr/>
          </p:nvSpPr>
          <p:spPr>
            <a:xfrm>
              <a:off x="3350268" y="2235554"/>
              <a:ext cx="36974" cy="14916"/>
            </a:xfrm>
            <a:custGeom>
              <a:avLst/>
              <a:gdLst/>
              <a:ahLst/>
              <a:cxnLst/>
              <a:rect l="l" t="t" r="r" b="b"/>
              <a:pathLst>
                <a:path w="1408" h="568" extrusionOk="0">
                  <a:moveTo>
                    <a:pt x="0" y="0"/>
                  </a:moveTo>
                  <a:lnTo>
                    <a:pt x="0" y="431"/>
                  </a:lnTo>
                  <a:cubicBezTo>
                    <a:pt x="225" y="522"/>
                    <a:pt x="465" y="567"/>
                    <a:pt x="704" y="567"/>
                  </a:cubicBezTo>
                  <a:cubicBezTo>
                    <a:pt x="943" y="567"/>
                    <a:pt x="1182" y="522"/>
                    <a:pt x="1407" y="431"/>
                  </a:cubicBezTo>
                  <a:lnTo>
                    <a:pt x="1407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27"/>
            <p:cNvSpPr/>
            <p:nvPr/>
          </p:nvSpPr>
          <p:spPr>
            <a:xfrm>
              <a:off x="3307044" y="2250365"/>
              <a:ext cx="123658" cy="62367"/>
            </a:xfrm>
            <a:custGeom>
              <a:avLst/>
              <a:gdLst/>
              <a:ahLst/>
              <a:cxnLst/>
              <a:rect l="l" t="t" r="r" b="b"/>
              <a:pathLst>
                <a:path w="4709" h="2375" extrusionOk="0">
                  <a:moveTo>
                    <a:pt x="1646" y="1"/>
                  </a:moveTo>
                  <a:lnTo>
                    <a:pt x="517" y="326"/>
                  </a:lnTo>
                  <a:cubicBezTo>
                    <a:pt x="211" y="412"/>
                    <a:pt x="0" y="690"/>
                    <a:pt x="0" y="1006"/>
                  </a:cubicBezTo>
                  <a:lnTo>
                    <a:pt x="0" y="2135"/>
                  </a:lnTo>
                  <a:cubicBezTo>
                    <a:pt x="0" y="2269"/>
                    <a:pt x="115" y="2374"/>
                    <a:pt x="240" y="2374"/>
                  </a:cubicBezTo>
                  <a:lnTo>
                    <a:pt x="4470" y="2374"/>
                  </a:lnTo>
                  <a:cubicBezTo>
                    <a:pt x="4594" y="2374"/>
                    <a:pt x="4709" y="2269"/>
                    <a:pt x="4709" y="2135"/>
                  </a:cubicBezTo>
                  <a:lnTo>
                    <a:pt x="4709" y="1006"/>
                  </a:lnTo>
                  <a:cubicBezTo>
                    <a:pt x="4709" y="690"/>
                    <a:pt x="4489" y="412"/>
                    <a:pt x="4183" y="326"/>
                  </a:cubicBezTo>
                  <a:lnTo>
                    <a:pt x="3053" y="1"/>
                  </a:lnTo>
                  <a:lnTo>
                    <a:pt x="2355" y="470"/>
                  </a:lnTo>
                  <a:lnTo>
                    <a:pt x="1646" y="1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27"/>
            <p:cNvSpPr/>
            <p:nvPr/>
          </p:nvSpPr>
          <p:spPr>
            <a:xfrm>
              <a:off x="3362584" y="2262681"/>
              <a:ext cx="12342" cy="49789"/>
            </a:xfrm>
            <a:custGeom>
              <a:avLst/>
              <a:gdLst/>
              <a:ahLst/>
              <a:cxnLst/>
              <a:rect l="l" t="t" r="r" b="b"/>
              <a:pathLst>
                <a:path w="470" h="1896" extrusionOk="0">
                  <a:moveTo>
                    <a:pt x="115" y="1"/>
                  </a:moveTo>
                  <a:lnTo>
                    <a:pt x="0" y="1896"/>
                  </a:lnTo>
                  <a:lnTo>
                    <a:pt x="469" y="1896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27"/>
            <p:cNvSpPr/>
            <p:nvPr/>
          </p:nvSpPr>
          <p:spPr>
            <a:xfrm>
              <a:off x="3331676" y="2173948"/>
              <a:ext cx="74158" cy="67646"/>
            </a:xfrm>
            <a:custGeom>
              <a:avLst/>
              <a:gdLst/>
              <a:ahLst/>
              <a:cxnLst/>
              <a:rect l="l" t="t" r="r" b="b"/>
              <a:pathLst>
                <a:path w="2824" h="2576" extrusionOk="0">
                  <a:moveTo>
                    <a:pt x="878" y="0"/>
                  </a:moveTo>
                  <a:cubicBezTo>
                    <a:pt x="764" y="0"/>
                    <a:pt x="653" y="48"/>
                    <a:pt x="565" y="135"/>
                  </a:cubicBezTo>
                  <a:lnTo>
                    <a:pt x="144" y="556"/>
                  </a:lnTo>
                  <a:cubicBezTo>
                    <a:pt x="58" y="652"/>
                    <a:pt x="0" y="767"/>
                    <a:pt x="0" y="891"/>
                  </a:cubicBezTo>
                  <a:lnTo>
                    <a:pt x="0" y="1169"/>
                  </a:lnTo>
                  <a:cubicBezTo>
                    <a:pt x="0" y="1944"/>
                    <a:pt x="632" y="2576"/>
                    <a:pt x="1417" y="2576"/>
                  </a:cubicBezTo>
                  <a:cubicBezTo>
                    <a:pt x="2192" y="2576"/>
                    <a:pt x="2824" y="1944"/>
                    <a:pt x="2824" y="1169"/>
                  </a:cubicBezTo>
                  <a:lnTo>
                    <a:pt x="2824" y="872"/>
                  </a:lnTo>
                  <a:cubicBezTo>
                    <a:pt x="2824" y="738"/>
                    <a:pt x="2776" y="623"/>
                    <a:pt x="2690" y="537"/>
                  </a:cubicBezTo>
                  <a:cubicBezTo>
                    <a:pt x="2326" y="183"/>
                    <a:pt x="1656" y="21"/>
                    <a:pt x="909" y="1"/>
                  </a:cubicBezTo>
                  <a:cubicBezTo>
                    <a:pt x="899" y="1"/>
                    <a:pt x="889" y="0"/>
                    <a:pt x="878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27"/>
            <p:cNvSpPr/>
            <p:nvPr/>
          </p:nvSpPr>
          <p:spPr>
            <a:xfrm>
              <a:off x="3331676" y="2173975"/>
              <a:ext cx="73896" cy="66123"/>
            </a:xfrm>
            <a:custGeom>
              <a:avLst/>
              <a:gdLst/>
              <a:ahLst/>
              <a:cxnLst/>
              <a:rect l="l" t="t" r="r" b="b"/>
              <a:pathLst>
                <a:path w="2814" h="2518" extrusionOk="0">
                  <a:moveTo>
                    <a:pt x="909" y="0"/>
                  </a:moveTo>
                  <a:cubicBezTo>
                    <a:pt x="785" y="0"/>
                    <a:pt x="661" y="48"/>
                    <a:pt x="565" y="134"/>
                  </a:cubicBezTo>
                  <a:lnTo>
                    <a:pt x="144" y="565"/>
                  </a:lnTo>
                  <a:cubicBezTo>
                    <a:pt x="58" y="651"/>
                    <a:pt x="0" y="766"/>
                    <a:pt x="0" y="890"/>
                  </a:cubicBezTo>
                  <a:lnTo>
                    <a:pt x="0" y="1168"/>
                  </a:lnTo>
                  <a:cubicBezTo>
                    <a:pt x="0" y="1800"/>
                    <a:pt x="421" y="2345"/>
                    <a:pt x="1024" y="2517"/>
                  </a:cubicBezTo>
                  <a:cubicBezTo>
                    <a:pt x="823" y="2269"/>
                    <a:pt x="708" y="1962"/>
                    <a:pt x="708" y="1637"/>
                  </a:cubicBezTo>
                  <a:lnTo>
                    <a:pt x="708" y="957"/>
                  </a:lnTo>
                  <a:cubicBezTo>
                    <a:pt x="708" y="692"/>
                    <a:pt x="919" y="487"/>
                    <a:pt x="1172" y="487"/>
                  </a:cubicBezTo>
                  <a:cubicBezTo>
                    <a:pt x="1184" y="487"/>
                    <a:pt x="1195" y="488"/>
                    <a:pt x="1206" y="489"/>
                  </a:cubicBezTo>
                  <a:cubicBezTo>
                    <a:pt x="1685" y="517"/>
                    <a:pt x="2383" y="594"/>
                    <a:pt x="2814" y="804"/>
                  </a:cubicBezTo>
                  <a:cubicBezTo>
                    <a:pt x="2804" y="699"/>
                    <a:pt x="2757" y="613"/>
                    <a:pt x="2690" y="536"/>
                  </a:cubicBezTo>
                  <a:cubicBezTo>
                    <a:pt x="2326" y="182"/>
                    <a:pt x="1656" y="20"/>
                    <a:pt x="909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27"/>
            <p:cNvSpPr/>
            <p:nvPr/>
          </p:nvSpPr>
          <p:spPr>
            <a:xfrm>
              <a:off x="3307281" y="2266200"/>
              <a:ext cx="24921" cy="46533"/>
            </a:xfrm>
            <a:custGeom>
              <a:avLst/>
              <a:gdLst/>
              <a:ahLst/>
              <a:cxnLst/>
              <a:rect l="l" t="t" r="r" b="b"/>
              <a:pathLst>
                <a:path w="949" h="1772" extrusionOk="0">
                  <a:moveTo>
                    <a:pt x="125" y="1"/>
                  </a:moveTo>
                  <a:cubicBezTo>
                    <a:pt x="49" y="125"/>
                    <a:pt x="1" y="259"/>
                    <a:pt x="1" y="403"/>
                  </a:cubicBezTo>
                  <a:lnTo>
                    <a:pt x="1" y="1532"/>
                  </a:lnTo>
                  <a:cubicBezTo>
                    <a:pt x="1" y="1666"/>
                    <a:pt x="106" y="1771"/>
                    <a:pt x="240" y="1771"/>
                  </a:cubicBezTo>
                  <a:lnTo>
                    <a:pt x="948" y="1771"/>
                  </a:lnTo>
                  <a:lnTo>
                    <a:pt x="948" y="1101"/>
                  </a:lnTo>
                  <a:lnTo>
                    <a:pt x="929" y="1101"/>
                  </a:lnTo>
                  <a:cubicBezTo>
                    <a:pt x="929" y="910"/>
                    <a:pt x="862" y="738"/>
                    <a:pt x="728" y="604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27"/>
            <p:cNvSpPr/>
            <p:nvPr/>
          </p:nvSpPr>
          <p:spPr>
            <a:xfrm>
              <a:off x="3405545" y="2266200"/>
              <a:ext cx="24658" cy="46533"/>
            </a:xfrm>
            <a:custGeom>
              <a:avLst/>
              <a:gdLst/>
              <a:ahLst/>
              <a:cxnLst/>
              <a:rect l="l" t="t" r="r" b="b"/>
              <a:pathLst>
                <a:path w="939" h="1772" extrusionOk="0">
                  <a:moveTo>
                    <a:pt x="814" y="1"/>
                  </a:moveTo>
                  <a:lnTo>
                    <a:pt x="211" y="604"/>
                  </a:lnTo>
                  <a:cubicBezTo>
                    <a:pt x="78" y="738"/>
                    <a:pt x="11" y="910"/>
                    <a:pt x="11" y="1101"/>
                  </a:cubicBezTo>
                  <a:lnTo>
                    <a:pt x="1" y="1101"/>
                  </a:lnTo>
                  <a:lnTo>
                    <a:pt x="1" y="1771"/>
                  </a:lnTo>
                  <a:lnTo>
                    <a:pt x="700" y="1771"/>
                  </a:lnTo>
                  <a:cubicBezTo>
                    <a:pt x="834" y="1771"/>
                    <a:pt x="939" y="1666"/>
                    <a:pt x="939" y="1532"/>
                  </a:cubicBezTo>
                  <a:lnTo>
                    <a:pt x="939" y="403"/>
                  </a:lnTo>
                  <a:cubicBezTo>
                    <a:pt x="939" y="259"/>
                    <a:pt x="891" y="125"/>
                    <a:pt x="814" y="1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27"/>
            <p:cNvSpPr/>
            <p:nvPr/>
          </p:nvSpPr>
          <p:spPr>
            <a:xfrm>
              <a:off x="3362584" y="2262681"/>
              <a:ext cx="12342" cy="12342"/>
            </a:xfrm>
            <a:custGeom>
              <a:avLst/>
              <a:gdLst/>
              <a:ahLst/>
              <a:cxnLst/>
              <a:rect l="l" t="t" r="r" b="b"/>
              <a:pathLst>
                <a:path w="470" h="470" extrusionOk="0">
                  <a:moveTo>
                    <a:pt x="0" y="1"/>
                  </a:moveTo>
                  <a:lnTo>
                    <a:pt x="0" y="374"/>
                  </a:lnTo>
                  <a:cubicBezTo>
                    <a:pt x="0" y="431"/>
                    <a:pt x="39" y="470"/>
                    <a:pt x="96" y="470"/>
                  </a:cubicBezTo>
                  <a:lnTo>
                    <a:pt x="374" y="470"/>
                  </a:lnTo>
                  <a:cubicBezTo>
                    <a:pt x="422" y="470"/>
                    <a:pt x="469" y="431"/>
                    <a:pt x="469" y="374"/>
                  </a:cubicBezTo>
                  <a:lnTo>
                    <a:pt x="469" y="1"/>
                  </a:lnTo>
                  <a:close/>
                </a:path>
              </a:pathLst>
            </a:custGeom>
            <a:solidFill>
              <a:srgbClr val="4760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27"/>
            <p:cNvSpPr/>
            <p:nvPr/>
          </p:nvSpPr>
          <p:spPr>
            <a:xfrm>
              <a:off x="3343493" y="2245481"/>
              <a:ext cx="25393" cy="25971"/>
            </a:xfrm>
            <a:custGeom>
              <a:avLst/>
              <a:gdLst/>
              <a:ahLst/>
              <a:cxnLst/>
              <a:rect l="l" t="t" r="r" b="b"/>
              <a:pathLst>
                <a:path w="967" h="989" extrusionOk="0">
                  <a:moveTo>
                    <a:pt x="221" y="0"/>
                  </a:moveTo>
                  <a:cubicBezTo>
                    <a:pt x="190" y="0"/>
                    <a:pt x="160" y="15"/>
                    <a:pt x="144" y="43"/>
                  </a:cubicBezTo>
                  <a:lnTo>
                    <a:pt x="0" y="263"/>
                  </a:lnTo>
                  <a:lnTo>
                    <a:pt x="354" y="914"/>
                  </a:lnTo>
                  <a:cubicBezTo>
                    <a:pt x="378" y="963"/>
                    <a:pt x="430" y="988"/>
                    <a:pt x="481" y="988"/>
                  </a:cubicBezTo>
                  <a:cubicBezTo>
                    <a:pt x="510" y="988"/>
                    <a:pt x="540" y="980"/>
                    <a:pt x="565" y="962"/>
                  </a:cubicBezTo>
                  <a:lnTo>
                    <a:pt x="967" y="656"/>
                  </a:lnTo>
                  <a:lnTo>
                    <a:pt x="287" y="24"/>
                  </a:lnTo>
                  <a:cubicBezTo>
                    <a:pt x="267" y="8"/>
                    <a:pt x="244" y="0"/>
                    <a:pt x="221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27"/>
            <p:cNvSpPr/>
            <p:nvPr/>
          </p:nvSpPr>
          <p:spPr>
            <a:xfrm>
              <a:off x="3368860" y="2245559"/>
              <a:ext cx="25420" cy="26076"/>
            </a:xfrm>
            <a:custGeom>
              <a:avLst/>
              <a:gdLst/>
              <a:ahLst/>
              <a:cxnLst/>
              <a:rect l="l" t="t" r="r" b="b"/>
              <a:pathLst>
                <a:path w="968" h="993" extrusionOk="0">
                  <a:moveTo>
                    <a:pt x="748" y="0"/>
                  </a:moveTo>
                  <a:cubicBezTo>
                    <a:pt x="725" y="0"/>
                    <a:pt x="701" y="10"/>
                    <a:pt x="680" y="31"/>
                  </a:cubicBezTo>
                  <a:lnTo>
                    <a:pt x="1" y="653"/>
                  </a:lnTo>
                  <a:lnTo>
                    <a:pt x="393" y="959"/>
                  </a:lnTo>
                  <a:cubicBezTo>
                    <a:pt x="419" y="982"/>
                    <a:pt x="452" y="992"/>
                    <a:pt x="484" y="992"/>
                  </a:cubicBezTo>
                  <a:cubicBezTo>
                    <a:pt x="534" y="992"/>
                    <a:pt x="584" y="967"/>
                    <a:pt x="613" y="921"/>
                  </a:cubicBezTo>
                  <a:lnTo>
                    <a:pt x="967" y="260"/>
                  </a:lnTo>
                  <a:lnTo>
                    <a:pt x="824" y="50"/>
                  </a:lnTo>
                  <a:cubicBezTo>
                    <a:pt x="807" y="17"/>
                    <a:pt x="779" y="0"/>
                    <a:pt x="748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27"/>
            <p:cNvSpPr/>
            <p:nvPr/>
          </p:nvSpPr>
          <p:spPr>
            <a:xfrm>
              <a:off x="3163297" y="1993516"/>
              <a:ext cx="174419" cy="150233"/>
            </a:xfrm>
            <a:custGeom>
              <a:avLst/>
              <a:gdLst/>
              <a:ahLst/>
              <a:cxnLst/>
              <a:rect l="l" t="t" r="r" b="b"/>
              <a:pathLst>
                <a:path w="6642" h="5721" extrusionOk="0">
                  <a:moveTo>
                    <a:pt x="584" y="1"/>
                  </a:moveTo>
                  <a:cubicBezTo>
                    <a:pt x="259" y="1"/>
                    <a:pt x="0" y="259"/>
                    <a:pt x="0" y="585"/>
                  </a:cubicBezTo>
                  <a:lnTo>
                    <a:pt x="0" y="3714"/>
                  </a:lnTo>
                  <a:cubicBezTo>
                    <a:pt x="0" y="4040"/>
                    <a:pt x="259" y="4298"/>
                    <a:pt x="584" y="4298"/>
                  </a:cubicBezTo>
                  <a:lnTo>
                    <a:pt x="2737" y="4298"/>
                  </a:lnTo>
                  <a:lnTo>
                    <a:pt x="2412" y="5600"/>
                  </a:lnTo>
                  <a:cubicBezTo>
                    <a:pt x="2397" y="5666"/>
                    <a:pt x="2450" y="5721"/>
                    <a:pt x="2511" y="5721"/>
                  </a:cubicBezTo>
                  <a:cubicBezTo>
                    <a:pt x="2529" y="5721"/>
                    <a:pt x="2547" y="5716"/>
                    <a:pt x="2565" y="5705"/>
                  </a:cubicBezTo>
                  <a:lnTo>
                    <a:pt x="4489" y="4298"/>
                  </a:lnTo>
                  <a:lnTo>
                    <a:pt x="6049" y="4298"/>
                  </a:lnTo>
                  <a:cubicBezTo>
                    <a:pt x="6374" y="4288"/>
                    <a:pt x="6642" y="4030"/>
                    <a:pt x="6642" y="3705"/>
                  </a:cubicBezTo>
                  <a:lnTo>
                    <a:pt x="6642" y="585"/>
                  </a:lnTo>
                  <a:cubicBezTo>
                    <a:pt x="6642" y="259"/>
                    <a:pt x="6384" y="1"/>
                    <a:pt x="6058" y="1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27"/>
            <p:cNvSpPr/>
            <p:nvPr/>
          </p:nvSpPr>
          <p:spPr>
            <a:xfrm>
              <a:off x="3192446" y="2019172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3" y="393"/>
                  </a:lnTo>
                  <a:cubicBezTo>
                    <a:pt x="1101" y="393"/>
                    <a:pt x="1101" y="0"/>
                    <a:pt x="843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27"/>
            <p:cNvSpPr/>
            <p:nvPr/>
          </p:nvSpPr>
          <p:spPr>
            <a:xfrm>
              <a:off x="3228133" y="2019172"/>
              <a:ext cx="80434" cy="10320"/>
            </a:xfrm>
            <a:custGeom>
              <a:avLst/>
              <a:gdLst/>
              <a:ahLst/>
              <a:cxnLst/>
              <a:rect l="l" t="t" r="r" b="b"/>
              <a:pathLst>
                <a:path w="3063" h="393" extrusionOk="0">
                  <a:moveTo>
                    <a:pt x="268" y="0"/>
                  </a:moveTo>
                  <a:cubicBezTo>
                    <a:pt x="0" y="0"/>
                    <a:pt x="0" y="393"/>
                    <a:pt x="268" y="393"/>
                  </a:cubicBezTo>
                  <a:lnTo>
                    <a:pt x="2804" y="393"/>
                  </a:lnTo>
                  <a:cubicBezTo>
                    <a:pt x="3063" y="393"/>
                    <a:pt x="3063" y="0"/>
                    <a:pt x="280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27"/>
            <p:cNvSpPr/>
            <p:nvPr/>
          </p:nvSpPr>
          <p:spPr>
            <a:xfrm>
              <a:off x="3192183" y="2044802"/>
              <a:ext cx="116384" cy="10320"/>
            </a:xfrm>
            <a:custGeom>
              <a:avLst/>
              <a:gdLst/>
              <a:ahLst/>
              <a:cxnLst/>
              <a:rect l="l" t="t" r="r" b="b"/>
              <a:pathLst>
                <a:path w="4432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4173" y="393"/>
                  </a:lnTo>
                  <a:cubicBezTo>
                    <a:pt x="4432" y="393"/>
                    <a:pt x="4432" y="0"/>
                    <a:pt x="4173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27"/>
            <p:cNvSpPr/>
            <p:nvPr/>
          </p:nvSpPr>
          <p:spPr>
            <a:xfrm>
              <a:off x="3192183" y="2070431"/>
              <a:ext cx="80461" cy="10320"/>
            </a:xfrm>
            <a:custGeom>
              <a:avLst/>
              <a:gdLst/>
              <a:ahLst/>
              <a:cxnLst/>
              <a:rect l="l" t="t" r="r" b="b"/>
              <a:pathLst>
                <a:path w="3064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2805" y="393"/>
                  </a:lnTo>
                  <a:cubicBezTo>
                    <a:pt x="3063" y="393"/>
                    <a:pt x="3063" y="0"/>
                    <a:pt x="280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27"/>
            <p:cNvSpPr/>
            <p:nvPr/>
          </p:nvSpPr>
          <p:spPr>
            <a:xfrm>
              <a:off x="3279655" y="2070431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2" y="393"/>
                  </a:lnTo>
                  <a:cubicBezTo>
                    <a:pt x="1101" y="393"/>
                    <a:pt x="1101" y="0"/>
                    <a:pt x="842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p28"/>
          <p:cNvSpPr txBox="1">
            <a:spLocks noGrp="1"/>
          </p:cNvSpPr>
          <p:nvPr>
            <p:ph type="body" idx="1"/>
          </p:nvPr>
        </p:nvSpPr>
        <p:spPr>
          <a:xfrm>
            <a:off x="3204263" y="975750"/>
            <a:ext cx="2715300" cy="4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69999" marR="0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 startAt="6"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Пассажир обходит автомобили и проходит к тротуару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9999" marR="0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 startAt="6"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Пассажир идет по своим делам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9999" marR="0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 startAt="6"/>
            </a:pP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&lt;Конец&gt;</a:t>
            </a:r>
            <a:endParaRPr sz="1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b="1" u="sng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Варианты</a:t>
            </a: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u="sng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4а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&lt;</a:t>
            </a: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Проблема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&gt;: Пассажир не может выйти, потому что мимо открытых дверей трамвая едут автомобили.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4а1. Пассажир ждет, когда будет пауза в движении автомобилей. 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4а2. Пассажир пытается выйти из трамвая.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4а3. Пассажир перебегает дорогу в сторону тротуара.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Продолжение с шага 7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u="sng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4б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&lt;</a:t>
            </a: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Проблема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&gt;: Пассажир выходит из трамвая под колеса движущегося автомобиля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4б1. Водитель движущегося автомобиля сбивает пассажира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Конец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 dirty="0"/>
          </a:p>
        </p:txBody>
      </p:sp>
      <p:sp>
        <p:nvSpPr>
          <p:cNvPr id="2886" name="Google Shape;2886;p28"/>
          <p:cNvSpPr txBox="1">
            <a:spLocks noGrp="1"/>
          </p:cNvSpPr>
          <p:nvPr>
            <p:ph type="body" idx="1"/>
          </p:nvPr>
        </p:nvSpPr>
        <p:spPr>
          <a:xfrm>
            <a:off x="311700" y="975750"/>
            <a:ext cx="2865300" cy="3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Акторы: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пассажир трамвая, машинист, водители автомобилей.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Предусловия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трамвай подъезжает к остановке.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Ожидаемый результат: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Пассажир выходит из трамвая и идет по своим делам.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 b="1" u="sng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Шаги сценария</a:t>
            </a:r>
            <a:r>
              <a:rPr lang="en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9999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Машинист трамвая тормозит трамвай у остановки посередине улицы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9999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Машинист открывает двери трамвая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9999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Пассажир спускается по лестнице на выход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9999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&lt;Проблема&gt;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Пассажир не может выйти, потому что перед выходом стоит автомобиль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9999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Пассажир протискивается в щель между трамваем и автомобилем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87" name="Google Shape;2887;p28"/>
          <p:cNvSpPr txBox="1">
            <a:spLocks noGrp="1"/>
          </p:cNvSpPr>
          <p:nvPr>
            <p:ph type="title"/>
          </p:nvPr>
        </p:nvSpPr>
        <p:spPr>
          <a:xfrm>
            <a:off x="311700" y="238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5. Сценарий. Пример сценария </a:t>
            </a:r>
            <a:r>
              <a:rPr lang="en" b="1"/>
              <a:t>AS IS</a:t>
            </a:r>
            <a:endParaRPr b="1"/>
          </a:p>
        </p:txBody>
      </p:sp>
      <p:sp>
        <p:nvSpPr>
          <p:cNvPr id="2888" name="Google Shape;2888;p28"/>
          <p:cNvSpPr txBox="1">
            <a:spLocks noGrp="1"/>
          </p:cNvSpPr>
          <p:nvPr>
            <p:ph type="body" idx="1"/>
          </p:nvPr>
        </p:nvSpPr>
        <p:spPr>
          <a:xfrm>
            <a:off x="5946825" y="975750"/>
            <a:ext cx="2865300" cy="3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u="sng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4в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&lt;</a:t>
            </a: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Проблема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&gt;: Пассажир выходит из трамвая и наступает в лужу/слякоть/ на наледь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4в1. Пассажир поскальзывается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4в2. Пассажир пачкается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4в3. Пассажир доходит до тротуара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Продолжение с шага 7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 u="sng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u="sng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4г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Пассажир выходит из трамвая без проблем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4г1. Пассажир доходит до тротуара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Продолжение с шага 7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endParaRPr sz="1000" dirty="0"/>
          </a:p>
        </p:txBody>
      </p:sp>
      <p:grpSp>
        <p:nvGrpSpPr>
          <p:cNvPr id="2889" name="Google Shape;2889;p28"/>
          <p:cNvGrpSpPr/>
          <p:nvPr/>
        </p:nvGrpSpPr>
        <p:grpSpPr>
          <a:xfrm>
            <a:off x="8499961" y="-32"/>
            <a:ext cx="651025" cy="650659"/>
            <a:chOff x="3111775" y="1993516"/>
            <a:chExt cx="318927" cy="319217"/>
          </a:xfrm>
        </p:grpSpPr>
        <p:sp>
          <p:nvSpPr>
            <p:cNvPr id="2890" name="Google Shape;2890;p28"/>
            <p:cNvSpPr/>
            <p:nvPr/>
          </p:nvSpPr>
          <p:spPr>
            <a:xfrm>
              <a:off x="3204263" y="2013894"/>
              <a:ext cx="154067" cy="140964"/>
            </a:xfrm>
            <a:custGeom>
              <a:avLst/>
              <a:gdLst/>
              <a:ahLst/>
              <a:cxnLst/>
              <a:rect l="l" t="t" r="r" b="b"/>
              <a:pathLst>
                <a:path w="5867" h="5368" extrusionOk="0">
                  <a:moveTo>
                    <a:pt x="584" y="0"/>
                  </a:moveTo>
                  <a:cubicBezTo>
                    <a:pt x="268" y="0"/>
                    <a:pt x="0" y="268"/>
                    <a:pt x="0" y="594"/>
                  </a:cubicBezTo>
                  <a:lnTo>
                    <a:pt x="0" y="3713"/>
                  </a:lnTo>
                  <a:cubicBezTo>
                    <a:pt x="0" y="4039"/>
                    <a:pt x="268" y="4307"/>
                    <a:pt x="584" y="4307"/>
                  </a:cubicBezTo>
                  <a:lnTo>
                    <a:pt x="2153" y="4307"/>
                  </a:lnTo>
                  <a:lnTo>
                    <a:pt x="3723" y="5350"/>
                  </a:lnTo>
                  <a:cubicBezTo>
                    <a:pt x="3740" y="5362"/>
                    <a:pt x="3758" y="5367"/>
                    <a:pt x="3777" y="5367"/>
                  </a:cubicBezTo>
                  <a:cubicBezTo>
                    <a:pt x="3831" y="5367"/>
                    <a:pt x="3883" y="5319"/>
                    <a:pt x="3876" y="5254"/>
                  </a:cubicBezTo>
                  <a:lnTo>
                    <a:pt x="3713" y="4307"/>
                  </a:lnTo>
                  <a:lnTo>
                    <a:pt x="5283" y="4307"/>
                  </a:lnTo>
                  <a:cubicBezTo>
                    <a:pt x="5599" y="4307"/>
                    <a:pt x="5867" y="4039"/>
                    <a:pt x="5867" y="3713"/>
                  </a:cubicBezTo>
                  <a:lnTo>
                    <a:pt x="5867" y="594"/>
                  </a:lnTo>
                  <a:cubicBezTo>
                    <a:pt x="5867" y="268"/>
                    <a:pt x="5608" y="0"/>
                    <a:pt x="5283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28"/>
            <p:cNvSpPr/>
            <p:nvPr/>
          </p:nvSpPr>
          <p:spPr>
            <a:xfrm>
              <a:off x="3204263" y="2013894"/>
              <a:ext cx="143773" cy="102808"/>
            </a:xfrm>
            <a:custGeom>
              <a:avLst/>
              <a:gdLst/>
              <a:ahLst/>
              <a:cxnLst/>
              <a:rect l="l" t="t" r="r" b="b"/>
              <a:pathLst>
                <a:path w="5475" h="3915" extrusionOk="0">
                  <a:moveTo>
                    <a:pt x="584" y="0"/>
                  </a:moveTo>
                  <a:cubicBezTo>
                    <a:pt x="259" y="0"/>
                    <a:pt x="0" y="268"/>
                    <a:pt x="0" y="594"/>
                  </a:cubicBezTo>
                  <a:lnTo>
                    <a:pt x="0" y="3723"/>
                  </a:lnTo>
                  <a:cubicBezTo>
                    <a:pt x="0" y="3780"/>
                    <a:pt x="10" y="3847"/>
                    <a:pt x="38" y="3914"/>
                  </a:cubicBezTo>
                  <a:lnTo>
                    <a:pt x="4498" y="3914"/>
                  </a:lnTo>
                  <a:cubicBezTo>
                    <a:pt x="5034" y="3914"/>
                    <a:pt x="5474" y="3474"/>
                    <a:pt x="5474" y="2938"/>
                  </a:cubicBezTo>
                  <a:lnTo>
                    <a:pt x="5474" y="38"/>
                  </a:lnTo>
                  <a:cubicBezTo>
                    <a:pt x="5417" y="19"/>
                    <a:pt x="5350" y="0"/>
                    <a:pt x="5283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28"/>
            <p:cNvSpPr/>
            <p:nvPr/>
          </p:nvSpPr>
          <p:spPr>
            <a:xfrm>
              <a:off x="3112773" y="2137788"/>
              <a:ext cx="112865" cy="113102"/>
            </a:xfrm>
            <a:custGeom>
              <a:avLst/>
              <a:gdLst/>
              <a:ahLst/>
              <a:cxnLst/>
              <a:rect l="l" t="t" r="r" b="b"/>
              <a:pathLst>
                <a:path w="4298" h="4307" extrusionOk="0">
                  <a:moveTo>
                    <a:pt x="2144" y="0"/>
                  </a:moveTo>
                  <a:cubicBezTo>
                    <a:pt x="1206" y="0"/>
                    <a:pt x="508" y="756"/>
                    <a:pt x="441" y="1675"/>
                  </a:cubicBezTo>
                  <a:cubicBezTo>
                    <a:pt x="383" y="2345"/>
                    <a:pt x="249" y="2996"/>
                    <a:pt x="39" y="3637"/>
                  </a:cubicBezTo>
                  <a:cubicBezTo>
                    <a:pt x="1" y="3752"/>
                    <a:pt x="48" y="3886"/>
                    <a:pt x="163" y="3934"/>
                  </a:cubicBezTo>
                  <a:cubicBezTo>
                    <a:pt x="556" y="4116"/>
                    <a:pt x="986" y="4240"/>
                    <a:pt x="1417" y="4307"/>
                  </a:cubicBezTo>
                  <a:lnTo>
                    <a:pt x="2872" y="4307"/>
                  </a:lnTo>
                  <a:cubicBezTo>
                    <a:pt x="3302" y="4240"/>
                    <a:pt x="3723" y="4125"/>
                    <a:pt x="4116" y="3943"/>
                  </a:cubicBezTo>
                  <a:cubicBezTo>
                    <a:pt x="4240" y="3895"/>
                    <a:pt x="4298" y="3752"/>
                    <a:pt x="4240" y="3637"/>
                  </a:cubicBezTo>
                  <a:cubicBezTo>
                    <a:pt x="4039" y="2996"/>
                    <a:pt x="3905" y="2345"/>
                    <a:pt x="3848" y="1675"/>
                  </a:cubicBezTo>
                  <a:cubicBezTo>
                    <a:pt x="3781" y="756"/>
                    <a:pt x="3082" y="0"/>
                    <a:pt x="214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28"/>
            <p:cNvSpPr/>
            <p:nvPr/>
          </p:nvSpPr>
          <p:spPr>
            <a:xfrm>
              <a:off x="3143182" y="2138025"/>
              <a:ext cx="82220" cy="112865"/>
            </a:xfrm>
            <a:custGeom>
              <a:avLst/>
              <a:gdLst/>
              <a:ahLst/>
              <a:cxnLst/>
              <a:rect l="l" t="t" r="r" b="b"/>
              <a:pathLst>
                <a:path w="3131" h="4298" extrusionOk="0">
                  <a:moveTo>
                    <a:pt x="977" y="1"/>
                  </a:moveTo>
                  <a:cubicBezTo>
                    <a:pt x="259" y="1"/>
                    <a:pt x="1" y="987"/>
                    <a:pt x="613" y="1350"/>
                  </a:cubicBezTo>
                  <a:cubicBezTo>
                    <a:pt x="632" y="1360"/>
                    <a:pt x="651" y="1379"/>
                    <a:pt x="680" y="1389"/>
                  </a:cubicBezTo>
                  <a:lnTo>
                    <a:pt x="1226" y="4298"/>
                  </a:lnTo>
                  <a:lnTo>
                    <a:pt x="1714" y="4298"/>
                  </a:lnTo>
                  <a:cubicBezTo>
                    <a:pt x="2144" y="4231"/>
                    <a:pt x="2565" y="4116"/>
                    <a:pt x="2958" y="3934"/>
                  </a:cubicBezTo>
                  <a:cubicBezTo>
                    <a:pt x="3073" y="3877"/>
                    <a:pt x="3130" y="3743"/>
                    <a:pt x="3082" y="3628"/>
                  </a:cubicBezTo>
                  <a:cubicBezTo>
                    <a:pt x="2872" y="2996"/>
                    <a:pt x="2738" y="2336"/>
                    <a:pt x="2680" y="1676"/>
                  </a:cubicBezTo>
                  <a:cubicBezTo>
                    <a:pt x="2613" y="757"/>
                    <a:pt x="1924" y="1"/>
                    <a:pt x="977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28"/>
            <p:cNvSpPr/>
            <p:nvPr/>
          </p:nvSpPr>
          <p:spPr>
            <a:xfrm>
              <a:off x="3111775" y="2223238"/>
              <a:ext cx="113102" cy="89231"/>
            </a:xfrm>
            <a:custGeom>
              <a:avLst/>
              <a:gdLst/>
              <a:ahLst/>
              <a:cxnLst/>
              <a:rect l="l" t="t" r="r" b="b"/>
              <a:pathLst>
                <a:path w="4307" h="3398" extrusionOk="0">
                  <a:moveTo>
                    <a:pt x="1436" y="0"/>
                  </a:moveTo>
                  <a:lnTo>
                    <a:pt x="1436" y="718"/>
                  </a:lnTo>
                  <a:cubicBezTo>
                    <a:pt x="1436" y="890"/>
                    <a:pt x="1331" y="1062"/>
                    <a:pt x="1168" y="1139"/>
                  </a:cubicBezTo>
                  <a:lnTo>
                    <a:pt x="402" y="1531"/>
                  </a:lnTo>
                  <a:cubicBezTo>
                    <a:pt x="153" y="1646"/>
                    <a:pt x="0" y="1895"/>
                    <a:pt x="0" y="2173"/>
                  </a:cubicBezTo>
                  <a:lnTo>
                    <a:pt x="0" y="3158"/>
                  </a:lnTo>
                  <a:cubicBezTo>
                    <a:pt x="0" y="3283"/>
                    <a:pt x="115" y="3398"/>
                    <a:pt x="240" y="3398"/>
                  </a:cubicBezTo>
                  <a:lnTo>
                    <a:pt x="4068" y="3398"/>
                  </a:lnTo>
                  <a:cubicBezTo>
                    <a:pt x="4202" y="3398"/>
                    <a:pt x="4307" y="3283"/>
                    <a:pt x="4307" y="3158"/>
                  </a:cubicBezTo>
                  <a:lnTo>
                    <a:pt x="4307" y="2173"/>
                  </a:lnTo>
                  <a:cubicBezTo>
                    <a:pt x="4307" y="1895"/>
                    <a:pt x="4154" y="1646"/>
                    <a:pt x="3905" y="1531"/>
                  </a:cubicBezTo>
                  <a:lnTo>
                    <a:pt x="3139" y="1139"/>
                  </a:lnTo>
                  <a:cubicBezTo>
                    <a:pt x="2977" y="1062"/>
                    <a:pt x="2871" y="890"/>
                    <a:pt x="2871" y="718"/>
                  </a:cubicBezTo>
                  <a:lnTo>
                    <a:pt x="2871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28"/>
            <p:cNvSpPr/>
            <p:nvPr/>
          </p:nvSpPr>
          <p:spPr>
            <a:xfrm>
              <a:off x="3149222" y="2223238"/>
              <a:ext cx="38208" cy="25157"/>
            </a:xfrm>
            <a:custGeom>
              <a:avLst/>
              <a:gdLst/>
              <a:ahLst/>
              <a:cxnLst/>
              <a:rect l="l" t="t" r="r" b="b"/>
              <a:pathLst>
                <a:path w="1455" h="958" extrusionOk="0">
                  <a:moveTo>
                    <a:pt x="10" y="0"/>
                  </a:moveTo>
                  <a:lnTo>
                    <a:pt x="10" y="718"/>
                  </a:lnTo>
                  <a:cubicBezTo>
                    <a:pt x="10" y="747"/>
                    <a:pt x="0" y="785"/>
                    <a:pt x="0" y="814"/>
                  </a:cubicBezTo>
                  <a:cubicBezTo>
                    <a:pt x="230" y="909"/>
                    <a:pt x="479" y="957"/>
                    <a:pt x="728" y="957"/>
                  </a:cubicBezTo>
                  <a:cubicBezTo>
                    <a:pt x="976" y="957"/>
                    <a:pt x="1225" y="909"/>
                    <a:pt x="1455" y="814"/>
                  </a:cubicBezTo>
                  <a:cubicBezTo>
                    <a:pt x="1455" y="785"/>
                    <a:pt x="1445" y="747"/>
                    <a:pt x="1445" y="718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28"/>
            <p:cNvSpPr/>
            <p:nvPr/>
          </p:nvSpPr>
          <p:spPr>
            <a:xfrm>
              <a:off x="3112011" y="2256142"/>
              <a:ext cx="113128" cy="56328"/>
            </a:xfrm>
            <a:custGeom>
              <a:avLst/>
              <a:gdLst/>
              <a:ahLst/>
              <a:cxnLst/>
              <a:rect l="l" t="t" r="r" b="b"/>
              <a:pathLst>
                <a:path w="4308" h="2145" extrusionOk="0">
                  <a:moveTo>
                    <a:pt x="939" y="1"/>
                  </a:moveTo>
                  <a:lnTo>
                    <a:pt x="393" y="278"/>
                  </a:lnTo>
                  <a:cubicBezTo>
                    <a:pt x="154" y="393"/>
                    <a:pt x="1" y="642"/>
                    <a:pt x="1" y="920"/>
                  </a:cubicBezTo>
                  <a:lnTo>
                    <a:pt x="1" y="1905"/>
                  </a:lnTo>
                  <a:cubicBezTo>
                    <a:pt x="1" y="2030"/>
                    <a:pt x="106" y="2145"/>
                    <a:pt x="240" y="2145"/>
                  </a:cubicBezTo>
                  <a:lnTo>
                    <a:pt x="4068" y="2145"/>
                  </a:lnTo>
                  <a:cubicBezTo>
                    <a:pt x="4193" y="2145"/>
                    <a:pt x="4307" y="2030"/>
                    <a:pt x="4307" y="1905"/>
                  </a:cubicBezTo>
                  <a:lnTo>
                    <a:pt x="4307" y="920"/>
                  </a:lnTo>
                  <a:cubicBezTo>
                    <a:pt x="4298" y="642"/>
                    <a:pt x="4145" y="393"/>
                    <a:pt x="3896" y="278"/>
                  </a:cubicBezTo>
                  <a:lnTo>
                    <a:pt x="3350" y="1"/>
                  </a:lnTo>
                  <a:cubicBezTo>
                    <a:pt x="3068" y="436"/>
                    <a:pt x="2609" y="654"/>
                    <a:pt x="2148" y="654"/>
                  </a:cubicBezTo>
                  <a:cubicBezTo>
                    <a:pt x="1688" y="654"/>
                    <a:pt x="1226" y="436"/>
                    <a:pt x="939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28"/>
            <p:cNvSpPr/>
            <p:nvPr/>
          </p:nvSpPr>
          <p:spPr>
            <a:xfrm>
              <a:off x="3130629" y="2174106"/>
              <a:ext cx="75419" cy="61711"/>
            </a:xfrm>
            <a:custGeom>
              <a:avLst/>
              <a:gdLst/>
              <a:ahLst/>
              <a:cxnLst/>
              <a:rect l="l" t="t" r="r" b="b"/>
              <a:pathLst>
                <a:path w="2872" h="2350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14" y="302"/>
                    <a:pt x="699" y="445"/>
                    <a:pt x="565" y="570"/>
                  </a:cubicBezTo>
                  <a:cubicBezTo>
                    <a:pt x="440" y="684"/>
                    <a:pt x="297" y="780"/>
                    <a:pt x="144" y="857"/>
                  </a:cubicBezTo>
                  <a:cubicBezTo>
                    <a:pt x="48" y="905"/>
                    <a:pt x="0" y="1000"/>
                    <a:pt x="19" y="1106"/>
                  </a:cubicBezTo>
                  <a:cubicBezTo>
                    <a:pt x="105" y="1814"/>
                    <a:pt x="718" y="2350"/>
                    <a:pt x="1436" y="2350"/>
                  </a:cubicBezTo>
                  <a:cubicBezTo>
                    <a:pt x="2182" y="2350"/>
                    <a:pt x="2804" y="1775"/>
                    <a:pt x="2871" y="1029"/>
                  </a:cubicBezTo>
                  <a:cubicBezTo>
                    <a:pt x="2871" y="96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28"/>
            <p:cNvSpPr/>
            <p:nvPr/>
          </p:nvSpPr>
          <p:spPr>
            <a:xfrm>
              <a:off x="3130629" y="2174106"/>
              <a:ext cx="75419" cy="61212"/>
            </a:xfrm>
            <a:custGeom>
              <a:avLst/>
              <a:gdLst/>
              <a:ahLst/>
              <a:cxnLst/>
              <a:rect l="l" t="t" r="r" b="b"/>
              <a:pathLst>
                <a:path w="2872" h="2331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33" y="254"/>
                    <a:pt x="766" y="359"/>
                    <a:pt x="670" y="455"/>
                  </a:cubicBezTo>
                  <a:cubicBezTo>
                    <a:pt x="641" y="493"/>
                    <a:pt x="603" y="531"/>
                    <a:pt x="565" y="570"/>
                  </a:cubicBezTo>
                  <a:cubicBezTo>
                    <a:pt x="440" y="675"/>
                    <a:pt x="297" y="771"/>
                    <a:pt x="144" y="857"/>
                  </a:cubicBezTo>
                  <a:cubicBezTo>
                    <a:pt x="48" y="895"/>
                    <a:pt x="0" y="1000"/>
                    <a:pt x="10" y="1106"/>
                  </a:cubicBezTo>
                  <a:cubicBezTo>
                    <a:pt x="96" y="1728"/>
                    <a:pt x="584" y="2235"/>
                    <a:pt x="1215" y="2331"/>
                  </a:cubicBezTo>
                  <a:cubicBezTo>
                    <a:pt x="890" y="2130"/>
                    <a:pt x="699" y="1775"/>
                    <a:pt x="718" y="1393"/>
                  </a:cubicBezTo>
                  <a:lnTo>
                    <a:pt x="718" y="1048"/>
                  </a:lnTo>
                  <a:cubicBezTo>
                    <a:pt x="775" y="1010"/>
                    <a:pt x="823" y="972"/>
                    <a:pt x="881" y="924"/>
                  </a:cubicBezTo>
                  <a:cubicBezTo>
                    <a:pt x="1014" y="809"/>
                    <a:pt x="1129" y="665"/>
                    <a:pt x="1225" y="522"/>
                  </a:cubicBezTo>
                  <a:cubicBezTo>
                    <a:pt x="1684" y="665"/>
                    <a:pt x="2106" y="895"/>
                    <a:pt x="2469" y="1201"/>
                  </a:cubicBezTo>
                  <a:cubicBezTo>
                    <a:pt x="2517" y="1240"/>
                    <a:pt x="2632" y="1345"/>
                    <a:pt x="2756" y="1460"/>
                  </a:cubicBezTo>
                  <a:cubicBezTo>
                    <a:pt x="2814" y="1326"/>
                    <a:pt x="2852" y="1182"/>
                    <a:pt x="2862" y="1029"/>
                  </a:cubicBezTo>
                  <a:cubicBezTo>
                    <a:pt x="2871" y="95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28"/>
            <p:cNvSpPr/>
            <p:nvPr/>
          </p:nvSpPr>
          <p:spPr>
            <a:xfrm>
              <a:off x="3111775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153" y="1"/>
                  </a:moveTo>
                  <a:cubicBezTo>
                    <a:pt x="58" y="125"/>
                    <a:pt x="0" y="279"/>
                    <a:pt x="0" y="432"/>
                  </a:cubicBezTo>
                  <a:lnTo>
                    <a:pt x="0" y="1417"/>
                  </a:lnTo>
                  <a:cubicBezTo>
                    <a:pt x="0" y="1551"/>
                    <a:pt x="115" y="1657"/>
                    <a:pt x="240" y="1657"/>
                  </a:cubicBezTo>
                  <a:lnTo>
                    <a:pt x="957" y="1657"/>
                  </a:lnTo>
                  <a:lnTo>
                    <a:pt x="957" y="881"/>
                  </a:lnTo>
                  <a:cubicBezTo>
                    <a:pt x="957" y="738"/>
                    <a:pt x="890" y="594"/>
                    <a:pt x="785" y="508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28"/>
            <p:cNvSpPr/>
            <p:nvPr/>
          </p:nvSpPr>
          <p:spPr>
            <a:xfrm>
              <a:off x="3199720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814" y="1"/>
                  </a:moveTo>
                  <a:lnTo>
                    <a:pt x="183" y="508"/>
                  </a:lnTo>
                  <a:cubicBezTo>
                    <a:pt x="68" y="594"/>
                    <a:pt x="1" y="738"/>
                    <a:pt x="1" y="881"/>
                  </a:cubicBezTo>
                  <a:lnTo>
                    <a:pt x="1" y="1657"/>
                  </a:lnTo>
                  <a:lnTo>
                    <a:pt x="719" y="1657"/>
                  </a:lnTo>
                  <a:cubicBezTo>
                    <a:pt x="853" y="1657"/>
                    <a:pt x="958" y="1551"/>
                    <a:pt x="958" y="1417"/>
                  </a:cubicBezTo>
                  <a:lnTo>
                    <a:pt x="958" y="432"/>
                  </a:lnTo>
                  <a:cubicBezTo>
                    <a:pt x="958" y="279"/>
                    <a:pt x="900" y="125"/>
                    <a:pt x="814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28"/>
            <p:cNvSpPr/>
            <p:nvPr/>
          </p:nvSpPr>
          <p:spPr>
            <a:xfrm>
              <a:off x="3325636" y="2149343"/>
              <a:ext cx="30934" cy="67882"/>
            </a:xfrm>
            <a:custGeom>
              <a:avLst/>
              <a:gdLst/>
              <a:ahLst/>
              <a:cxnLst/>
              <a:rect l="l" t="t" r="r" b="b"/>
              <a:pathLst>
                <a:path w="1178" h="2585" extrusionOk="0">
                  <a:moveTo>
                    <a:pt x="699" y="1"/>
                  </a:moveTo>
                  <a:cubicBezTo>
                    <a:pt x="316" y="1"/>
                    <a:pt x="1" y="316"/>
                    <a:pt x="1" y="699"/>
                  </a:cubicBezTo>
                  <a:lnTo>
                    <a:pt x="1" y="862"/>
                  </a:lnTo>
                  <a:cubicBezTo>
                    <a:pt x="1" y="1063"/>
                    <a:pt x="29" y="1273"/>
                    <a:pt x="96" y="1465"/>
                  </a:cubicBezTo>
                  <a:lnTo>
                    <a:pt x="470" y="2585"/>
                  </a:lnTo>
                  <a:lnTo>
                    <a:pt x="1178" y="2585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28"/>
            <p:cNvSpPr/>
            <p:nvPr/>
          </p:nvSpPr>
          <p:spPr>
            <a:xfrm>
              <a:off x="3337952" y="2143067"/>
              <a:ext cx="73922" cy="73896"/>
            </a:xfrm>
            <a:custGeom>
              <a:avLst/>
              <a:gdLst/>
              <a:ahLst/>
              <a:cxnLst/>
              <a:rect l="l" t="t" r="r" b="b"/>
              <a:pathLst>
                <a:path w="2815" h="2814" extrusionOk="0">
                  <a:moveTo>
                    <a:pt x="709" y="0"/>
                  </a:moveTo>
                  <a:cubicBezTo>
                    <a:pt x="316" y="0"/>
                    <a:pt x="1" y="316"/>
                    <a:pt x="1" y="708"/>
                  </a:cubicBezTo>
                  <a:cubicBezTo>
                    <a:pt x="1" y="967"/>
                    <a:pt x="211" y="1177"/>
                    <a:pt x="469" y="1177"/>
                  </a:cubicBezTo>
                  <a:lnTo>
                    <a:pt x="2345" y="2814"/>
                  </a:lnTo>
                  <a:lnTo>
                    <a:pt x="2747" y="1426"/>
                  </a:lnTo>
                  <a:cubicBezTo>
                    <a:pt x="2795" y="1254"/>
                    <a:pt x="2814" y="1082"/>
                    <a:pt x="2814" y="909"/>
                  </a:cubicBezTo>
                  <a:lnTo>
                    <a:pt x="2814" y="469"/>
                  </a:lnTo>
                  <a:cubicBezTo>
                    <a:pt x="2814" y="211"/>
                    <a:pt x="2604" y="0"/>
                    <a:pt x="2345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28"/>
            <p:cNvSpPr/>
            <p:nvPr/>
          </p:nvSpPr>
          <p:spPr>
            <a:xfrm>
              <a:off x="3350268" y="2235554"/>
              <a:ext cx="36974" cy="27153"/>
            </a:xfrm>
            <a:custGeom>
              <a:avLst/>
              <a:gdLst/>
              <a:ahLst/>
              <a:cxnLst/>
              <a:rect l="l" t="t" r="r" b="b"/>
              <a:pathLst>
                <a:path w="1408" h="1034" extrusionOk="0">
                  <a:moveTo>
                    <a:pt x="0" y="0"/>
                  </a:moveTo>
                  <a:lnTo>
                    <a:pt x="0" y="1034"/>
                  </a:lnTo>
                  <a:lnTo>
                    <a:pt x="1407" y="1034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28"/>
            <p:cNvSpPr/>
            <p:nvPr/>
          </p:nvSpPr>
          <p:spPr>
            <a:xfrm>
              <a:off x="3350268" y="2235554"/>
              <a:ext cx="36974" cy="14916"/>
            </a:xfrm>
            <a:custGeom>
              <a:avLst/>
              <a:gdLst/>
              <a:ahLst/>
              <a:cxnLst/>
              <a:rect l="l" t="t" r="r" b="b"/>
              <a:pathLst>
                <a:path w="1408" h="568" extrusionOk="0">
                  <a:moveTo>
                    <a:pt x="0" y="0"/>
                  </a:moveTo>
                  <a:lnTo>
                    <a:pt x="0" y="431"/>
                  </a:lnTo>
                  <a:cubicBezTo>
                    <a:pt x="225" y="522"/>
                    <a:pt x="465" y="567"/>
                    <a:pt x="704" y="567"/>
                  </a:cubicBezTo>
                  <a:cubicBezTo>
                    <a:pt x="943" y="567"/>
                    <a:pt x="1182" y="522"/>
                    <a:pt x="1407" y="431"/>
                  </a:cubicBezTo>
                  <a:lnTo>
                    <a:pt x="1407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p28"/>
            <p:cNvSpPr/>
            <p:nvPr/>
          </p:nvSpPr>
          <p:spPr>
            <a:xfrm>
              <a:off x="3307044" y="2250365"/>
              <a:ext cx="123658" cy="62367"/>
            </a:xfrm>
            <a:custGeom>
              <a:avLst/>
              <a:gdLst/>
              <a:ahLst/>
              <a:cxnLst/>
              <a:rect l="l" t="t" r="r" b="b"/>
              <a:pathLst>
                <a:path w="4709" h="2375" extrusionOk="0">
                  <a:moveTo>
                    <a:pt x="1646" y="1"/>
                  </a:moveTo>
                  <a:lnTo>
                    <a:pt x="517" y="326"/>
                  </a:lnTo>
                  <a:cubicBezTo>
                    <a:pt x="211" y="412"/>
                    <a:pt x="0" y="690"/>
                    <a:pt x="0" y="1006"/>
                  </a:cubicBezTo>
                  <a:lnTo>
                    <a:pt x="0" y="2135"/>
                  </a:lnTo>
                  <a:cubicBezTo>
                    <a:pt x="0" y="2269"/>
                    <a:pt x="115" y="2374"/>
                    <a:pt x="240" y="2374"/>
                  </a:cubicBezTo>
                  <a:lnTo>
                    <a:pt x="4470" y="2374"/>
                  </a:lnTo>
                  <a:cubicBezTo>
                    <a:pt x="4594" y="2374"/>
                    <a:pt x="4709" y="2269"/>
                    <a:pt x="4709" y="2135"/>
                  </a:cubicBezTo>
                  <a:lnTo>
                    <a:pt x="4709" y="1006"/>
                  </a:lnTo>
                  <a:cubicBezTo>
                    <a:pt x="4709" y="690"/>
                    <a:pt x="4489" y="412"/>
                    <a:pt x="4183" y="326"/>
                  </a:cubicBezTo>
                  <a:lnTo>
                    <a:pt x="3053" y="1"/>
                  </a:lnTo>
                  <a:lnTo>
                    <a:pt x="2355" y="470"/>
                  </a:lnTo>
                  <a:lnTo>
                    <a:pt x="1646" y="1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28"/>
            <p:cNvSpPr/>
            <p:nvPr/>
          </p:nvSpPr>
          <p:spPr>
            <a:xfrm>
              <a:off x="3362584" y="2262681"/>
              <a:ext cx="12342" cy="49789"/>
            </a:xfrm>
            <a:custGeom>
              <a:avLst/>
              <a:gdLst/>
              <a:ahLst/>
              <a:cxnLst/>
              <a:rect l="l" t="t" r="r" b="b"/>
              <a:pathLst>
                <a:path w="470" h="1896" extrusionOk="0">
                  <a:moveTo>
                    <a:pt x="115" y="1"/>
                  </a:moveTo>
                  <a:lnTo>
                    <a:pt x="0" y="1896"/>
                  </a:lnTo>
                  <a:lnTo>
                    <a:pt x="469" y="1896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28"/>
            <p:cNvSpPr/>
            <p:nvPr/>
          </p:nvSpPr>
          <p:spPr>
            <a:xfrm>
              <a:off x="3331676" y="2173948"/>
              <a:ext cx="74158" cy="67646"/>
            </a:xfrm>
            <a:custGeom>
              <a:avLst/>
              <a:gdLst/>
              <a:ahLst/>
              <a:cxnLst/>
              <a:rect l="l" t="t" r="r" b="b"/>
              <a:pathLst>
                <a:path w="2824" h="2576" extrusionOk="0">
                  <a:moveTo>
                    <a:pt x="878" y="0"/>
                  </a:moveTo>
                  <a:cubicBezTo>
                    <a:pt x="764" y="0"/>
                    <a:pt x="653" y="48"/>
                    <a:pt x="565" y="135"/>
                  </a:cubicBezTo>
                  <a:lnTo>
                    <a:pt x="144" y="556"/>
                  </a:lnTo>
                  <a:cubicBezTo>
                    <a:pt x="58" y="652"/>
                    <a:pt x="0" y="767"/>
                    <a:pt x="0" y="891"/>
                  </a:cubicBezTo>
                  <a:lnTo>
                    <a:pt x="0" y="1169"/>
                  </a:lnTo>
                  <a:cubicBezTo>
                    <a:pt x="0" y="1944"/>
                    <a:pt x="632" y="2576"/>
                    <a:pt x="1417" y="2576"/>
                  </a:cubicBezTo>
                  <a:cubicBezTo>
                    <a:pt x="2192" y="2576"/>
                    <a:pt x="2824" y="1944"/>
                    <a:pt x="2824" y="1169"/>
                  </a:cubicBezTo>
                  <a:lnTo>
                    <a:pt x="2824" y="872"/>
                  </a:lnTo>
                  <a:cubicBezTo>
                    <a:pt x="2824" y="738"/>
                    <a:pt x="2776" y="623"/>
                    <a:pt x="2690" y="537"/>
                  </a:cubicBezTo>
                  <a:cubicBezTo>
                    <a:pt x="2326" y="183"/>
                    <a:pt x="1656" y="21"/>
                    <a:pt x="909" y="1"/>
                  </a:cubicBezTo>
                  <a:cubicBezTo>
                    <a:pt x="899" y="1"/>
                    <a:pt x="889" y="0"/>
                    <a:pt x="878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28"/>
            <p:cNvSpPr/>
            <p:nvPr/>
          </p:nvSpPr>
          <p:spPr>
            <a:xfrm>
              <a:off x="3331676" y="2173975"/>
              <a:ext cx="73896" cy="66123"/>
            </a:xfrm>
            <a:custGeom>
              <a:avLst/>
              <a:gdLst/>
              <a:ahLst/>
              <a:cxnLst/>
              <a:rect l="l" t="t" r="r" b="b"/>
              <a:pathLst>
                <a:path w="2814" h="2518" extrusionOk="0">
                  <a:moveTo>
                    <a:pt x="909" y="0"/>
                  </a:moveTo>
                  <a:cubicBezTo>
                    <a:pt x="785" y="0"/>
                    <a:pt x="661" y="48"/>
                    <a:pt x="565" y="134"/>
                  </a:cubicBezTo>
                  <a:lnTo>
                    <a:pt x="144" y="565"/>
                  </a:lnTo>
                  <a:cubicBezTo>
                    <a:pt x="58" y="651"/>
                    <a:pt x="0" y="766"/>
                    <a:pt x="0" y="890"/>
                  </a:cubicBezTo>
                  <a:lnTo>
                    <a:pt x="0" y="1168"/>
                  </a:lnTo>
                  <a:cubicBezTo>
                    <a:pt x="0" y="1800"/>
                    <a:pt x="421" y="2345"/>
                    <a:pt x="1024" y="2517"/>
                  </a:cubicBezTo>
                  <a:cubicBezTo>
                    <a:pt x="823" y="2269"/>
                    <a:pt x="708" y="1962"/>
                    <a:pt x="708" y="1637"/>
                  </a:cubicBezTo>
                  <a:lnTo>
                    <a:pt x="708" y="957"/>
                  </a:lnTo>
                  <a:cubicBezTo>
                    <a:pt x="708" y="692"/>
                    <a:pt x="919" y="487"/>
                    <a:pt x="1172" y="487"/>
                  </a:cubicBezTo>
                  <a:cubicBezTo>
                    <a:pt x="1184" y="487"/>
                    <a:pt x="1195" y="488"/>
                    <a:pt x="1206" y="489"/>
                  </a:cubicBezTo>
                  <a:cubicBezTo>
                    <a:pt x="1685" y="517"/>
                    <a:pt x="2383" y="594"/>
                    <a:pt x="2814" y="804"/>
                  </a:cubicBezTo>
                  <a:cubicBezTo>
                    <a:pt x="2804" y="699"/>
                    <a:pt x="2757" y="613"/>
                    <a:pt x="2690" y="536"/>
                  </a:cubicBezTo>
                  <a:cubicBezTo>
                    <a:pt x="2326" y="182"/>
                    <a:pt x="1656" y="20"/>
                    <a:pt x="909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28"/>
            <p:cNvSpPr/>
            <p:nvPr/>
          </p:nvSpPr>
          <p:spPr>
            <a:xfrm>
              <a:off x="3307281" y="2266200"/>
              <a:ext cx="24921" cy="46533"/>
            </a:xfrm>
            <a:custGeom>
              <a:avLst/>
              <a:gdLst/>
              <a:ahLst/>
              <a:cxnLst/>
              <a:rect l="l" t="t" r="r" b="b"/>
              <a:pathLst>
                <a:path w="949" h="1772" extrusionOk="0">
                  <a:moveTo>
                    <a:pt x="125" y="1"/>
                  </a:moveTo>
                  <a:cubicBezTo>
                    <a:pt x="49" y="125"/>
                    <a:pt x="1" y="259"/>
                    <a:pt x="1" y="403"/>
                  </a:cubicBezTo>
                  <a:lnTo>
                    <a:pt x="1" y="1532"/>
                  </a:lnTo>
                  <a:cubicBezTo>
                    <a:pt x="1" y="1666"/>
                    <a:pt x="106" y="1771"/>
                    <a:pt x="240" y="1771"/>
                  </a:cubicBezTo>
                  <a:lnTo>
                    <a:pt x="948" y="1771"/>
                  </a:lnTo>
                  <a:lnTo>
                    <a:pt x="948" y="1101"/>
                  </a:lnTo>
                  <a:lnTo>
                    <a:pt x="929" y="1101"/>
                  </a:lnTo>
                  <a:cubicBezTo>
                    <a:pt x="929" y="910"/>
                    <a:pt x="862" y="738"/>
                    <a:pt x="728" y="604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p28"/>
            <p:cNvSpPr/>
            <p:nvPr/>
          </p:nvSpPr>
          <p:spPr>
            <a:xfrm>
              <a:off x="3405545" y="2266200"/>
              <a:ext cx="24658" cy="46533"/>
            </a:xfrm>
            <a:custGeom>
              <a:avLst/>
              <a:gdLst/>
              <a:ahLst/>
              <a:cxnLst/>
              <a:rect l="l" t="t" r="r" b="b"/>
              <a:pathLst>
                <a:path w="939" h="1772" extrusionOk="0">
                  <a:moveTo>
                    <a:pt x="814" y="1"/>
                  </a:moveTo>
                  <a:lnTo>
                    <a:pt x="211" y="604"/>
                  </a:lnTo>
                  <a:cubicBezTo>
                    <a:pt x="78" y="738"/>
                    <a:pt x="11" y="910"/>
                    <a:pt x="11" y="1101"/>
                  </a:cubicBezTo>
                  <a:lnTo>
                    <a:pt x="1" y="1101"/>
                  </a:lnTo>
                  <a:lnTo>
                    <a:pt x="1" y="1771"/>
                  </a:lnTo>
                  <a:lnTo>
                    <a:pt x="700" y="1771"/>
                  </a:lnTo>
                  <a:cubicBezTo>
                    <a:pt x="834" y="1771"/>
                    <a:pt x="939" y="1666"/>
                    <a:pt x="939" y="1532"/>
                  </a:cubicBezTo>
                  <a:lnTo>
                    <a:pt x="939" y="403"/>
                  </a:lnTo>
                  <a:cubicBezTo>
                    <a:pt x="939" y="259"/>
                    <a:pt x="891" y="125"/>
                    <a:pt x="814" y="1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p28"/>
            <p:cNvSpPr/>
            <p:nvPr/>
          </p:nvSpPr>
          <p:spPr>
            <a:xfrm>
              <a:off x="3362584" y="2262681"/>
              <a:ext cx="12342" cy="12342"/>
            </a:xfrm>
            <a:custGeom>
              <a:avLst/>
              <a:gdLst/>
              <a:ahLst/>
              <a:cxnLst/>
              <a:rect l="l" t="t" r="r" b="b"/>
              <a:pathLst>
                <a:path w="470" h="470" extrusionOk="0">
                  <a:moveTo>
                    <a:pt x="0" y="1"/>
                  </a:moveTo>
                  <a:lnTo>
                    <a:pt x="0" y="374"/>
                  </a:lnTo>
                  <a:cubicBezTo>
                    <a:pt x="0" y="431"/>
                    <a:pt x="39" y="470"/>
                    <a:pt x="96" y="470"/>
                  </a:cubicBezTo>
                  <a:lnTo>
                    <a:pt x="374" y="470"/>
                  </a:lnTo>
                  <a:cubicBezTo>
                    <a:pt x="422" y="470"/>
                    <a:pt x="469" y="431"/>
                    <a:pt x="469" y="374"/>
                  </a:cubicBezTo>
                  <a:lnTo>
                    <a:pt x="469" y="1"/>
                  </a:lnTo>
                  <a:close/>
                </a:path>
              </a:pathLst>
            </a:custGeom>
            <a:solidFill>
              <a:srgbClr val="4760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p28"/>
            <p:cNvSpPr/>
            <p:nvPr/>
          </p:nvSpPr>
          <p:spPr>
            <a:xfrm>
              <a:off x="3343493" y="2245481"/>
              <a:ext cx="25393" cy="25971"/>
            </a:xfrm>
            <a:custGeom>
              <a:avLst/>
              <a:gdLst/>
              <a:ahLst/>
              <a:cxnLst/>
              <a:rect l="l" t="t" r="r" b="b"/>
              <a:pathLst>
                <a:path w="967" h="989" extrusionOk="0">
                  <a:moveTo>
                    <a:pt x="221" y="0"/>
                  </a:moveTo>
                  <a:cubicBezTo>
                    <a:pt x="190" y="0"/>
                    <a:pt x="160" y="15"/>
                    <a:pt x="144" y="43"/>
                  </a:cubicBezTo>
                  <a:lnTo>
                    <a:pt x="0" y="263"/>
                  </a:lnTo>
                  <a:lnTo>
                    <a:pt x="354" y="914"/>
                  </a:lnTo>
                  <a:cubicBezTo>
                    <a:pt x="378" y="963"/>
                    <a:pt x="430" y="988"/>
                    <a:pt x="481" y="988"/>
                  </a:cubicBezTo>
                  <a:cubicBezTo>
                    <a:pt x="510" y="988"/>
                    <a:pt x="540" y="980"/>
                    <a:pt x="565" y="962"/>
                  </a:cubicBezTo>
                  <a:lnTo>
                    <a:pt x="967" y="656"/>
                  </a:lnTo>
                  <a:lnTo>
                    <a:pt x="287" y="24"/>
                  </a:lnTo>
                  <a:cubicBezTo>
                    <a:pt x="267" y="8"/>
                    <a:pt x="244" y="0"/>
                    <a:pt x="221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p28"/>
            <p:cNvSpPr/>
            <p:nvPr/>
          </p:nvSpPr>
          <p:spPr>
            <a:xfrm>
              <a:off x="3368860" y="2245559"/>
              <a:ext cx="25420" cy="26076"/>
            </a:xfrm>
            <a:custGeom>
              <a:avLst/>
              <a:gdLst/>
              <a:ahLst/>
              <a:cxnLst/>
              <a:rect l="l" t="t" r="r" b="b"/>
              <a:pathLst>
                <a:path w="968" h="993" extrusionOk="0">
                  <a:moveTo>
                    <a:pt x="748" y="0"/>
                  </a:moveTo>
                  <a:cubicBezTo>
                    <a:pt x="725" y="0"/>
                    <a:pt x="701" y="10"/>
                    <a:pt x="680" y="31"/>
                  </a:cubicBezTo>
                  <a:lnTo>
                    <a:pt x="1" y="653"/>
                  </a:lnTo>
                  <a:lnTo>
                    <a:pt x="393" y="959"/>
                  </a:lnTo>
                  <a:cubicBezTo>
                    <a:pt x="419" y="982"/>
                    <a:pt x="452" y="992"/>
                    <a:pt x="484" y="992"/>
                  </a:cubicBezTo>
                  <a:cubicBezTo>
                    <a:pt x="534" y="992"/>
                    <a:pt x="584" y="967"/>
                    <a:pt x="613" y="921"/>
                  </a:cubicBezTo>
                  <a:lnTo>
                    <a:pt x="967" y="260"/>
                  </a:lnTo>
                  <a:lnTo>
                    <a:pt x="824" y="50"/>
                  </a:lnTo>
                  <a:cubicBezTo>
                    <a:pt x="807" y="17"/>
                    <a:pt x="779" y="0"/>
                    <a:pt x="748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p28"/>
            <p:cNvSpPr/>
            <p:nvPr/>
          </p:nvSpPr>
          <p:spPr>
            <a:xfrm>
              <a:off x="3163297" y="1993516"/>
              <a:ext cx="174419" cy="150233"/>
            </a:xfrm>
            <a:custGeom>
              <a:avLst/>
              <a:gdLst/>
              <a:ahLst/>
              <a:cxnLst/>
              <a:rect l="l" t="t" r="r" b="b"/>
              <a:pathLst>
                <a:path w="6642" h="5721" extrusionOk="0">
                  <a:moveTo>
                    <a:pt x="584" y="1"/>
                  </a:moveTo>
                  <a:cubicBezTo>
                    <a:pt x="259" y="1"/>
                    <a:pt x="0" y="259"/>
                    <a:pt x="0" y="585"/>
                  </a:cubicBezTo>
                  <a:lnTo>
                    <a:pt x="0" y="3714"/>
                  </a:lnTo>
                  <a:cubicBezTo>
                    <a:pt x="0" y="4040"/>
                    <a:pt x="259" y="4298"/>
                    <a:pt x="584" y="4298"/>
                  </a:cubicBezTo>
                  <a:lnTo>
                    <a:pt x="2737" y="4298"/>
                  </a:lnTo>
                  <a:lnTo>
                    <a:pt x="2412" y="5600"/>
                  </a:lnTo>
                  <a:cubicBezTo>
                    <a:pt x="2397" y="5666"/>
                    <a:pt x="2450" y="5721"/>
                    <a:pt x="2511" y="5721"/>
                  </a:cubicBezTo>
                  <a:cubicBezTo>
                    <a:pt x="2529" y="5721"/>
                    <a:pt x="2547" y="5716"/>
                    <a:pt x="2565" y="5705"/>
                  </a:cubicBezTo>
                  <a:lnTo>
                    <a:pt x="4489" y="4298"/>
                  </a:lnTo>
                  <a:lnTo>
                    <a:pt x="6049" y="4298"/>
                  </a:lnTo>
                  <a:cubicBezTo>
                    <a:pt x="6374" y="4288"/>
                    <a:pt x="6642" y="4030"/>
                    <a:pt x="6642" y="3705"/>
                  </a:cubicBezTo>
                  <a:lnTo>
                    <a:pt x="6642" y="585"/>
                  </a:lnTo>
                  <a:cubicBezTo>
                    <a:pt x="6642" y="259"/>
                    <a:pt x="6384" y="1"/>
                    <a:pt x="6058" y="1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p28"/>
            <p:cNvSpPr/>
            <p:nvPr/>
          </p:nvSpPr>
          <p:spPr>
            <a:xfrm>
              <a:off x="3192446" y="2019172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3" y="393"/>
                  </a:lnTo>
                  <a:cubicBezTo>
                    <a:pt x="1101" y="393"/>
                    <a:pt x="1101" y="0"/>
                    <a:pt x="843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p28"/>
            <p:cNvSpPr/>
            <p:nvPr/>
          </p:nvSpPr>
          <p:spPr>
            <a:xfrm>
              <a:off x="3228133" y="2019172"/>
              <a:ext cx="80434" cy="10320"/>
            </a:xfrm>
            <a:custGeom>
              <a:avLst/>
              <a:gdLst/>
              <a:ahLst/>
              <a:cxnLst/>
              <a:rect l="l" t="t" r="r" b="b"/>
              <a:pathLst>
                <a:path w="3063" h="393" extrusionOk="0">
                  <a:moveTo>
                    <a:pt x="268" y="0"/>
                  </a:moveTo>
                  <a:cubicBezTo>
                    <a:pt x="0" y="0"/>
                    <a:pt x="0" y="393"/>
                    <a:pt x="268" y="393"/>
                  </a:cubicBezTo>
                  <a:lnTo>
                    <a:pt x="2804" y="393"/>
                  </a:lnTo>
                  <a:cubicBezTo>
                    <a:pt x="3063" y="393"/>
                    <a:pt x="3063" y="0"/>
                    <a:pt x="280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28"/>
            <p:cNvSpPr/>
            <p:nvPr/>
          </p:nvSpPr>
          <p:spPr>
            <a:xfrm>
              <a:off x="3192183" y="2044802"/>
              <a:ext cx="116384" cy="10320"/>
            </a:xfrm>
            <a:custGeom>
              <a:avLst/>
              <a:gdLst/>
              <a:ahLst/>
              <a:cxnLst/>
              <a:rect l="l" t="t" r="r" b="b"/>
              <a:pathLst>
                <a:path w="4432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4173" y="393"/>
                  </a:lnTo>
                  <a:cubicBezTo>
                    <a:pt x="4432" y="393"/>
                    <a:pt x="4432" y="0"/>
                    <a:pt x="4173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28"/>
            <p:cNvSpPr/>
            <p:nvPr/>
          </p:nvSpPr>
          <p:spPr>
            <a:xfrm>
              <a:off x="3192183" y="2070431"/>
              <a:ext cx="80461" cy="10320"/>
            </a:xfrm>
            <a:custGeom>
              <a:avLst/>
              <a:gdLst/>
              <a:ahLst/>
              <a:cxnLst/>
              <a:rect l="l" t="t" r="r" b="b"/>
              <a:pathLst>
                <a:path w="3064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2805" y="393"/>
                  </a:lnTo>
                  <a:cubicBezTo>
                    <a:pt x="3063" y="393"/>
                    <a:pt x="3063" y="0"/>
                    <a:pt x="280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p28"/>
            <p:cNvSpPr/>
            <p:nvPr/>
          </p:nvSpPr>
          <p:spPr>
            <a:xfrm>
              <a:off x="3279655" y="2070431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2" y="393"/>
                  </a:lnTo>
                  <a:cubicBezTo>
                    <a:pt x="1101" y="393"/>
                    <a:pt x="1101" y="0"/>
                    <a:pt x="842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dirty="0"/>
              <a:t>5. Сценарий. Ситуация AS IS.</a:t>
            </a:r>
            <a:endParaRPr dirty="0"/>
          </a:p>
        </p:txBody>
      </p:sp>
      <p:pic>
        <p:nvPicPr>
          <p:cNvPr id="2926" name="Google Shape;2926;p29"/>
          <p:cNvPicPr preferRelativeResize="0"/>
          <p:nvPr/>
        </p:nvPicPr>
        <p:blipFill rotWithShape="1">
          <a:blip r:embed="rId3">
            <a:alphaModFix/>
          </a:blip>
          <a:srcRect l="2476" t="445" b="514"/>
          <a:stretch/>
        </p:blipFill>
        <p:spPr>
          <a:xfrm flipH="1">
            <a:off x="80575" y="3234326"/>
            <a:ext cx="373875" cy="5727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7" name="Google Shape;2927;p29"/>
          <p:cNvGrpSpPr/>
          <p:nvPr/>
        </p:nvGrpSpPr>
        <p:grpSpPr>
          <a:xfrm>
            <a:off x="8499961" y="-32"/>
            <a:ext cx="651025" cy="650659"/>
            <a:chOff x="3111775" y="1993516"/>
            <a:chExt cx="318927" cy="319217"/>
          </a:xfrm>
        </p:grpSpPr>
        <p:sp>
          <p:nvSpPr>
            <p:cNvPr id="2928" name="Google Shape;2928;p29"/>
            <p:cNvSpPr/>
            <p:nvPr/>
          </p:nvSpPr>
          <p:spPr>
            <a:xfrm>
              <a:off x="3204263" y="2013894"/>
              <a:ext cx="154067" cy="140964"/>
            </a:xfrm>
            <a:custGeom>
              <a:avLst/>
              <a:gdLst/>
              <a:ahLst/>
              <a:cxnLst/>
              <a:rect l="l" t="t" r="r" b="b"/>
              <a:pathLst>
                <a:path w="5867" h="5368" extrusionOk="0">
                  <a:moveTo>
                    <a:pt x="584" y="0"/>
                  </a:moveTo>
                  <a:cubicBezTo>
                    <a:pt x="268" y="0"/>
                    <a:pt x="0" y="268"/>
                    <a:pt x="0" y="594"/>
                  </a:cubicBezTo>
                  <a:lnTo>
                    <a:pt x="0" y="3713"/>
                  </a:lnTo>
                  <a:cubicBezTo>
                    <a:pt x="0" y="4039"/>
                    <a:pt x="268" y="4307"/>
                    <a:pt x="584" y="4307"/>
                  </a:cubicBezTo>
                  <a:lnTo>
                    <a:pt x="2153" y="4307"/>
                  </a:lnTo>
                  <a:lnTo>
                    <a:pt x="3723" y="5350"/>
                  </a:lnTo>
                  <a:cubicBezTo>
                    <a:pt x="3740" y="5362"/>
                    <a:pt x="3758" y="5367"/>
                    <a:pt x="3777" y="5367"/>
                  </a:cubicBezTo>
                  <a:cubicBezTo>
                    <a:pt x="3831" y="5367"/>
                    <a:pt x="3883" y="5319"/>
                    <a:pt x="3876" y="5254"/>
                  </a:cubicBezTo>
                  <a:lnTo>
                    <a:pt x="3713" y="4307"/>
                  </a:lnTo>
                  <a:lnTo>
                    <a:pt x="5283" y="4307"/>
                  </a:lnTo>
                  <a:cubicBezTo>
                    <a:pt x="5599" y="4307"/>
                    <a:pt x="5867" y="4039"/>
                    <a:pt x="5867" y="3713"/>
                  </a:cubicBezTo>
                  <a:lnTo>
                    <a:pt x="5867" y="594"/>
                  </a:lnTo>
                  <a:cubicBezTo>
                    <a:pt x="5867" y="268"/>
                    <a:pt x="5608" y="0"/>
                    <a:pt x="5283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29"/>
            <p:cNvSpPr/>
            <p:nvPr/>
          </p:nvSpPr>
          <p:spPr>
            <a:xfrm>
              <a:off x="3204263" y="2013894"/>
              <a:ext cx="143773" cy="102808"/>
            </a:xfrm>
            <a:custGeom>
              <a:avLst/>
              <a:gdLst/>
              <a:ahLst/>
              <a:cxnLst/>
              <a:rect l="l" t="t" r="r" b="b"/>
              <a:pathLst>
                <a:path w="5475" h="3915" extrusionOk="0">
                  <a:moveTo>
                    <a:pt x="584" y="0"/>
                  </a:moveTo>
                  <a:cubicBezTo>
                    <a:pt x="259" y="0"/>
                    <a:pt x="0" y="268"/>
                    <a:pt x="0" y="594"/>
                  </a:cubicBezTo>
                  <a:lnTo>
                    <a:pt x="0" y="3723"/>
                  </a:lnTo>
                  <a:cubicBezTo>
                    <a:pt x="0" y="3780"/>
                    <a:pt x="10" y="3847"/>
                    <a:pt x="38" y="3914"/>
                  </a:cubicBezTo>
                  <a:lnTo>
                    <a:pt x="4498" y="3914"/>
                  </a:lnTo>
                  <a:cubicBezTo>
                    <a:pt x="5034" y="3914"/>
                    <a:pt x="5474" y="3474"/>
                    <a:pt x="5474" y="2938"/>
                  </a:cubicBezTo>
                  <a:lnTo>
                    <a:pt x="5474" y="38"/>
                  </a:lnTo>
                  <a:cubicBezTo>
                    <a:pt x="5417" y="19"/>
                    <a:pt x="5350" y="0"/>
                    <a:pt x="5283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29"/>
            <p:cNvSpPr/>
            <p:nvPr/>
          </p:nvSpPr>
          <p:spPr>
            <a:xfrm>
              <a:off x="3112773" y="2137788"/>
              <a:ext cx="112865" cy="113102"/>
            </a:xfrm>
            <a:custGeom>
              <a:avLst/>
              <a:gdLst/>
              <a:ahLst/>
              <a:cxnLst/>
              <a:rect l="l" t="t" r="r" b="b"/>
              <a:pathLst>
                <a:path w="4298" h="4307" extrusionOk="0">
                  <a:moveTo>
                    <a:pt x="2144" y="0"/>
                  </a:moveTo>
                  <a:cubicBezTo>
                    <a:pt x="1206" y="0"/>
                    <a:pt x="508" y="756"/>
                    <a:pt x="441" y="1675"/>
                  </a:cubicBezTo>
                  <a:cubicBezTo>
                    <a:pt x="383" y="2345"/>
                    <a:pt x="249" y="2996"/>
                    <a:pt x="39" y="3637"/>
                  </a:cubicBezTo>
                  <a:cubicBezTo>
                    <a:pt x="1" y="3752"/>
                    <a:pt x="48" y="3886"/>
                    <a:pt x="163" y="3934"/>
                  </a:cubicBezTo>
                  <a:cubicBezTo>
                    <a:pt x="556" y="4116"/>
                    <a:pt x="986" y="4240"/>
                    <a:pt x="1417" y="4307"/>
                  </a:cubicBezTo>
                  <a:lnTo>
                    <a:pt x="2872" y="4307"/>
                  </a:lnTo>
                  <a:cubicBezTo>
                    <a:pt x="3302" y="4240"/>
                    <a:pt x="3723" y="4125"/>
                    <a:pt x="4116" y="3943"/>
                  </a:cubicBezTo>
                  <a:cubicBezTo>
                    <a:pt x="4240" y="3895"/>
                    <a:pt x="4298" y="3752"/>
                    <a:pt x="4240" y="3637"/>
                  </a:cubicBezTo>
                  <a:cubicBezTo>
                    <a:pt x="4039" y="2996"/>
                    <a:pt x="3905" y="2345"/>
                    <a:pt x="3848" y="1675"/>
                  </a:cubicBezTo>
                  <a:cubicBezTo>
                    <a:pt x="3781" y="756"/>
                    <a:pt x="3082" y="0"/>
                    <a:pt x="214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29"/>
            <p:cNvSpPr/>
            <p:nvPr/>
          </p:nvSpPr>
          <p:spPr>
            <a:xfrm>
              <a:off x="3143182" y="2138025"/>
              <a:ext cx="82220" cy="112865"/>
            </a:xfrm>
            <a:custGeom>
              <a:avLst/>
              <a:gdLst/>
              <a:ahLst/>
              <a:cxnLst/>
              <a:rect l="l" t="t" r="r" b="b"/>
              <a:pathLst>
                <a:path w="3131" h="4298" extrusionOk="0">
                  <a:moveTo>
                    <a:pt x="977" y="1"/>
                  </a:moveTo>
                  <a:cubicBezTo>
                    <a:pt x="259" y="1"/>
                    <a:pt x="1" y="987"/>
                    <a:pt x="613" y="1350"/>
                  </a:cubicBezTo>
                  <a:cubicBezTo>
                    <a:pt x="632" y="1360"/>
                    <a:pt x="651" y="1379"/>
                    <a:pt x="680" y="1389"/>
                  </a:cubicBezTo>
                  <a:lnTo>
                    <a:pt x="1226" y="4298"/>
                  </a:lnTo>
                  <a:lnTo>
                    <a:pt x="1714" y="4298"/>
                  </a:lnTo>
                  <a:cubicBezTo>
                    <a:pt x="2144" y="4231"/>
                    <a:pt x="2565" y="4116"/>
                    <a:pt x="2958" y="3934"/>
                  </a:cubicBezTo>
                  <a:cubicBezTo>
                    <a:pt x="3073" y="3877"/>
                    <a:pt x="3130" y="3743"/>
                    <a:pt x="3082" y="3628"/>
                  </a:cubicBezTo>
                  <a:cubicBezTo>
                    <a:pt x="2872" y="2996"/>
                    <a:pt x="2738" y="2336"/>
                    <a:pt x="2680" y="1676"/>
                  </a:cubicBezTo>
                  <a:cubicBezTo>
                    <a:pt x="2613" y="757"/>
                    <a:pt x="1924" y="1"/>
                    <a:pt x="977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29"/>
            <p:cNvSpPr/>
            <p:nvPr/>
          </p:nvSpPr>
          <p:spPr>
            <a:xfrm>
              <a:off x="3111775" y="2223238"/>
              <a:ext cx="113102" cy="89231"/>
            </a:xfrm>
            <a:custGeom>
              <a:avLst/>
              <a:gdLst/>
              <a:ahLst/>
              <a:cxnLst/>
              <a:rect l="l" t="t" r="r" b="b"/>
              <a:pathLst>
                <a:path w="4307" h="3398" extrusionOk="0">
                  <a:moveTo>
                    <a:pt x="1436" y="0"/>
                  </a:moveTo>
                  <a:lnTo>
                    <a:pt x="1436" y="718"/>
                  </a:lnTo>
                  <a:cubicBezTo>
                    <a:pt x="1436" y="890"/>
                    <a:pt x="1331" y="1062"/>
                    <a:pt x="1168" y="1139"/>
                  </a:cubicBezTo>
                  <a:lnTo>
                    <a:pt x="402" y="1531"/>
                  </a:lnTo>
                  <a:cubicBezTo>
                    <a:pt x="153" y="1646"/>
                    <a:pt x="0" y="1895"/>
                    <a:pt x="0" y="2173"/>
                  </a:cubicBezTo>
                  <a:lnTo>
                    <a:pt x="0" y="3158"/>
                  </a:lnTo>
                  <a:cubicBezTo>
                    <a:pt x="0" y="3283"/>
                    <a:pt x="115" y="3398"/>
                    <a:pt x="240" y="3398"/>
                  </a:cubicBezTo>
                  <a:lnTo>
                    <a:pt x="4068" y="3398"/>
                  </a:lnTo>
                  <a:cubicBezTo>
                    <a:pt x="4202" y="3398"/>
                    <a:pt x="4307" y="3283"/>
                    <a:pt x="4307" y="3158"/>
                  </a:cubicBezTo>
                  <a:lnTo>
                    <a:pt x="4307" y="2173"/>
                  </a:lnTo>
                  <a:cubicBezTo>
                    <a:pt x="4307" y="1895"/>
                    <a:pt x="4154" y="1646"/>
                    <a:pt x="3905" y="1531"/>
                  </a:cubicBezTo>
                  <a:lnTo>
                    <a:pt x="3139" y="1139"/>
                  </a:lnTo>
                  <a:cubicBezTo>
                    <a:pt x="2977" y="1062"/>
                    <a:pt x="2871" y="890"/>
                    <a:pt x="2871" y="718"/>
                  </a:cubicBezTo>
                  <a:lnTo>
                    <a:pt x="2871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29"/>
            <p:cNvSpPr/>
            <p:nvPr/>
          </p:nvSpPr>
          <p:spPr>
            <a:xfrm>
              <a:off x="3149222" y="2223238"/>
              <a:ext cx="38208" cy="25157"/>
            </a:xfrm>
            <a:custGeom>
              <a:avLst/>
              <a:gdLst/>
              <a:ahLst/>
              <a:cxnLst/>
              <a:rect l="l" t="t" r="r" b="b"/>
              <a:pathLst>
                <a:path w="1455" h="958" extrusionOk="0">
                  <a:moveTo>
                    <a:pt x="10" y="0"/>
                  </a:moveTo>
                  <a:lnTo>
                    <a:pt x="10" y="718"/>
                  </a:lnTo>
                  <a:cubicBezTo>
                    <a:pt x="10" y="747"/>
                    <a:pt x="0" y="785"/>
                    <a:pt x="0" y="814"/>
                  </a:cubicBezTo>
                  <a:cubicBezTo>
                    <a:pt x="230" y="909"/>
                    <a:pt x="479" y="957"/>
                    <a:pt x="728" y="957"/>
                  </a:cubicBezTo>
                  <a:cubicBezTo>
                    <a:pt x="976" y="957"/>
                    <a:pt x="1225" y="909"/>
                    <a:pt x="1455" y="814"/>
                  </a:cubicBezTo>
                  <a:cubicBezTo>
                    <a:pt x="1455" y="785"/>
                    <a:pt x="1445" y="747"/>
                    <a:pt x="1445" y="718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p29"/>
            <p:cNvSpPr/>
            <p:nvPr/>
          </p:nvSpPr>
          <p:spPr>
            <a:xfrm>
              <a:off x="3112011" y="2256142"/>
              <a:ext cx="113128" cy="56328"/>
            </a:xfrm>
            <a:custGeom>
              <a:avLst/>
              <a:gdLst/>
              <a:ahLst/>
              <a:cxnLst/>
              <a:rect l="l" t="t" r="r" b="b"/>
              <a:pathLst>
                <a:path w="4308" h="2145" extrusionOk="0">
                  <a:moveTo>
                    <a:pt x="939" y="1"/>
                  </a:moveTo>
                  <a:lnTo>
                    <a:pt x="393" y="278"/>
                  </a:lnTo>
                  <a:cubicBezTo>
                    <a:pt x="154" y="393"/>
                    <a:pt x="1" y="642"/>
                    <a:pt x="1" y="920"/>
                  </a:cubicBezTo>
                  <a:lnTo>
                    <a:pt x="1" y="1905"/>
                  </a:lnTo>
                  <a:cubicBezTo>
                    <a:pt x="1" y="2030"/>
                    <a:pt x="106" y="2145"/>
                    <a:pt x="240" y="2145"/>
                  </a:cubicBezTo>
                  <a:lnTo>
                    <a:pt x="4068" y="2145"/>
                  </a:lnTo>
                  <a:cubicBezTo>
                    <a:pt x="4193" y="2145"/>
                    <a:pt x="4307" y="2030"/>
                    <a:pt x="4307" y="1905"/>
                  </a:cubicBezTo>
                  <a:lnTo>
                    <a:pt x="4307" y="920"/>
                  </a:lnTo>
                  <a:cubicBezTo>
                    <a:pt x="4298" y="642"/>
                    <a:pt x="4145" y="393"/>
                    <a:pt x="3896" y="278"/>
                  </a:cubicBezTo>
                  <a:lnTo>
                    <a:pt x="3350" y="1"/>
                  </a:lnTo>
                  <a:cubicBezTo>
                    <a:pt x="3068" y="436"/>
                    <a:pt x="2609" y="654"/>
                    <a:pt x="2148" y="654"/>
                  </a:cubicBezTo>
                  <a:cubicBezTo>
                    <a:pt x="1688" y="654"/>
                    <a:pt x="1226" y="436"/>
                    <a:pt x="939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p29"/>
            <p:cNvSpPr/>
            <p:nvPr/>
          </p:nvSpPr>
          <p:spPr>
            <a:xfrm>
              <a:off x="3130629" y="2174106"/>
              <a:ext cx="75419" cy="61711"/>
            </a:xfrm>
            <a:custGeom>
              <a:avLst/>
              <a:gdLst/>
              <a:ahLst/>
              <a:cxnLst/>
              <a:rect l="l" t="t" r="r" b="b"/>
              <a:pathLst>
                <a:path w="2872" h="2350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14" y="302"/>
                    <a:pt x="699" y="445"/>
                    <a:pt x="565" y="570"/>
                  </a:cubicBezTo>
                  <a:cubicBezTo>
                    <a:pt x="440" y="684"/>
                    <a:pt x="297" y="780"/>
                    <a:pt x="144" y="857"/>
                  </a:cubicBezTo>
                  <a:cubicBezTo>
                    <a:pt x="48" y="905"/>
                    <a:pt x="0" y="1000"/>
                    <a:pt x="19" y="1106"/>
                  </a:cubicBezTo>
                  <a:cubicBezTo>
                    <a:pt x="105" y="1814"/>
                    <a:pt x="718" y="2350"/>
                    <a:pt x="1436" y="2350"/>
                  </a:cubicBezTo>
                  <a:cubicBezTo>
                    <a:pt x="2182" y="2350"/>
                    <a:pt x="2804" y="1775"/>
                    <a:pt x="2871" y="1029"/>
                  </a:cubicBezTo>
                  <a:cubicBezTo>
                    <a:pt x="2871" y="96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29"/>
            <p:cNvSpPr/>
            <p:nvPr/>
          </p:nvSpPr>
          <p:spPr>
            <a:xfrm>
              <a:off x="3130629" y="2174106"/>
              <a:ext cx="75419" cy="61212"/>
            </a:xfrm>
            <a:custGeom>
              <a:avLst/>
              <a:gdLst/>
              <a:ahLst/>
              <a:cxnLst/>
              <a:rect l="l" t="t" r="r" b="b"/>
              <a:pathLst>
                <a:path w="2872" h="2331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33" y="254"/>
                    <a:pt x="766" y="359"/>
                    <a:pt x="670" y="455"/>
                  </a:cubicBezTo>
                  <a:cubicBezTo>
                    <a:pt x="641" y="493"/>
                    <a:pt x="603" y="531"/>
                    <a:pt x="565" y="570"/>
                  </a:cubicBezTo>
                  <a:cubicBezTo>
                    <a:pt x="440" y="675"/>
                    <a:pt x="297" y="771"/>
                    <a:pt x="144" y="857"/>
                  </a:cubicBezTo>
                  <a:cubicBezTo>
                    <a:pt x="48" y="895"/>
                    <a:pt x="0" y="1000"/>
                    <a:pt x="10" y="1106"/>
                  </a:cubicBezTo>
                  <a:cubicBezTo>
                    <a:pt x="96" y="1728"/>
                    <a:pt x="584" y="2235"/>
                    <a:pt x="1215" y="2331"/>
                  </a:cubicBezTo>
                  <a:cubicBezTo>
                    <a:pt x="890" y="2130"/>
                    <a:pt x="699" y="1775"/>
                    <a:pt x="718" y="1393"/>
                  </a:cubicBezTo>
                  <a:lnTo>
                    <a:pt x="718" y="1048"/>
                  </a:lnTo>
                  <a:cubicBezTo>
                    <a:pt x="775" y="1010"/>
                    <a:pt x="823" y="972"/>
                    <a:pt x="881" y="924"/>
                  </a:cubicBezTo>
                  <a:cubicBezTo>
                    <a:pt x="1014" y="809"/>
                    <a:pt x="1129" y="665"/>
                    <a:pt x="1225" y="522"/>
                  </a:cubicBezTo>
                  <a:cubicBezTo>
                    <a:pt x="1684" y="665"/>
                    <a:pt x="2106" y="895"/>
                    <a:pt x="2469" y="1201"/>
                  </a:cubicBezTo>
                  <a:cubicBezTo>
                    <a:pt x="2517" y="1240"/>
                    <a:pt x="2632" y="1345"/>
                    <a:pt x="2756" y="1460"/>
                  </a:cubicBezTo>
                  <a:cubicBezTo>
                    <a:pt x="2814" y="1326"/>
                    <a:pt x="2852" y="1182"/>
                    <a:pt x="2862" y="1029"/>
                  </a:cubicBezTo>
                  <a:cubicBezTo>
                    <a:pt x="2871" y="95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p29"/>
            <p:cNvSpPr/>
            <p:nvPr/>
          </p:nvSpPr>
          <p:spPr>
            <a:xfrm>
              <a:off x="3111775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153" y="1"/>
                  </a:moveTo>
                  <a:cubicBezTo>
                    <a:pt x="58" y="125"/>
                    <a:pt x="0" y="279"/>
                    <a:pt x="0" y="432"/>
                  </a:cubicBezTo>
                  <a:lnTo>
                    <a:pt x="0" y="1417"/>
                  </a:lnTo>
                  <a:cubicBezTo>
                    <a:pt x="0" y="1551"/>
                    <a:pt x="115" y="1657"/>
                    <a:pt x="240" y="1657"/>
                  </a:cubicBezTo>
                  <a:lnTo>
                    <a:pt x="957" y="1657"/>
                  </a:lnTo>
                  <a:lnTo>
                    <a:pt x="957" y="881"/>
                  </a:lnTo>
                  <a:cubicBezTo>
                    <a:pt x="957" y="738"/>
                    <a:pt x="890" y="594"/>
                    <a:pt x="785" y="508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p29"/>
            <p:cNvSpPr/>
            <p:nvPr/>
          </p:nvSpPr>
          <p:spPr>
            <a:xfrm>
              <a:off x="3199720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814" y="1"/>
                  </a:moveTo>
                  <a:lnTo>
                    <a:pt x="183" y="508"/>
                  </a:lnTo>
                  <a:cubicBezTo>
                    <a:pt x="68" y="594"/>
                    <a:pt x="1" y="738"/>
                    <a:pt x="1" y="881"/>
                  </a:cubicBezTo>
                  <a:lnTo>
                    <a:pt x="1" y="1657"/>
                  </a:lnTo>
                  <a:lnTo>
                    <a:pt x="719" y="1657"/>
                  </a:lnTo>
                  <a:cubicBezTo>
                    <a:pt x="853" y="1657"/>
                    <a:pt x="958" y="1551"/>
                    <a:pt x="958" y="1417"/>
                  </a:cubicBezTo>
                  <a:lnTo>
                    <a:pt x="958" y="432"/>
                  </a:lnTo>
                  <a:cubicBezTo>
                    <a:pt x="958" y="279"/>
                    <a:pt x="900" y="125"/>
                    <a:pt x="814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p29"/>
            <p:cNvSpPr/>
            <p:nvPr/>
          </p:nvSpPr>
          <p:spPr>
            <a:xfrm>
              <a:off x="3325636" y="2149343"/>
              <a:ext cx="30934" cy="67882"/>
            </a:xfrm>
            <a:custGeom>
              <a:avLst/>
              <a:gdLst/>
              <a:ahLst/>
              <a:cxnLst/>
              <a:rect l="l" t="t" r="r" b="b"/>
              <a:pathLst>
                <a:path w="1178" h="2585" extrusionOk="0">
                  <a:moveTo>
                    <a:pt x="699" y="1"/>
                  </a:moveTo>
                  <a:cubicBezTo>
                    <a:pt x="316" y="1"/>
                    <a:pt x="1" y="316"/>
                    <a:pt x="1" y="699"/>
                  </a:cubicBezTo>
                  <a:lnTo>
                    <a:pt x="1" y="862"/>
                  </a:lnTo>
                  <a:cubicBezTo>
                    <a:pt x="1" y="1063"/>
                    <a:pt x="29" y="1273"/>
                    <a:pt x="96" y="1465"/>
                  </a:cubicBezTo>
                  <a:lnTo>
                    <a:pt x="470" y="2585"/>
                  </a:lnTo>
                  <a:lnTo>
                    <a:pt x="1178" y="2585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p29"/>
            <p:cNvSpPr/>
            <p:nvPr/>
          </p:nvSpPr>
          <p:spPr>
            <a:xfrm>
              <a:off x="3337952" y="2143067"/>
              <a:ext cx="73922" cy="73896"/>
            </a:xfrm>
            <a:custGeom>
              <a:avLst/>
              <a:gdLst/>
              <a:ahLst/>
              <a:cxnLst/>
              <a:rect l="l" t="t" r="r" b="b"/>
              <a:pathLst>
                <a:path w="2815" h="2814" extrusionOk="0">
                  <a:moveTo>
                    <a:pt x="709" y="0"/>
                  </a:moveTo>
                  <a:cubicBezTo>
                    <a:pt x="316" y="0"/>
                    <a:pt x="1" y="316"/>
                    <a:pt x="1" y="708"/>
                  </a:cubicBezTo>
                  <a:cubicBezTo>
                    <a:pt x="1" y="967"/>
                    <a:pt x="211" y="1177"/>
                    <a:pt x="469" y="1177"/>
                  </a:cubicBezTo>
                  <a:lnTo>
                    <a:pt x="2345" y="2814"/>
                  </a:lnTo>
                  <a:lnTo>
                    <a:pt x="2747" y="1426"/>
                  </a:lnTo>
                  <a:cubicBezTo>
                    <a:pt x="2795" y="1254"/>
                    <a:pt x="2814" y="1082"/>
                    <a:pt x="2814" y="909"/>
                  </a:cubicBezTo>
                  <a:lnTo>
                    <a:pt x="2814" y="469"/>
                  </a:lnTo>
                  <a:cubicBezTo>
                    <a:pt x="2814" y="211"/>
                    <a:pt x="2604" y="0"/>
                    <a:pt x="2345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p29"/>
            <p:cNvSpPr/>
            <p:nvPr/>
          </p:nvSpPr>
          <p:spPr>
            <a:xfrm>
              <a:off x="3350268" y="2235554"/>
              <a:ext cx="36974" cy="27153"/>
            </a:xfrm>
            <a:custGeom>
              <a:avLst/>
              <a:gdLst/>
              <a:ahLst/>
              <a:cxnLst/>
              <a:rect l="l" t="t" r="r" b="b"/>
              <a:pathLst>
                <a:path w="1408" h="1034" extrusionOk="0">
                  <a:moveTo>
                    <a:pt x="0" y="0"/>
                  </a:moveTo>
                  <a:lnTo>
                    <a:pt x="0" y="1034"/>
                  </a:lnTo>
                  <a:lnTo>
                    <a:pt x="1407" y="1034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p29"/>
            <p:cNvSpPr/>
            <p:nvPr/>
          </p:nvSpPr>
          <p:spPr>
            <a:xfrm>
              <a:off x="3350268" y="2235554"/>
              <a:ext cx="36974" cy="14916"/>
            </a:xfrm>
            <a:custGeom>
              <a:avLst/>
              <a:gdLst/>
              <a:ahLst/>
              <a:cxnLst/>
              <a:rect l="l" t="t" r="r" b="b"/>
              <a:pathLst>
                <a:path w="1408" h="568" extrusionOk="0">
                  <a:moveTo>
                    <a:pt x="0" y="0"/>
                  </a:moveTo>
                  <a:lnTo>
                    <a:pt x="0" y="431"/>
                  </a:lnTo>
                  <a:cubicBezTo>
                    <a:pt x="225" y="522"/>
                    <a:pt x="465" y="567"/>
                    <a:pt x="704" y="567"/>
                  </a:cubicBezTo>
                  <a:cubicBezTo>
                    <a:pt x="943" y="567"/>
                    <a:pt x="1182" y="522"/>
                    <a:pt x="1407" y="431"/>
                  </a:cubicBezTo>
                  <a:lnTo>
                    <a:pt x="1407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p29"/>
            <p:cNvSpPr/>
            <p:nvPr/>
          </p:nvSpPr>
          <p:spPr>
            <a:xfrm>
              <a:off x="3307044" y="2250365"/>
              <a:ext cx="123658" cy="62367"/>
            </a:xfrm>
            <a:custGeom>
              <a:avLst/>
              <a:gdLst/>
              <a:ahLst/>
              <a:cxnLst/>
              <a:rect l="l" t="t" r="r" b="b"/>
              <a:pathLst>
                <a:path w="4709" h="2375" extrusionOk="0">
                  <a:moveTo>
                    <a:pt x="1646" y="1"/>
                  </a:moveTo>
                  <a:lnTo>
                    <a:pt x="517" y="326"/>
                  </a:lnTo>
                  <a:cubicBezTo>
                    <a:pt x="211" y="412"/>
                    <a:pt x="0" y="690"/>
                    <a:pt x="0" y="1006"/>
                  </a:cubicBezTo>
                  <a:lnTo>
                    <a:pt x="0" y="2135"/>
                  </a:lnTo>
                  <a:cubicBezTo>
                    <a:pt x="0" y="2269"/>
                    <a:pt x="115" y="2374"/>
                    <a:pt x="240" y="2374"/>
                  </a:cubicBezTo>
                  <a:lnTo>
                    <a:pt x="4470" y="2374"/>
                  </a:lnTo>
                  <a:cubicBezTo>
                    <a:pt x="4594" y="2374"/>
                    <a:pt x="4709" y="2269"/>
                    <a:pt x="4709" y="2135"/>
                  </a:cubicBezTo>
                  <a:lnTo>
                    <a:pt x="4709" y="1006"/>
                  </a:lnTo>
                  <a:cubicBezTo>
                    <a:pt x="4709" y="690"/>
                    <a:pt x="4489" y="412"/>
                    <a:pt x="4183" y="326"/>
                  </a:cubicBezTo>
                  <a:lnTo>
                    <a:pt x="3053" y="1"/>
                  </a:lnTo>
                  <a:lnTo>
                    <a:pt x="2355" y="470"/>
                  </a:lnTo>
                  <a:lnTo>
                    <a:pt x="1646" y="1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p29"/>
            <p:cNvSpPr/>
            <p:nvPr/>
          </p:nvSpPr>
          <p:spPr>
            <a:xfrm>
              <a:off x="3362584" y="2262681"/>
              <a:ext cx="12342" cy="49789"/>
            </a:xfrm>
            <a:custGeom>
              <a:avLst/>
              <a:gdLst/>
              <a:ahLst/>
              <a:cxnLst/>
              <a:rect l="l" t="t" r="r" b="b"/>
              <a:pathLst>
                <a:path w="470" h="1896" extrusionOk="0">
                  <a:moveTo>
                    <a:pt x="115" y="1"/>
                  </a:moveTo>
                  <a:lnTo>
                    <a:pt x="0" y="1896"/>
                  </a:lnTo>
                  <a:lnTo>
                    <a:pt x="469" y="1896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p29"/>
            <p:cNvSpPr/>
            <p:nvPr/>
          </p:nvSpPr>
          <p:spPr>
            <a:xfrm>
              <a:off x="3331676" y="2173948"/>
              <a:ext cx="74158" cy="67646"/>
            </a:xfrm>
            <a:custGeom>
              <a:avLst/>
              <a:gdLst/>
              <a:ahLst/>
              <a:cxnLst/>
              <a:rect l="l" t="t" r="r" b="b"/>
              <a:pathLst>
                <a:path w="2824" h="2576" extrusionOk="0">
                  <a:moveTo>
                    <a:pt x="878" y="0"/>
                  </a:moveTo>
                  <a:cubicBezTo>
                    <a:pt x="764" y="0"/>
                    <a:pt x="653" y="48"/>
                    <a:pt x="565" y="135"/>
                  </a:cubicBezTo>
                  <a:lnTo>
                    <a:pt x="144" y="556"/>
                  </a:lnTo>
                  <a:cubicBezTo>
                    <a:pt x="58" y="652"/>
                    <a:pt x="0" y="767"/>
                    <a:pt x="0" y="891"/>
                  </a:cubicBezTo>
                  <a:lnTo>
                    <a:pt x="0" y="1169"/>
                  </a:lnTo>
                  <a:cubicBezTo>
                    <a:pt x="0" y="1944"/>
                    <a:pt x="632" y="2576"/>
                    <a:pt x="1417" y="2576"/>
                  </a:cubicBezTo>
                  <a:cubicBezTo>
                    <a:pt x="2192" y="2576"/>
                    <a:pt x="2824" y="1944"/>
                    <a:pt x="2824" y="1169"/>
                  </a:cubicBezTo>
                  <a:lnTo>
                    <a:pt x="2824" y="872"/>
                  </a:lnTo>
                  <a:cubicBezTo>
                    <a:pt x="2824" y="738"/>
                    <a:pt x="2776" y="623"/>
                    <a:pt x="2690" y="537"/>
                  </a:cubicBezTo>
                  <a:cubicBezTo>
                    <a:pt x="2326" y="183"/>
                    <a:pt x="1656" y="21"/>
                    <a:pt x="909" y="1"/>
                  </a:cubicBezTo>
                  <a:cubicBezTo>
                    <a:pt x="899" y="1"/>
                    <a:pt x="889" y="0"/>
                    <a:pt x="878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p29"/>
            <p:cNvSpPr/>
            <p:nvPr/>
          </p:nvSpPr>
          <p:spPr>
            <a:xfrm>
              <a:off x="3331676" y="2173975"/>
              <a:ext cx="73896" cy="66123"/>
            </a:xfrm>
            <a:custGeom>
              <a:avLst/>
              <a:gdLst/>
              <a:ahLst/>
              <a:cxnLst/>
              <a:rect l="l" t="t" r="r" b="b"/>
              <a:pathLst>
                <a:path w="2814" h="2518" extrusionOk="0">
                  <a:moveTo>
                    <a:pt x="909" y="0"/>
                  </a:moveTo>
                  <a:cubicBezTo>
                    <a:pt x="785" y="0"/>
                    <a:pt x="661" y="48"/>
                    <a:pt x="565" y="134"/>
                  </a:cubicBezTo>
                  <a:lnTo>
                    <a:pt x="144" y="565"/>
                  </a:lnTo>
                  <a:cubicBezTo>
                    <a:pt x="58" y="651"/>
                    <a:pt x="0" y="766"/>
                    <a:pt x="0" y="890"/>
                  </a:cubicBezTo>
                  <a:lnTo>
                    <a:pt x="0" y="1168"/>
                  </a:lnTo>
                  <a:cubicBezTo>
                    <a:pt x="0" y="1800"/>
                    <a:pt x="421" y="2345"/>
                    <a:pt x="1024" y="2517"/>
                  </a:cubicBezTo>
                  <a:cubicBezTo>
                    <a:pt x="823" y="2269"/>
                    <a:pt x="708" y="1962"/>
                    <a:pt x="708" y="1637"/>
                  </a:cubicBezTo>
                  <a:lnTo>
                    <a:pt x="708" y="957"/>
                  </a:lnTo>
                  <a:cubicBezTo>
                    <a:pt x="708" y="692"/>
                    <a:pt x="919" y="487"/>
                    <a:pt x="1172" y="487"/>
                  </a:cubicBezTo>
                  <a:cubicBezTo>
                    <a:pt x="1184" y="487"/>
                    <a:pt x="1195" y="488"/>
                    <a:pt x="1206" y="489"/>
                  </a:cubicBezTo>
                  <a:cubicBezTo>
                    <a:pt x="1685" y="517"/>
                    <a:pt x="2383" y="594"/>
                    <a:pt x="2814" y="804"/>
                  </a:cubicBezTo>
                  <a:cubicBezTo>
                    <a:pt x="2804" y="699"/>
                    <a:pt x="2757" y="613"/>
                    <a:pt x="2690" y="536"/>
                  </a:cubicBezTo>
                  <a:cubicBezTo>
                    <a:pt x="2326" y="182"/>
                    <a:pt x="1656" y="20"/>
                    <a:pt x="909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29"/>
            <p:cNvSpPr/>
            <p:nvPr/>
          </p:nvSpPr>
          <p:spPr>
            <a:xfrm>
              <a:off x="3307281" y="2266200"/>
              <a:ext cx="24921" cy="46533"/>
            </a:xfrm>
            <a:custGeom>
              <a:avLst/>
              <a:gdLst/>
              <a:ahLst/>
              <a:cxnLst/>
              <a:rect l="l" t="t" r="r" b="b"/>
              <a:pathLst>
                <a:path w="949" h="1772" extrusionOk="0">
                  <a:moveTo>
                    <a:pt x="125" y="1"/>
                  </a:moveTo>
                  <a:cubicBezTo>
                    <a:pt x="49" y="125"/>
                    <a:pt x="1" y="259"/>
                    <a:pt x="1" y="403"/>
                  </a:cubicBezTo>
                  <a:lnTo>
                    <a:pt x="1" y="1532"/>
                  </a:lnTo>
                  <a:cubicBezTo>
                    <a:pt x="1" y="1666"/>
                    <a:pt x="106" y="1771"/>
                    <a:pt x="240" y="1771"/>
                  </a:cubicBezTo>
                  <a:lnTo>
                    <a:pt x="948" y="1771"/>
                  </a:lnTo>
                  <a:lnTo>
                    <a:pt x="948" y="1101"/>
                  </a:lnTo>
                  <a:lnTo>
                    <a:pt x="929" y="1101"/>
                  </a:lnTo>
                  <a:cubicBezTo>
                    <a:pt x="929" y="910"/>
                    <a:pt x="862" y="738"/>
                    <a:pt x="728" y="604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p29"/>
            <p:cNvSpPr/>
            <p:nvPr/>
          </p:nvSpPr>
          <p:spPr>
            <a:xfrm>
              <a:off x="3405545" y="2266200"/>
              <a:ext cx="24658" cy="46533"/>
            </a:xfrm>
            <a:custGeom>
              <a:avLst/>
              <a:gdLst/>
              <a:ahLst/>
              <a:cxnLst/>
              <a:rect l="l" t="t" r="r" b="b"/>
              <a:pathLst>
                <a:path w="939" h="1772" extrusionOk="0">
                  <a:moveTo>
                    <a:pt x="814" y="1"/>
                  </a:moveTo>
                  <a:lnTo>
                    <a:pt x="211" y="604"/>
                  </a:lnTo>
                  <a:cubicBezTo>
                    <a:pt x="78" y="738"/>
                    <a:pt x="11" y="910"/>
                    <a:pt x="11" y="1101"/>
                  </a:cubicBezTo>
                  <a:lnTo>
                    <a:pt x="1" y="1101"/>
                  </a:lnTo>
                  <a:lnTo>
                    <a:pt x="1" y="1771"/>
                  </a:lnTo>
                  <a:lnTo>
                    <a:pt x="700" y="1771"/>
                  </a:lnTo>
                  <a:cubicBezTo>
                    <a:pt x="834" y="1771"/>
                    <a:pt x="939" y="1666"/>
                    <a:pt x="939" y="1532"/>
                  </a:cubicBezTo>
                  <a:lnTo>
                    <a:pt x="939" y="403"/>
                  </a:lnTo>
                  <a:cubicBezTo>
                    <a:pt x="939" y="259"/>
                    <a:pt x="891" y="125"/>
                    <a:pt x="814" y="1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p29"/>
            <p:cNvSpPr/>
            <p:nvPr/>
          </p:nvSpPr>
          <p:spPr>
            <a:xfrm>
              <a:off x="3362584" y="2262681"/>
              <a:ext cx="12342" cy="12342"/>
            </a:xfrm>
            <a:custGeom>
              <a:avLst/>
              <a:gdLst/>
              <a:ahLst/>
              <a:cxnLst/>
              <a:rect l="l" t="t" r="r" b="b"/>
              <a:pathLst>
                <a:path w="470" h="470" extrusionOk="0">
                  <a:moveTo>
                    <a:pt x="0" y="1"/>
                  </a:moveTo>
                  <a:lnTo>
                    <a:pt x="0" y="374"/>
                  </a:lnTo>
                  <a:cubicBezTo>
                    <a:pt x="0" y="431"/>
                    <a:pt x="39" y="470"/>
                    <a:pt x="96" y="470"/>
                  </a:cubicBezTo>
                  <a:lnTo>
                    <a:pt x="374" y="470"/>
                  </a:lnTo>
                  <a:cubicBezTo>
                    <a:pt x="422" y="470"/>
                    <a:pt x="469" y="431"/>
                    <a:pt x="469" y="374"/>
                  </a:cubicBezTo>
                  <a:lnTo>
                    <a:pt x="469" y="1"/>
                  </a:lnTo>
                  <a:close/>
                </a:path>
              </a:pathLst>
            </a:custGeom>
            <a:solidFill>
              <a:srgbClr val="4760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p29"/>
            <p:cNvSpPr/>
            <p:nvPr/>
          </p:nvSpPr>
          <p:spPr>
            <a:xfrm>
              <a:off x="3343493" y="2245481"/>
              <a:ext cx="25393" cy="25971"/>
            </a:xfrm>
            <a:custGeom>
              <a:avLst/>
              <a:gdLst/>
              <a:ahLst/>
              <a:cxnLst/>
              <a:rect l="l" t="t" r="r" b="b"/>
              <a:pathLst>
                <a:path w="967" h="989" extrusionOk="0">
                  <a:moveTo>
                    <a:pt x="221" y="0"/>
                  </a:moveTo>
                  <a:cubicBezTo>
                    <a:pt x="190" y="0"/>
                    <a:pt x="160" y="15"/>
                    <a:pt x="144" y="43"/>
                  </a:cubicBezTo>
                  <a:lnTo>
                    <a:pt x="0" y="263"/>
                  </a:lnTo>
                  <a:lnTo>
                    <a:pt x="354" y="914"/>
                  </a:lnTo>
                  <a:cubicBezTo>
                    <a:pt x="378" y="963"/>
                    <a:pt x="430" y="988"/>
                    <a:pt x="481" y="988"/>
                  </a:cubicBezTo>
                  <a:cubicBezTo>
                    <a:pt x="510" y="988"/>
                    <a:pt x="540" y="980"/>
                    <a:pt x="565" y="962"/>
                  </a:cubicBezTo>
                  <a:lnTo>
                    <a:pt x="967" y="656"/>
                  </a:lnTo>
                  <a:lnTo>
                    <a:pt x="287" y="24"/>
                  </a:lnTo>
                  <a:cubicBezTo>
                    <a:pt x="267" y="8"/>
                    <a:pt x="244" y="0"/>
                    <a:pt x="221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p29"/>
            <p:cNvSpPr/>
            <p:nvPr/>
          </p:nvSpPr>
          <p:spPr>
            <a:xfrm>
              <a:off x="3368860" y="2245559"/>
              <a:ext cx="25420" cy="26076"/>
            </a:xfrm>
            <a:custGeom>
              <a:avLst/>
              <a:gdLst/>
              <a:ahLst/>
              <a:cxnLst/>
              <a:rect l="l" t="t" r="r" b="b"/>
              <a:pathLst>
                <a:path w="968" h="993" extrusionOk="0">
                  <a:moveTo>
                    <a:pt x="748" y="0"/>
                  </a:moveTo>
                  <a:cubicBezTo>
                    <a:pt x="725" y="0"/>
                    <a:pt x="701" y="10"/>
                    <a:pt x="680" y="31"/>
                  </a:cubicBezTo>
                  <a:lnTo>
                    <a:pt x="1" y="653"/>
                  </a:lnTo>
                  <a:lnTo>
                    <a:pt x="393" y="959"/>
                  </a:lnTo>
                  <a:cubicBezTo>
                    <a:pt x="419" y="982"/>
                    <a:pt x="452" y="992"/>
                    <a:pt x="484" y="992"/>
                  </a:cubicBezTo>
                  <a:cubicBezTo>
                    <a:pt x="534" y="992"/>
                    <a:pt x="584" y="967"/>
                    <a:pt x="613" y="921"/>
                  </a:cubicBezTo>
                  <a:lnTo>
                    <a:pt x="967" y="260"/>
                  </a:lnTo>
                  <a:lnTo>
                    <a:pt x="824" y="50"/>
                  </a:lnTo>
                  <a:cubicBezTo>
                    <a:pt x="807" y="17"/>
                    <a:pt x="779" y="0"/>
                    <a:pt x="748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p29"/>
            <p:cNvSpPr/>
            <p:nvPr/>
          </p:nvSpPr>
          <p:spPr>
            <a:xfrm>
              <a:off x="3163297" y="1993516"/>
              <a:ext cx="174419" cy="150233"/>
            </a:xfrm>
            <a:custGeom>
              <a:avLst/>
              <a:gdLst/>
              <a:ahLst/>
              <a:cxnLst/>
              <a:rect l="l" t="t" r="r" b="b"/>
              <a:pathLst>
                <a:path w="6642" h="5721" extrusionOk="0">
                  <a:moveTo>
                    <a:pt x="584" y="1"/>
                  </a:moveTo>
                  <a:cubicBezTo>
                    <a:pt x="259" y="1"/>
                    <a:pt x="0" y="259"/>
                    <a:pt x="0" y="585"/>
                  </a:cubicBezTo>
                  <a:lnTo>
                    <a:pt x="0" y="3714"/>
                  </a:lnTo>
                  <a:cubicBezTo>
                    <a:pt x="0" y="4040"/>
                    <a:pt x="259" y="4298"/>
                    <a:pt x="584" y="4298"/>
                  </a:cubicBezTo>
                  <a:lnTo>
                    <a:pt x="2737" y="4298"/>
                  </a:lnTo>
                  <a:lnTo>
                    <a:pt x="2412" y="5600"/>
                  </a:lnTo>
                  <a:cubicBezTo>
                    <a:pt x="2397" y="5666"/>
                    <a:pt x="2450" y="5721"/>
                    <a:pt x="2511" y="5721"/>
                  </a:cubicBezTo>
                  <a:cubicBezTo>
                    <a:pt x="2529" y="5721"/>
                    <a:pt x="2547" y="5716"/>
                    <a:pt x="2565" y="5705"/>
                  </a:cubicBezTo>
                  <a:lnTo>
                    <a:pt x="4489" y="4298"/>
                  </a:lnTo>
                  <a:lnTo>
                    <a:pt x="6049" y="4298"/>
                  </a:lnTo>
                  <a:cubicBezTo>
                    <a:pt x="6374" y="4288"/>
                    <a:pt x="6642" y="4030"/>
                    <a:pt x="6642" y="3705"/>
                  </a:cubicBezTo>
                  <a:lnTo>
                    <a:pt x="6642" y="585"/>
                  </a:lnTo>
                  <a:cubicBezTo>
                    <a:pt x="6642" y="259"/>
                    <a:pt x="6384" y="1"/>
                    <a:pt x="6058" y="1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p29"/>
            <p:cNvSpPr/>
            <p:nvPr/>
          </p:nvSpPr>
          <p:spPr>
            <a:xfrm>
              <a:off x="3192446" y="2019172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3" y="393"/>
                  </a:lnTo>
                  <a:cubicBezTo>
                    <a:pt x="1101" y="393"/>
                    <a:pt x="1101" y="0"/>
                    <a:pt x="843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p29"/>
            <p:cNvSpPr/>
            <p:nvPr/>
          </p:nvSpPr>
          <p:spPr>
            <a:xfrm>
              <a:off x="3228133" y="2019172"/>
              <a:ext cx="80434" cy="10320"/>
            </a:xfrm>
            <a:custGeom>
              <a:avLst/>
              <a:gdLst/>
              <a:ahLst/>
              <a:cxnLst/>
              <a:rect l="l" t="t" r="r" b="b"/>
              <a:pathLst>
                <a:path w="3063" h="393" extrusionOk="0">
                  <a:moveTo>
                    <a:pt x="268" y="0"/>
                  </a:moveTo>
                  <a:cubicBezTo>
                    <a:pt x="0" y="0"/>
                    <a:pt x="0" y="393"/>
                    <a:pt x="268" y="393"/>
                  </a:cubicBezTo>
                  <a:lnTo>
                    <a:pt x="2804" y="393"/>
                  </a:lnTo>
                  <a:cubicBezTo>
                    <a:pt x="3063" y="393"/>
                    <a:pt x="3063" y="0"/>
                    <a:pt x="280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29"/>
            <p:cNvSpPr/>
            <p:nvPr/>
          </p:nvSpPr>
          <p:spPr>
            <a:xfrm>
              <a:off x="3192183" y="2044802"/>
              <a:ext cx="116384" cy="10320"/>
            </a:xfrm>
            <a:custGeom>
              <a:avLst/>
              <a:gdLst/>
              <a:ahLst/>
              <a:cxnLst/>
              <a:rect l="l" t="t" r="r" b="b"/>
              <a:pathLst>
                <a:path w="4432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4173" y="393"/>
                  </a:lnTo>
                  <a:cubicBezTo>
                    <a:pt x="4432" y="393"/>
                    <a:pt x="4432" y="0"/>
                    <a:pt x="4173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p29"/>
            <p:cNvSpPr/>
            <p:nvPr/>
          </p:nvSpPr>
          <p:spPr>
            <a:xfrm>
              <a:off x="3192183" y="2070431"/>
              <a:ext cx="80461" cy="10320"/>
            </a:xfrm>
            <a:custGeom>
              <a:avLst/>
              <a:gdLst/>
              <a:ahLst/>
              <a:cxnLst/>
              <a:rect l="l" t="t" r="r" b="b"/>
              <a:pathLst>
                <a:path w="3064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2805" y="393"/>
                  </a:lnTo>
                  <a:cubicBezTo>
                    <a:pt x="3063" y="393"/>
                    <a:pt x="3063" y="0"/>
                    <a:pt x="280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p29"/>
            <p:cNvSpPr/>
            <p:nvPr/>
          </p:nvSpPr>
          <p:spPr>
            <a:xfrm>
              <a:off x="3279655" y="2070431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2" y="393"/>
                  </a:lnTo>
                  <a:cubicBezTo>
                    <a:pt x="1101" y="393"/>
                    <a:pt x="1101" y="0"/>
                    <a:pt x="842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2886;p28">
            <a:extLst>
              <a:ext uri="{FF2B5EF4-FFF2-40B4-BE49-F238E27FC236}">
                <a16:creationId xmlns:a16="http://schemas.microsoft.com/office/drawing/2014/main" id="{2E57A5E0-01D4-4398-82EC-E41D32F2F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4450" y="1017725"/>
            <a:ext cx="2865300" cy="3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Акторы: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инженер, предприятие.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Предусловия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Инженер приступает к выполнению специальной технологической операции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Ожидаемый результат:</a:t>
            </a:r>
            <a:endParaRPr sz="1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Инженер выполняют свою работу качественно.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 b="1" u="sng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u="sng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Шаги сценария</a:t>
            </a: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9999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Инженер подходит к рабочему месту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9999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Инженер начинает выполнять специальную технологическую операцию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69999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&lt;Проблема&gt;</a:t>
            </a:r>
            <a:r>
              <a:rPr lang="en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В процессе выполнения операции инженер забывает детали операции и производит работу некачественно</a:t>
            </a:r>
          </a:p>
          <a:p>
            <a:pPr marL="269999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Итоговая продукция получается либо некачественной, либо бракованной.</a:t>
            </a:r>
          </a:p>
          <a:p>
            <a:pPr marL="269999" lvl="0" indent="-158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Предприятие терпит убытки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" name="Google Shape;2885;p28">
            <a:extLst>
              <a:ext uri="{FF2B5EF4-FFF2-40B4-BE49-F238E27FC236}">
                <a16:creationId xmlns:a16="http://schemas.microsoft.com/office/drawing/2014/main" id="{C9394E48-D850-4C2C-992B-C578C3C34B48}"/>
              </a:ext>
            </a:extLst>
          </p:cNvPr>
          <p:cNvSpPr txBox="1">
            <a:spLocks/>
          </p:cNvSpPr>
          <p:nvPr/>
        </p:nvSpPr>
        <p:spPr>
          <a:xfrm>
            <a:off x="3204263" y="975750"/>
            <a:ext cx="2715300" cy="4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11249" indent="0">
              <a:lnSpc>
                <a:spcPct val="105000"/>
              </a:lnSpc>
              <a:buClr>
                <a:schemeClr val="dk1"/>
              </a:buClr>
              <a:buSzPts val="1000"/>
              <a:buNone/>
            </a:pPr>
            <a:r>
              <a:rPr lang="ru-RU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6.&lt;Конец&gt;</a:t>
            </a:r>
          </a:p>
          <a:p>
            <a:pPr marL="0" indent="0">
              <a:lnSpc>
                <a:spcPct val="105000"/>
              </a:lnSpc>
              <a:buFont typeface="Montserrat"/>
              <a:buNone/>
            </a:pPr>
            <a:endParaRPr lang="ru-RU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5000"/>
              </a:lnSpc>
              <a:buFont typeface="Montserrat"/>
              <a:buNone/>
            </a:pPr>
            <a:r>
              <a:rPr lang="ru-RU" sz="1000" b="1" u="sng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Варианты</a:t>
            </a:r>
            <a:r>
              <a:rPr lang="ru-RU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indent="0">
              <a:lnSpc>
                <a:spcPct val="105000"/>
              </a:lnSpc>
              <a:buFont typeface="Montserrat"/>
              <a:buNone/>
            </a:pPr>
            <a:endParaRPr lang="ru-RU" sz="1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5000"/>
              </a:lnSpc>
              <a:buFont typeface="Montserrat"/>
              <a:buNone/>
            </a:pPr>
            <a:r>
              <a:rPr lang="ru-RU" sz="1000" u="sng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4а. Инженер обращается к бумажной документации.</a:t>
            </a:r>
          </a:p>
          <a:p>
            <a:pPr marL="0" indent="0">
              <a:lnSpc>
                <a:spcPct val="105000"/>
              </a:lnSpc>
              <a:buFont typeface="Montserrat"/>
              <a:buNone/>
            </a:pPr>
            <a:r>
              <a:rPr lang="ru-RU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4а1. Инженер выполняет свою работу качественно, но затратив большие временные ресурсы и усилия.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-RU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Продолжение с шага 5</a:t>
            </a: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ru-RU" sz="1000" u="sng" dirty="0">
              <a:solidFill>
                <a:schemeClr val="dk1"/>
              </a:solidFill>
              <a:latin typeface="Courier New"/>
              <a:cs typeface="Courier New"/>
              <a:sym typeface="Courier New"/>
            </a:endParaRPr>
          </a:p>
          <a:p>
            <a:pPr marL="0" indent="0">
              <a:lnSpc>
                <a:spcPct val="105000"/>
              </a:lnSpc>
              <a:buFont typeface="Montserrat"/>
              <a:buNone/>
            </a:pPr>
            <a:endParaRPr lang="ru-RU" sz="1000" u="sng" dirty="0">
              <a:solidFill>
                <a:schemeClr val="dk1"/>
              </a:solidFill>
              <a:latin typeface="Courier New"/>
              <a:cs typeface="Courier New"/>
              <a:sym typeface="Courier New"/>
            </a:endParaRPr>
          </a:p>
          <a:p>
            <a:pPr marL="0" indent="0">
              <a:lnSpc>
                <a:spcPct val="105000"/>
              </a:lnSpc>
              <a:buFont typeface="Montserrat"/>
              <a:buNone/>
            </a:pPr>
            <a:r>
              <a:rPr lang="ru-RU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4</a:t>
            </a:r>
            <a:r>
              <a:rPr lang="en-US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b</a:t>
            </a:r>
            <a:r>
              <a:rPr lang="ru-RU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. Инженер обращается за помощью к другому инженеру.</a:t>
            </a:r>
          </a:p>
          <a:p>
            <a:pPr marL="0" indent="0">
              <a:lnSpc>
                <a:spcPct val="105000"/>
              </a:lnSpc>
              <a:buFont typeface="Montserrat"/>
              <a:buNone/>
            </a:pPr>
            <a:r>
              <a:rPr lang="ru-RU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4</a:t>
            </a:r>
            <a:r>
              <a:rPr lang="en-US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b1. </a:t>
            </a:r>
            <a:r>
              <a:rPr lang="ru-RU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Инженер отвлекает другого инженера.</a:t>
            </a:r>
          </a:p>
          <a:p>
            <a:pPr marL="0" indent="0">
              <a:lnSpc>
                <a:spcPct val="105000"/>
              </a:lnSpc>
              <a:buFont typeface="Montserrat"/>
              <a:buNone/>
            </a:pPr>
            <a:r>
              <a:rPr lang="ru-RU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4</a:t>
            </a:r>
            <a:r>
              <a:rPr lang="en-US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b2. </a:t>
            </a:r>
            <a:r>
              <a:rPr lang="ru-RU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Инженер получает неточную/некорректную информацию</a:t>
            </a:r>
          </a:p>
          <a:p>
            <a:pPr marL="0" indent="0">
              <a:lnSpc>
                <a:spcPct val="105000"/>
              </a:lnSpc>
              <a:buFont typeface="Montserrat"/>
              <a:buNone/>
            </a:pPr>
            <a:r>
              <a:rPr lang="ru-RU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4</a:t>
            </a:r>
            <a:r>
              <a:rPr lang="en-US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b</a:t>
            </a:r>
            <a:r>
              <a:rPr lang="ru-RU" sz="1000" u="sng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3. Инженер выполняет свою работу некачественно.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-RU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Продолжение с шага 5</a:t>
            </a: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ru-RU" sz="1000" u="sng" dirty="0">
              <a:solidFill>
                <a:schemeClr val="dk1"/>
              </a:solidFill>
              <a:latin typeface="Courier New"/>
              <a:cs typeface="Courier New"/>
              <a:sym typeface="Courier New"/>
            </a:endParaRPr>
          </a:p>
          <a:p>
            <a:pPr marL="0" indent="0">
              <a:lnSpc>
                <a:spcPct val="105000"/>
              </a:lnSpc>
              <a:buFont typeface="Montserrat"/>
              <a:buNone/>
            </a:pPr>
            <a:endParaRPr lang="ru-RU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dirty="0"/>
              <a:t>5. Сценарий. Ситуация TO BE.</a:t>
            </a:r>
            <a:endParaRPr dirty="0"/>
          </a:p>
        </p:txBody>
      </p:sp>
      <p:grpSp>
        <p:nvGrpSpPr>
          <p:cNvPr id="2964" name="Google Shape;2964;p30"/>
          <p:cNvGrpSpPr/>
          <p:nvPr/>
        </p:nvGrpSpPr>
        <p:grpSpPr>
          <a:xfrm>
            <a:off x="8499961" y="-32"/>
            <a:ext cx="651025" cy="650659"/>
            <a:chOff x="3111775" y="1993516"/>
            <a:chExt cx="318927" cy="319217"/>
          </a:xfrm>
        </p:grpSpPr>
        <p:sp>
          <p:nvSpPr>
            <p:cNvPr id="2965" name="Google Shape;2965;p30"/>
            <p:cNvSpPr/>
            <p:nvPr/>
          </p:nvSpPr>
          <p:spPr>
            <a:xfrm>
              <a:off x="3204263" y="2013894"/>
              <a:ext cx="154067" cy="140964"/>
            </a:xfrm>
            <a:custGeom>
              <a:avLst/>
              <a:gdLst/>
              <a:ahLst/>
              <a:cxnLst/>
              <a:rect l="l" t="t" r="r" b="b"/>
              <a:pathLst>
                <a:path w="5867" h="5368" extrusionOk="0">
                  <a:moveTo>
                    <a:pt x="584" y="0"/>
                  </a:moveTo>
                  <a:cubicBezTo>
                    <a:pt x="268" y="0"/>
                    <a:pt x="0" y="268"/>
                    <a:pt x="0" y="594"/>
                  </a:cubicBezTo>
                  <a:lnTo>
                    <a:pt x="0" y="3713"/>
                  </a:lnTo>
                  <a:cubicBezTo>
                    <a:pt x="0" y="4039"/>
                    <a:pt x="268" y="4307"/>
                    <a:pt x="584" y="4307"/>
                  </a:cubicBezTo>
                  <a:lnTo>
                    <a:pt x="2153" y="4307"/>
                  </a:lnTo>
                  <a:lnTo>
                    <a:pt x="3723" y="5350"/>
                  </a:lnTo>
                  <a:cubicBezTo>
                    <a:pt x="3740" y="5362"/>
                    <a:pt x="3758" y="5367"/>
                    <a:pt x="3777" y="5367"/>
                  </a:cubicBezTo>
                  <a:cubicBezTo>
                    <a:pt x="3831" y="5367"/>
                    <a:pt x="3883" y="5319"/>
                    <a:pt x="3876" y="5254"/>
                  </a:cubicBezTo>
                  <a:lnTo>
                    <a:pt x="3713" y="4307"/>
                  </a:lnTo>
                  <a:lnTo>
                    <a:pt x="5283" y="4307"/>
                  </a:lnTo>
                  <a:cubicBezTo>
                    <a:pt x="5599" y="4307"/>
                    <a:pt x="5867" y="4039"/>
                    <a:pt x="5867" y="3713"/>
                  </a:cubicBezTo>
                  <a:lnTo>
                    <a:pt x="5867" y="594"/>
                  </a:lnTo>
                  <a:cubicBezTo>
                    <a:pt x="5867" y="268"/>
                    <a:pt x="5608" y="0"/>
                    <a:pt x="5283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30"/>
            <p:cNvSpPr/>
            <p:nvPr/>
          </p:nvSpPr>
          <p:spPr>
            <a:xfrm>
              <a:off x="3204263" y="2013894"/>
              <a:ext cx="143773" cy="102808"/>
            </a:xfrm>
            <a:custGeom>
              <a:avLst/>
              <a:gdLst/>
              <a:ahLst/>
              <a:cxnLst/>
              <a:rect l="l" t="t" r="r" b="b"/>
              <a:pathLst>
                <a:path w="5475" h="3915" extrusionOk="0">
                  <a:moveTo>
                    <a:pt x="584" y="0"/>
                  </a:moveTo>
                  <a:cubicBezTo>
                    <a:pt x="259" y="0"/>
                    <a:pt x="0" y="268"/>
                    <a:pt x="0" y="594"/>
                  </a:cubicBezTo>
                  <a:lnTo>
                    <a:pt x="0" y="3723"/>
                  </a:lnTo>
                  <a:cubicBezTo>
                    <a:pt x="0" y="3780"/>
                    <a:pt x="10" y="3847"/>
                    <a:pt x="38" y="3914"/>
                  </a:cubicBezTo>
                  <a:lnTo>
                    <a:pt x="4498" y="3914"/>
                  </a:lnTo>
                  <a:cubicBezTo>
                    <a:pt x="5034" y="3914"/>
                    <a:pt x="5474" y="3474"/>
                    <a:pt x="5474" y="2938"/>
                  </a:cubicBezTo>
                  <a:lnTo>
                    <a:pt x="5474" y="38"/>
                  </a:lnTo>
                  <a:cubicBezTo>
                    <a:pt x="5417" y="19"/>
                    <a:pt x="5350" y="0"/>
                    <a:pt x="5283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30"/>
            <p:cNvSpPr/>
            <p:nvPr/>
          </p:nvSpPr>
          <p:spPr>
            <a:xfrm>
              <a:off x="3112773" y="2137788"/>
              <a:ext cx="112865" cy="113102"/>
            </a:xfrm>
            <a:custGeom>
              <a:avLst/>
              <a:gdLst/>
              <a:ahLst/>
              <a:cxnLst/>
              <a:rect l="l" t="t" r="r" b="b"/>
              <a:pathLst>
                <a:path w="4298" h="4307" extrusionOk="0">
                  <a:moveTo>
                    <a:pt x="2144" y="0"/>
                  </a:moveTo>
                  <a:cubicBezTo>
                    <a:pt x="1206" y="0"/>
                    <a:pt x="508" y="756"/>
                    <a:pt x="441" y="1675"/>
                  </a:cubicBezTo>
                  <a:cubicBezTo>
                    <a:pt x="383" y="2345"/>
                    <a:pt x="249" y="2996"/>
                    <a:pt x="39" y="3637"/>
                  </a:cubicBezTo>
                  <a:cubicBezTo>
                    <a:pt x="1" y="3752"/>
                    <a:pt x="48" y="3886"/>
                    <a:pt x="163" y="3934"/>
                  </a:cubicBezTo>
                  <a:cubicBezTo>
                    <a:pt x="556" y="4116"/>
                    <a:pt x="986" y="4240"/>
                    <a:pt x="1417" y="4307"/>
                  </a:cubicBezTo>
                  <a:lnTo>
                    <a:pt x="2872" y="4307"/>
                  </a:lnTo>
                  <a:cubicBezTo>
                    <a:pt x="3302" y="4240"/>
                    <a:pt x="3723" y="4125"/>
                    <a:pt x="4116" y="3943"/>
                  </a:cubicBezTo>
                  <a:cubicBezTo>
                    <a:pt x="4240" y="3895"/>
                    <a:pt x="4298" y="3752"/>
                    <a:pt x="4240" y="3637"/>
                  </a:cubicBezTo>
                  <a:cubicBezTo>
                    <a:pt x="4039" y="2996"/>
                    <a:pt x="3905" y="2345"/>
                    <a:pt x="3848" y="1675"/>
                  </a:cubicBezTo>
                  <a:cubicBezTo>
                    <a:pt x="3781" y="756"/>
                    <a:pt x="3082" y="0"/>
                    <a:pt x="214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p30"/>
            <p:cNvSpPr/>
            <p:nvPr/>
          </p:nvSpPr>
          <p:spPr>
            <a:xfrm>
              <a:off x="3143182" y="2138025"/>
              <a:ext cx="82220" cy="112865"/>
            </a:xfrm>
            <a:custGeom>
              <a:avLst/>
              <a:gdLst/>
              <a:ahLst/>
              <a:cxnLst/>
              <a:rect l="l" t="t" r="r" b="b"/>
              <a:pathLst>
                <a:path w="3131" h="4298" extrusionOk="0">
                  <a:moveTo>
                    <a:pt x="977" y="1"/>
                  </a:moveTo>
                  <a:cubicBezTo>
                    <a:pt x="259" y="1"/>
                    <a:pt x="1" y="987"/>
                    <a:pt x="613" y="1350"/>
                  </a:cubicBezTo>
                  <a:cubicBezTo>
                    <a:pt x="632" y="1360"/>
                    <a:pt x="651" y="1379"/>
                    <a:pt x="680" y="1389"/>
                  </a:cubicBezTo>
                  <a:lnTo>
                    <a:pt x="1226" y="4298"/>
                  </a:lnTo>
                  <a:lnTo>
                    <a:pt x="1714" y="4298"/>
                  </a:lnTo>
                  <a:cubicBezTo>
                    <a:pt x="2144" y="4231"/>
                    <a:pt x="2565" y="4116"/>
                    <a:pt x="2958" y="3934"/>
                  </a:cubicBezTo>
                  <a:cubicBezTo>
                    <a:pt x="3073" y="3877"/>
                    <a:pt x="3130" y="3743"/>
                    <a:pt x="3082" y="3628"/>
                  </a:cubicBezTo>
                  <a:cubicBezTo>
                    <a:pt x="2872" y="2996"/>
                    <a:pt x="2738" y="2336"/>
                    <a:pt x="2680" y="1676"/>
                  </a:cubicBezTo>
                  <a:cubicBezTo>
                    <a:pt x="2613" y="757"/>
                    <a:pt x="1924" y="1"/>
                    <a:pt x="977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p30"/>
            <p:cNvSpPr/>
            <p:nvPr/>
          </p:nvSpPr>
          <p:spPr>
            <a:xfrm>
              <a:off x="3111775" y="2223238"/>
              <a:ext cx="113102" cy="89231"/>
            </a:xfrm>
            <a:custGeom>
              <a:avLst/>
              <a:gdLst/>
              <a:ahLst/>
              <a:cxnLst/>
              <a:rect l="l" t="t" r="r" b="b"/>
              <a:pathLst>
                <a:path w="4307" h="3398" extrusionOk="0">
                  <a:moveTo>
                    <a:pt x="1436" y="0"/>
                  </a:moveTo>
                  <a:lnTo>
                    <a:pt x="1436" y="718"/>
                  </a:lnTo>
                  <a:cubicBezTo>
                    <a:pt x="1436" y="890"/>
                    <a:pt x="1331" y="1062"/>
                    <a:pt x="1168" y="1139"/>
                  </a:cubicBezTo>
                  <a:lnTo>
                    <a:pt x="402" y="1531"/>
                  </a:lnTo>
                  <a:cubicBezTo>
                    <a:pt x="153" y="1646"/>
                    <a:pt x="0" y="1895"/>
                    <a:pt x="0" y="2173"/>
                  </a:cubicBezTo>
                  <a:lnTo>
                    <a:pt x="0" y="3158"/>
                  </a:lnTo>
                  <a:cubicBezTo>
                    <a:pt x="0" y="3283"/>
                    <a:pt x="115" y="3398"/>
                    <a:pt x="240" y="3398"/>
                  </a:cubicBezTo>
                  <a:lnTo>
                    <a:pt x="4068" y="3398"/>
                  </a:lnTo>
                  <a:cubicBezTo>
                    <a:pt x="4202" y="3398"/>
                    <a:pt x="4307" y="3283"/>
                    <a:pt x="4307" y="3158"/>
                  </a:cubicBezTo>
                  <a:lnTo>
                    <a:pt x="4307" y="2173"/>
                  </a:lnTo>
                  <a:cubicBezTo>
                    <a:pt x="4307" y="1895"/>
                    <a:pt x="4154" y="1646"/>
                    <a:pt x="3905" y="1531"/>
                  </a:cubicBezTo>
                  <a:lnTo>
                    <a:pt x="3139" y="1139"/>
                  </a:lnTo>
                  <a:cubicBezTo>
                    <a:pt x="2977" y="1062"/>
                    <a:pt x="2871" y="890"/>
                    <a:pt x="2871" y="718"/>
                  </a:cubicBezTo>
                  <a:lnTo>
                    <a:pt x="2871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p30"/>
            <p:cNvSpPr/>
            <p:nvPr/>
          </p:nvSpPr>
          <p:spPr>
            <a:xfrm>
              <a:off x="3149222" y="2223238"/>
              <a:ext cx="38208" cy="25157"/>
            </a:xfrm>
            <a:custGeom>
              <a:avLst/>
              <a:gdLst/>
              <a:ahLst/>
              <a:cxnLst/>
              <a:rect l="l" t="t" r="r" b="b"/>
              <a:pathLst>
                <a:path w="1455" h="958" extrusionOk="0">
                  <a:moveTo>
                    <a:pt x="10" y="0"/>
                  </a:moveTo>
                  <a:lnTo>
                    <a:pt x="10" y="718"/>
                  </a:lnTo>
                  <a:cubicBezTo>
                    <a:pt x="10" y="747"/>
                    <a:pt x="0" y="785"/>
                    <a:pt x="0" y="814"/>
                  </a:cubicBezTo>
                  <a:cubicBezTo>
                    <a:pt x="230" y="909"/>
                    <a:pt x="479" y="957"/>
                    <a:pt x="728" y="957"/>
                  </a:cubicBezTo>
                  <a:cubicBezTo>
                    <a:pt x="976" y="957"/>
                    <a:pt x="1225" y="909"/>
                    <a:pt x="1455" y="814"/>
                  </a:cubicBezTo>
                  <a:cubicBezTo>
                    <a:pt x="1455" y="785"/>
                    <a:pt x="1445" y="747"/>
                    <a:pt x="1445" y="718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p30"/>
            <p:cNvSpPr/>
            <p:nvPr/>
          </p:nvSpPr>
          <p:spPr>
            <a:xfrm>
              <a:off x="3112011" y="2256142"/>
              <a:ext cx="113128" cy="56328"/>
            </a:xfrm>
            <a:custGeom>
              <a:avLst/>
              <a:gdLst/>
              <a:ahLst/>
              <a:cxnLst/>
              <a:rect l="l" t="t" r="r" b="b"/>
              <a:pathLst>
                <a:path w="4308" h="2145" extrusionOk="0">
                  <a:moveTo>
                    <a:pt x="939" y="1"/>
                  </a:moveTo>
                  <a:lnTo>
                    <a:pt x="393" y="278"/>
                  </a:lnTo>
                  <a:cubicBezTo>
                    <a:pt x="154" y="393"/>
                    <a:pt x="1" y="642"/>
                    <a:pt x="1" y="920"/>
                  </a:cubicBezTo>
                  <a:lnTo>
                    <a:pt x="1" y="1905"/>
                  </a:lnTo>
                  <a:cubicBezTo>
                    <a:pt x="1" y="2030"/>
                    <a:pt x="106" y="2145"/>
                    <a:pt x="240" y="2145"/>
                  </a:cubicBezTo>
                  <a:lnTo>
                    <a:pt x="4068" y="2145"/>
                  </a:lnTo>
                  <a:cubicBezTo>
                    <a:pt x="4193" y="2145"/>
                    <a:pt x="4307" y="2030"/>
                    <a:pt x="4307" y="1905"/>
                  </a:cubicBezTo>
                  <a:lnTo>
                    <a:pt x="4307" y="920"/>
                  </a:lnTo>
                  <a:cubicBezTo>
                    <a:pt x="4298" y="642"/>
                    <a:pt x="4145" y="393"/>
                    <a:pt x="3896" y="278"/>
                  </a:cubicBezTo>
                  <a:lnTo>
                    <a:pt x="3350" y="1"/>
                  </a:lnTo>
                  <a:cubicBezTo>
                    <a:pt x="3068" y="436"/>
                    <a:pt x="2609" y="654"/>
                    <a:pt x="2148" y="654"/>
                  </a:cubicBezTo>
                  <a:cubicBezTo>
                    <a:pt x="1688" y="654"/>
                    <a:pt x="1226" y="436"/>
                    <a:pt x="939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p30"/>
            <p:cNvSpPr/>
            <p:nvPr/>
          </p:nvSpPr>
          <p:spPr>
            <a:xfrm>
              <a:off x="3130629" y="2174106"/>
              <a:ext cx="75419" cy="61711"/>
            </a:xfrm>
            <a:custGeom>
              <a:avLst/>
              <a:gdLst/>
              <a:ahLst/>
              <a:cxnLst/>
              <a:rect l="l" t="t" r="r" b="b"/>
              <a:pathLst>
                <a:path w="2872" h="2350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14" y="302"/>
                    <a:pt x="699" y="445"/>
                    <a:pt x="565" y="570"/>
                  </a:cubicBezTo>
                  <a:cubicBezTo>
                    <a:pt x="440" y="684"/>
                    <a:pt x="297" y="780"/>
                    <a:pt x="144" y="857"/>
                  </a:cubicBezTo>
                  <a:cubicBezTo>
                    <a:pt x="48" y="905"/>
                    <a:pt x="0" y="1000"/>
                    <a:pt x="19" y="1106"/>
                  </a:cubicBezTo>
                  <a:cubicBezTo>
                    <a:pt x="105" y="1814"/>
                    <a:pt x="718" y="2350"/>
                    <a:pt x="1436" y="2350"/>
                  </a:cubicBezTo>
                  <a:cubicBezTo>
                    <a:pt x="2182" y="2350"/>
                    <a:pt x="2804" y="1775"/>
                    <a:pt x="2871" y="1029"/>
                  </a:cubicBezTo>
                  <a:cubicBezTo>
                    <a:pt x="2871" y="96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p30"/>
            <p:cNvSpPr/>
            <p:nvPr/>
          </p:nvSpPr>
          <p:spPr>
            <a:xfrm>
              <a:off x="3130629" y="2174106"/>
              <a:ext cx="75419" cy="61212"/>
            </a:xfrm>
            <a:custGeom>
              <a:avLst/>
              <a:gdLst/>
              <a:ahLst/>
              <a:cxnLst/>
              <a:rect l="l" t="t" r="r" b="b"/>
              <a:pathLst>
                <a:path w="2872" h="2331" extrusionOk="0">
                  <a:moveTo>
                    <a:pt x="1112" y="1"/>
                  </a:moveTo>
                  <a:cubicBezTo>
                    <a:pt x="1021" y="1"/>
                    <a:pt x="931" y="49"/>
                    <a:pt x="890" y="139"/>
                  </a:cubicBezTo>
                  <a:cubicBezTo>
                    <a:pt x="833" y="254"/>
                    <a:pt x="766" y="359"/>
                    <a:pt x="670" y="455"/>
                  </a:cubicBezTo>
                  <a:cubicBezTo>
                    <a:pt x="641" y="493"/>
                    <a:pt x="603" y="531"/>
                    <a:pt x="565" y="570"/>
                  </a:cubicBezTo>
                  <a:cubicBezTo>
                    <a:pt x="440" y="675"/>
                    <a:pt x="297" y="771"/>
                    <a:pt x="144" y="857"/>
                  </a:cubicBezTo>
                  <a:cubicBezTo>
                    <a:pt x="48" y="895"/>
                    <a:pt x="0" y="1000"/>
                    <a:pt x="10" y="1106"/>
                  </a:cubicBezTo>
                  <a:cubicBezTo>
                    <a:pt x="96" y="1728"/>
                    <a:pt x="584" y="2235"/>
                    <a:pt x="1215" y="2331"/>
                  </a:cubicBezTo>
                  <a:cubicBezTo>
                    <a:pt x="890" y="2130"/>
                    <a:pt x="699" y="1775"/>
                    <a:pt x="718" y="1393"/>
                  </a:cubicBezTo>
                  <a:lnTo>
                    <a:pt x="718" y="1048"/>
                  </a:lnTo>
                  <a:cubicBezTo>
                    <a:pt x="775" y="1010"/>
                    <a:pt x="823" y="972"/>
                    <a:pt x="881" y="924"/>
                  </a:cubicBezTo>
                  <a:cubicBezTo>
                    <a:pt x="1014" y="809"/>
                    <a:pt x="1129" y="665"/>
                    <a:pt x="1225" y="522"/>
                  </a:cubicBezTo>
                  <a:cubicBezTo>
                    <a:pt x="1684" y="665"/>
                    <a:pt x="2106" y="895"/>
                    <a:pt x="2469" y="1201"/>
                  </a:cubicBezTo>
                  <a:cubicBezTo>
                    <a:pt x="2517" y="1240"/>
                    <a:pt x="2632" y="1345"/>
                    <a:pt x="2756" y="1460"/>
                  </a:cubicBezTo>
                  <a:cubicBezTo>
                    <a:pt x="2814" y="1326"/>
                    <a:pt x="2852" y="1182"/>
                    <a:pt x="2862" y="1029"/>
                  </a:cubicBezTo>
                  <a:cubicBezTo>
                    <a:pt x="2871" y="952"/>
                    <a:pt x="2842" y="885"/>
                    <a:pt x="2785" y="838"/>
                  </a:cubicBezTo>
                  <a:cubicBezTo>
                    <a:pt x="2316" y="445"/>
                    <a:pt x="1761" y="158"/>
                    <a:pt x="1158" y="5"/>
                  </a:cubicBezTo>
                  <a:cubicBezTo>
                    <a:pt x="1143" y="2"/>
                    <a:pt x="1127" y="1"/>
                    <a:pt x="1112" y="1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p30"/>
            <p:cNvSpPr/>
            <p:nvPr/>
          </p:nvSpPr>
          <p:spPr>
            <a:xfrm>
              <a:off x="3111775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153" y="1"/>
                  </a:moveTo>
                  <a:cubicBezTo>
                    <a:pt x="58" y="125"/>
                    <a:pt x="0" y="279"/>
                    <a:pt x="0" y="432"/>
                  </a:cubicBezTo>
                  <a:lnTo>
                    <a:pt x="0" y="1417"/>
                  </a:lnTo>
                  <a:cubicBezTo>
                    <a:pt x="0" y="1551"/>
                    <a:pt x="115" y="1657"/>
                    <a:pt x="240" y="1657"/>
                  </a:cubicBezTo>
                  <a:lnTo>
                    <a:pt x="957" y="1657"/>
                  </a:lnTo>
                  <a:lnTo>
                    <a:pt x="957" y="881"/>
                  </a:lnTo>
                  <a:cubicBezTo>
                    <a:pt x="957" y="738"/>
                    <a:pt x="890" y="594"/>
                    <a:pt x="785" y="508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30"/>
            <p:cNvSpPr/>
            <p:nvPr/>
          </p:nvSpPr>
          <p:spPr>
            <a:xfrm>
              <a:off x="3199720" y="2268957"/>
              <a:ext cx="25157" cy="43513"/>
            </a:xfrm>
            <a:custGeom>
              <a:avLst/>
              <a:gdLst/>
              <a:ahLst/>
              <a:cxnLst/>
              <a:rect l="l" t="t" r="r" b="b"/>
              <a:pathLst>
                <a:path w="958" h="1657" extrusionOk="0">
                  <a:moveTo>
                    <a:pt x="814" y="1"/>
                  </a:moveTo>
                  <a:lnTo>
                    <a:pt x="183" y="508"/>
                  </a:lnTo>
                  <a:cubicBezTo>
                    <a:pt x="68" y="594"/>
                    <a:pt x="1" y="738"/>
                    <a:pt x="1" y="881"/>
                  </a:cubicBezTo>
                  <a:lnTo>
                    <a:pt x="1" y="1657"/>
                  </a:lnTo>
                  <a:lnTo>
                    <a:pt x="719" y="1657"/>
                  </a:lnTo>
                  <a:cubicBezTo>
                    <a:pt x="853" y="1657"/>
                    <a:pt x="958" y="1551"/>
                    <a:pt x="958" y="1417"/>
                  </a:cubicBezTo>
                  <a:lnTo>
                    <a:pt x="958" y="432"/>
                  </a:lnTo>
                  <a:cubicBezTo>
                    <a:pt x="958" y="279"/>
                    <a:pt x="900" y="125"/>
                    <a:pt x="814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p30"/>
            <p:cNvSpPr/>
            <p:nvPr/>
          </p:nvSpPr>
          <p:spPr>
            <a:xfrm>
              <a:off x="3325636" y="2149343"/>
              <a:ext cx="30934" cy="67882"/>
            </a:xfrm>
            <a:custGeom>
              <a:avLst/>
              <a:gdLst/>
              <a:ahLst/>
              <a:cxnLst/>
              <a:rect l="l" t="t" r="r" b="b"/>
              <a:pathLst>
                <a:path w="1178" h="2585" extrusionOk="0">
                  <a:moveTo>
                    <a:pt x="699" y="1"/>
                  </a:moveTo>
                  <a:cubicBezTo>
                    <a:pt x="316" y="1"/>
                    <a:pt x="1" y="316"/>
                    <a:pt x="1" y="699"/>
                  </a:cubicBezTo>
                  <a:lnTo>
                    <a:pt x="1" y="862"/>
                  </a:lnTo>
                  <a:cubicBezTo>
                    <a:pt x="1" y="1063"/>
                    <a:pt x="29" y="1273"/>
                    <a:pt x="96" y="1465"/>
                  </a:cubicBezTo>
                  <a:lnTo>
                    <a:pt x="470" y="2585"/>
                  </a:lnTo>
                  <a:lnTo>
                    <a:pt x="1178" y="2585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p30"/>
            <p:cNvSpPr/>
            <p:nvPr/>
          </p:nvSpPr>
          <p:spPr>
            <a:xfrm>
              <a:off x="3337952" y="2143067"/>
              <a:ext cx="73922" cy="73896"/>
            </a:xfrm>
            <a:custGeom>
              <a:avLst/>
              <a:gdLst/>
              <a:ahLst/>
              <a:cxnLst/>
              <a:rect l="l" t="t" r="r" b="b"/>
              <a:pathLst>
                <a:path w="2815" h="2814" extrusionOk="0">
                  <a:moveTo>
                    <a:pt x="709" y="0"/>
                  </a:moveTo>
                  <a:cubicBezTo>
                    <a:pt x="316" y="0"/>
                    <a:pt x="1" y="316"/>
                    <a:pt x="1" y="708"/>
                  </a:cubicBezTo>
                  <a:cubicBezTo>
                    <a:pt x="1" y="967"/>
                    <a:pt x="211" y="1177"/>
                    <a:pt x="469" y="1177"/>
                  </a:cubicBezTo>
                  <a:lnTo>
                    <a:pt x="2345" y="2814"/>
                  </a:lnTo>
                  <a:lnTo>
                    <a:pt x="2747" y="1426"/>
                  </a:lnTo>
                  <a:cubicBezTo>
                    <a:pt x="2795" y="1254"/>
                    <a:pt x="2814" y="1082"/>
                    <a:pt x="2814" y="909"/>
                  </a:cubicBezTo>
                  <a:lnTo>
                    <a:pt x="2814" y="469"/>
                  </a:lnTo>
                  <a:cubicBezTo>
                    <a:pt x="2814" y="211"/>
                    <a:pt x="2604" y="0"/>
                    <a:pt x="2345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30"/>
            <p:cNvSpPr/>
            <p:nvPr/>
          </p:nvSpPr>
          <p:spPr>
            <a:xfrm>
              <a:off x="3350268" y="2235554"/>
              <a:ext cx="36974" cy="27153"/>
            </a:xfrm>
            <a:custGeom>
              <a:avLst/>
              <a:gdLst/>
              <a:ahLst/>
              <a:cxnLst/>
              <a:rect l="l" t="t" r="r" b="b"/>
              <a:pathLst>
                <a:path w="1408" h="1034" extrusionOk="0">
                  <a:moveTo>
                    <a:pt x="0" y="0"/>
                  </a:moveTo>
                  <a:lnTo>
                    <a:pt x="0" y="1034"/>
                  </a:lnTo>
                  <a:lnTo>
                    <a:pt x="1407" y="1034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30"/>
            <p:cNvSpPr/>
            <p:nvPr/>
          </p:nvSpPr>
          <p:spPr>
            <a:xfrm>
              <a:off x="3350268" y="2235554"/>
              <a:ext cx="36974" cy="14916"/>
            </a:xfrm>
            <a:custGeom>
              <a:avLst/>
              <a:gdLst/>
              <a:ahLst/>
              <a:cxnLst/>
              <a:rect l="l" t="t" r="r" b="b"/>
              <a:pathLst>
                <a:path w="1408" h="568" extrusionOk="0">
                  <a:moveTo>
                    <a:pt x="0" y="0"/>
                  </a:moveTo>
                  <a:lnTo>
                    <a:pt x="0" y="431"/>
                  </a:lnTo>
                  <a:cubicBezTo>
                    <a:pt x="225" y="522"/>
                    <a:pt x="465" y="567"/>
                    <a:pt x="704" y="567"/>
                  </a:cubicBezTo>
                  <a:cubicBezTo>
                    <a:pt x="943" y="567"/>
                    <a:pt x="1182" y="522"/>
                    <a:pt x="1407" y="431"/>
                  </a:cubicBezTo>
                  <a:lnTo>
                    <a:pt x="1407" y="0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30"/>
            <p:cNvSpPr/>
            <p:nvPr/>
          </p:nvSpPr>
          <p:spPr>
            <a:xfrm>
              <a:off x="3307044" y="2250365"/>
              <a:ext cx="123658" cy="62367"/>
            </a:xfrm>
            <a:custGeom>
              <a:avLst/>
              <a:gdLst/>
              <a:ahLst/>
              <a:cxnLst/>
              <a:rect l="l" t="t" r="r" b="b"/>
              <a:pathLst>
                <a:path w="4709" h="2375" extrusionOk="0">
                  <a:moveTo>
                    <a:pt x="1646" y="1"/>
                  </a:moveTo>
                  <a:lnTo>
                    <a:pt x="517" y="326"/>
                  </a:lnTo>
                  <a:cubicBezTo>
                    <a:pt x="211" y="412"/>
                    <a:pt x="0" y="690"/>
                    <a:pt x="0" y="1006"/>
                  </a:cubicBezTo>
                  <a:lnTo>
                    <a:pt x="0" y="2135"/>
                  </a:lnTo>
                  <a:cubicBezTo>
                    <a:pt x="0" y="2269"/>
                    <a:pt x="115" y="2374"/>
                    <a:pt x="240" y="2374"/>
                  </a:cubicBezTo>
                  <a:lnTo>
                    <a:pt x="4470" y="2374"/>
                  </a:lnTo>
                  <a:cubicBezTo>
                    <a:pt x="4594" y="2374"/>
                    <a:pt x="4709" y="2269"/>
                    <a:pt x="4709" y="2135"/>
                  </a:cubicBezTo>
                  <a:lnTo>
                    <a:pt x="4709" y="1006"/>
                  </a:lnTo>
                  <a:cubicBezTo>
                    <a:pt x="4709" y="690"/>
                    <a:pt x="4489" y="412"/>
                    <a:pt x="4183" y="326"/>
                  </a:cubicBezTo>
                  <a:lnTo>
                    <a:pt x="3053" y="1"/>
                  </a:lnTo>
                  <a:lnTo>
                    <a:pt x="2355" y="470"/>
                  </a:lnTo>
                  <a:lnTo>
                    <a:pt x="1646" y="1"/>
                  </a:ln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30"/>
            <p:cNvSpPr/>
            <p:nvPr/>
          </p:nvSpPr>
          <p:spPr>
            <a:xfrm>
              <a:off x="3362584" y="2262681"/>
              <a:ext cx="12342" cy="49789"/>
            </a:xfrm>
            <a:custGeom>
              <a:avLst/>
              <a:gdLst/>
              <a:ahLst/>
              <a:cxnLst/>
              <a:rect l="l" t="t" r="r" b="b"/>
              <a:pathLst>
                <a:path w="470" h="1896" extrusionOk="0">
                  <a:moveTo>
                    <a:pt x="115" y="1"/>
                  </a:moveTo>
                  <a:lnTo>
                    <a:pt x="0" y="1896"/>
                  </a:lnTo>
                  <a:lnTo>
                    <a:pt x="469" y="1896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30"/>
            <p:cNvSpPr/>
            <p:nvPr/>
          </p:nvSpPr>
          <p:spPr>
            <a:xfrm>
              <a:off x="3331676" y="2173948"/>
              <a:ext cx="74158" cy="67646"/>
            </a:xfrm>
            <a:custGeom>
              <a:avLst/>
              <a:gdLst/>
              <a:ahLst/>
              <a:cxnLst/>
              <a:rect l="l" t="t" r="r" b="b"/>
              <a:pathLst>
                <a:path w="2824" h="2576" extrusionOk="0">
                  <a:moveTo>
                    <a:pt x="878" y="0"/>
                  </a:moveTo>
                  <a:cubicBezTo>
                    <a:pt x="764" y="0"/>
                    <a:pt x="653" y="48"/>
                    <a:pt x="565" y="135"/>
                  </a:cubicBezTo>
                  <a:lnTo>
                    <a:pt x="144" y="556"/>
                  </a:lnTo>
                  <a:cubicBezTo>
                    <a:pt x="58" y="652"/>
                    <a:pt x="0" y="767"/>
                    <a:pt x="0" y="891"/>
                  </a:cubicBezTo>
                  <a:lnTo>
                    <a:pt x="0" y="1169"/>
                  </a:lnTo>
                  <a:cubicBezTo>
                    <a:pt x="0" y="1944"/>
                    <a:pt x="632" y="2576"/>
                    <a:pt x="1417" y="2576"/>
                  </a:cubicBezTo>
                  <a:cubicBezTo>
                    <a:pt x="2192" y="2576"/>
                    <a:pt x="2824" y="1944"/>
                    <a:pt x="2824" y="1169"/>
                  </a:cubicBezTo>
                  <a:lnTo>
                    <a:pt x="2824" y="872"/>
                  </a:lnTo>
                  <a:cubicBezTo>
                    <a:pt x="2824" y="738"/>
                    <a:pt x="2776" y="623"/>
                    <a:pt x="2690" y="537"/>
                  </a:cubicBezTo>
                  <a:cubicBezTo>
                    <a:pt x="2326" y="183"/>
                    <a:pt x="1656" y="21"/>
                    <a:pt x="909" y="1"/>
                  </a:cubicBezTo>
                  <a:cubicBezTo>
                    <a:pt x="899" y="1"/>
                    <a:pt x="889" y="0"/>
                    <a:pt x="878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30"/>
            <p:cNvSpPr/>
            <p:nvPr/>
          </p:nvSpPr>
          <p:spPr>
            <a:xfrm>
              <a:off x="3331676" y="2173975"/>
              <a:ext cx="73896" cy="66123"/>
            </a:xfrm>
            <a:custGeom>
              <a:avLst/>
              <a:gdLst/>
              <a:ahLst/>
              <a:cxnLst/>
              <a:rect l="l" t="t" r="r" b="b"/>
              <a:pathLst>
                <a:path w="2814" h="2518" extrusionOk="0">
                  <a:moveTo>
                    <a:pt x="909" y="0"/>
                  </a:moveTo>
                  <a:cubicBezTo>
                    <a:pt x="785" y="0"/>
                    <a:pt x="661" y="48"/>
                    <a:pt x="565" y="134"/>
                  </a:cubicBezTo>
                  <a:lnTo>
                    <a:pt x="144" y="565"/>
                  </a:lnTo>
                  <a:cubicBezTo>
                    <a:pt x="58" y="651"/>
                    <a:pt x="0" y="766"/>
                    <a:pt x="0" y="890"/>
                  </a:cubicBezTo>
                  <a:lnTo>
                    <a:pt x="0" y="1168"/>
                  </a:lnTo>
                  <a:cubicBezTo>
                    <a:pt x="0" y="1800"/>
                    <a:pt x="421" y="2345"/>
                    <a:pt x="1024" y="2517"/>
                  </a:cubicBezTo>
                  <a:cubicBezTo>
                    <a:pt x="823" y="2269"/>
                    <a:pt x="708" y="1962"/>
                    <a:pt x="708" y="1637"/>
                  </a:cubicBezTo>
                  <a:lnTo>
                    <a:pt x="708" y="957"/>
                  </a:lnTo>
                  <a:cubicBezTo>
                    <a:pt x="708" y="692"/>
                    <a:pt x="919" y="487"/>
                    <a:pt x="1172" y="487"/>
                  </a:cubicBezTo>
                  <a:cubicBezTo>
                    <a:pt x="1184" y="487"/>
                    <a:pt x="1195" y="488"/>
                    <a:pt x="1206" y="489"/>
                  </a:cubicBezTo>
                  <a:cubicBezTo>
                    <a:pt x="1685" y="517"/>
                    <a:pt x="2383" y="594"/>
                    <a:pt x="2814" y="804"/>
                  </a:cubicBezTo>
                  <a:cubicBezTo>
                    <a:pt x="2804" y="699"/>
                    <a:pt x="2757" y="613"/>
                    <a:pt x="2690" y="536"/>
                  </a:cubicBezTo>
                  <a:cubicBezTo>
                    <a:pt x="2326" y="182"/>
                    <a:pt x="1656" y="20"/>
                    <a:pt x="909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30"/>
            <p:cNvSpPr/>
            <p:nvPr/>
          </p:nvSpPr>
          <p:spPr>
            <a:xfrm>
              <a:off x="3307281" y="2266200"/>
              <a:ext cx="24921" cy="46533"/>
            </a:xfrm>
            <a:custGeom>
              <a:avLst/>
              <a:gdLst/>
              <a:ahLst/>
              <a:cxnLst/>
              <a:rect l="l" t="t" r="r" b="b"/>
              <a:pathLst>
                <a:path w="949" h="1772" extrusionOk="0">
                  <a:moveTo>
                    <a:pt x="125" y="1"/>
                  </a:moveTo>
                  <a:cubicBezTo>
                    <a:pt x="49" y="125"/>
                    <a:pt x="1" y="259"/>
                    <a:pt x="1" y="403"/>
                  </a:cubicBezTo>
                  <a:lnTo>
                    <a:pt x="1" y="1532"/>
                  </a:lnTo>
                  <a:cubicBezTo>
                    <a:pt x="1" y="1666"/>
                    <a:pt x="106" y="1771"/>
                    <a:pt x="240" y="1771"/>
                  </a:cubicBezTo>
                  <a:lnTo>
                    <a:pt x="948" y="1771"/>
                  </a:lnTo>
                  <a:lnTo>
                    <a:pt x="948" y="1101"/>
                  </a:lnTo>
                  <a:lnTo>
                    <a:pt x="929" y="1101"/>
                  </a:lnTo>
                  <a:cubicBezTo>
                    <a:pt x="929" y="910"/>
                    <a:pt x="862" y="738"/>
                    <a:pt x="728" y="604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p30"/>
            <p:cNvSpPr/>
            <p:nvPr/>
          </p:nvSpPr>
          <p:spPr>
            <a:xfrm>
              <a:off x="3405545" y="2266200"/>
              <a:ext cx="24658" cy="46533"/>
            </a:xfrm>
            <a:custGeom>
              <a:avLst/>
              <a:gdLst/>
              <a:ahLst/>
              <a:cxnLst/>
              <a:rect l="l" t="t" r="r" b="b"/>
              <a:pathLst>
                <a:path w="939" h="1772" extrusionOk="0">
                  <a:moveTo>
                    <a:pt x="814" y="1"/>
                  </a:moveTo>
                  <a:lnTo>
                    <a:pt x="211" y="604"/>
                  </a:lnTo>
                  <a:cubicBezTo>
                    <a:pt x="78" y="738"/>
                    <a:pt x="11" y="910"/>
                    <a:pt x="11" y="1101"/>
                  </a:cubicBezTo>
                  <a:lnTo>
                    <a:pt x="1" y="1101"/>
                  </a:lnTo>
                  <a:lnTo>
                    <a:pt x="1" y="1771"/>
                  </a:lnTo>
                  <a:lnTo>
                    <a:pt x="700" y="1771"/>
                  </a:lnTo>
                  <a:cubicBezTo>
                    <a:pt x="834" y="1771"/>
                    <a:pt x="939" y="1666"/>
                    <a:pt x="939" y="1532"/>
                  </a:cubicBezTo>
                  <a:lnTo>
                    <a:pt x="939" y="403"/>
                  </a:lnTo>
                  <a:cubicBezTo>
                    <a:pt x="939" y="259"/>
                    <a:pt x="891" y="125"/>
                    <a:pt x="814" y="1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p30"/>
            <p:cNvSpPr/>
            <p:nvPr/>
          </p:nvSpPr>
          <p:spPr>
            <a:xfrm>
              <a:off x="3362584" y="2262681"/>
              <a:ext cx="12342" cy="12342"/>
            </a:xfrm>
            <a:custGeom>
              <a:avLst/>
              <a:gdLst/>
              <a:ahLst/>
              <a:cxnLst/>
              <a:rect l="l" t="t" r="r" b="b"/>
              <a:pathLst>
                <a:path w="470" h="470" extrusionOk="0">
                  <a:moveTo>
                    <a:pt x="0" y="1"/>
                  </a:moveTo>
                  <a:lnTo>
                    <a:pt x="0" y="374"/>
                  </a:lnTo>
                  <a:cubicBezTo>
                    <a:pt x="0" y="431"/>
                    <a:pt x="39" y="470"/>
                    <a:pt x="96" y="470"/>
                  </a:cubicBezTo>
                  <a:lnTo>
                    <a:pt x="374" y="470"/>
                  </a:lnTo>
                  <a:cubicBezTo>
                    <a:pt x="422" y="470"/>
                    <a:pt x="469" y="431"/>
                    <a:pt x="469" y="374"/>
                  </a:cubicBezTo>
                  <a:lnTo>
                    <a:pt x="469" y="1"/>
                  </a:lnTo>
                  <a:close/>
                </a:path>
              </a:pathLst>
            </a:custGeom>
            <a:solidFill>
              <a:srgbClr val="4760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p30"/>
            <p:cNvSpPr/>
            <p:nvPr/>
          </p:nvSpPr>
          <p:spPr>
            <a:xfrm>
              <a:off x="3343493" y="2245481"/>
              <a:ext cx="25393" cy="25971"/>
            </a:xfrm>
            <a:custGeom>
              <a:avLst/>
              <a:gdLst/>
              <a:ahLst/>
              <a:cxnLst/>
              <a:rect l="l" t="t" r="r" b="b"/>
              <a:pathLst>
                <a:path w="967" h="989" extrusionOk="0">
                  <a:moveTo>
                    <a:pt x="221" y="0"/>
                  </a:moveTo>
                  <a:cubicBezTo>
                    <a:pt x="190" y="0"/>
                    <a:pt x="160" y="15"/>
                    <a:pt x="144" y="43"/>
                  </a:cubicBezTo>
                  <a:lnTo>
                    <a:pt x="0" y="263"/>
                  </a:lnTo>
                  <a:lnTo>
                    <a:pt x="354" y="914"/>
                  </a:lnTo>
                  <a:cubicBezTo>
                    <a:pt x="378" y="963"/>
                    <a:pt x="430" y="988"/>
                    <a:pt x="481" y="988"/>
                  </a:cubicBezTo>
                  <a:cubicBezTo>
                    <a:pt x="510" y="988"/>
                    <a:pt x="540" y="980"/>
                    <a:pt x="565" y="962"/>
                  </a:cubicBezTo>
                  <a:lnTo>
                    <a:pt x="967" y="656"/>
                  </a:lnTo>
                  <a:lnTo>
                    <a:pt x="287" y="24"/>
                  </a:lnTo>
                  <a:cubicBezTo>
                    <a:pt x="267" y="8"/>
                    <a:pt x="244" y="0"/>
                    <a:pt x="221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p30"/>
            <p:cNvSpPr/>
            <p:nvPr/>
          </p:nvSpPr>
          <p:spPr>
            <a:xfrm>
              <a:off x="3368860" y="2245559"/>
              <a:ext cx="25420" cy="26076"/>
            </a:xfrm>
            <a:custGeom>
              <a:avLst/>
              <a:gdLst/>
              <a:ahLst/>
              <a:cxnLst/>
              <a:rect l="l" t="t" r="r" b="b"/>
              <a:pathLst>
                <a:path w="968" h="993" extrusionOk="0">
                  <a:moveTo>
                    <a:pt x="748" y="0"/>
                  </a:moveTo>
                  <a:cubicBezTo>
                    <a:pt x="725" y="0"/>
                    <a:pt x="701" y="10"/>
                    <a:pt x="680" y="31"/>
                  </a:cubicBezTo>
                  <a:lnTo>
                    <a:pt x="1" y="653"/>
                  </a:lnTo>
                  <a:lnTo>
                    <a:pt x="393" y="959"/>
                  </a:lnTo>
                  <a:cubicBezTo>
                    <a:pt x="419" y="982"/>
                    <a:pt x="452" y="992"/>
                    <a:pt x="484" y="992"/>
                  </a:cubicBezTo>
                  <a:cubicBezTo>
                    <a:pt x="534" y="992"/>
                    <a:pt x="584" y="967"/>
                    <a:pt x="613" y="921"/>
                  </a:cubicBezTo>
                  <a:lnTo>
                    <a:pt x="967" y="260"/>
                  </a:lnTo>
                  <a:lnTo>
                    <a:pt x="824" y="50"/>
                  </a:lnTo>
                  <a:cubicBezTo>
                    <a:pt x="807" y="17"/>
                    <a:pt x="779" y="0"/>
                    <a:pt x="748" y="0"/>
                  </a:cubicBezTo>
                  <a:close/>
                </a:path>
              </a:pathLst>
            </a:custGeom>
            <a:solidFill>
              <a:srgbClr val="5B7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p30"/>
            <p:cNvSpPr/>
            <p:nvPr/>
          </p:nvSpPr>
          <p:spPr>
            <a:xfrm>
              <a:off x="3163297" y="1993516"/>
              <a:ext cx="174419" cy="150233"/>
            </a:xfrm>
            <a:custGeom>
              <a:avLst/>
              <a:gdLst/>
              <a:ahLst/>
              <a:cxnLst/>
              <a:rect l="l" t="t" r="r" b="b"/>
              <a:pathLst>
                <a:path w="6642" h="5721" extrusionOk="0">
                  <a:moveTo>
                    <a:pt x="584" y="1"/>
                  </a:moveTo>
                  <a:cubicBezTo>
                    <a:pt x="259" y="1"/>
                    <a:pt x="0" y="259"/>
                    <a:pt x="0" y="585"/>
                  </a:cubicBezTo>
                  <a:lnTo>
                    <a:pt x="0" y="3714"/>
                  </a:lnTo>
                  <a:cubicBezTo>
                    <a:pt x="0" y="4040"/>
                    <a:pt x="259" y="4298"/>
                    <a:pt x="584" y="4298"/>
                  </a:cubicBezTo>
                  <a:lnTo>
                    <a:pt x="2737" y="4298"/>
                  </a:lnTo>
                  <a:lnTo>
                    <a:pt x="2412" y="5600"/>
                  </a:lnTo>
                  <a:cubicBezTo>
                    <a:pt x="2397" y="5666"/>
                    <a:pt x="2450" y="5721"/>
                    <a:pt x="2511" y="5721"/>
                  </a:cubicBezTo>
                  <a:cubicBezTo>
                    <a:pt x="2529" y="5721"/>
                    <a:pt x="2547" y="5716"/>
                    <a:pt x="2565" y="5705"/>
                  </a:cubicBezTo>
                  <a:lnTo>
                    <a:pt x="4489" y="4298"/>
                  </a:lnTo>
                  <a:lnTo>
                    <a:pt x="6049" y="4298"/>
                  </a:lnTo>
                  <a:cubicBezTo>
                    <a:pt x="6374" y="4288"/>
                    <a:pt x="6642" y="4030"/>
                    <a:pt x="6642" y="3705"/>
                  </a:cubicBezTo>
                  <a:lnTo>
                    <a:pt x="6642" y="585"/>
                  </a:lnTo>
                  <a:cubicBezTo>
                    <a:pt x="6642" y="259"/>
                    <a:pt x="6384" y="1"/>
                    <a:pt x="6058" y="1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p30"/>
            <p:cNvSpPr/>
            <p:nvPr/>
          </p:nvSpPr>
          <p:spPr>
            <a:xfrm>
              <a:off x="3192446" y="2019172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3" y="393"/>
                  </a:lnTo>
                  <a:cubicBezTo>
                    <a:pt x="1101" y="393"/>
                    <a:pt x="1101" y="0"/>
                    <a:pt x="843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p30"/>
            <p:cNvSpPr/>
            <p:nvPr/>
          </p:nvSpPr>
          <p:spPr>
            <a:xfrm>
              <a:off x="3228133" y="2019172"/>
              <a:ext cx="80434" cy="10320"/>
            </a:xfrm>
            <a:custGeom>
              <a:avLst/>
              <a:gdLst/>
              <a:ahLst/>
              <a:cxnLst/>
              <a:rect l="l" t="t" r="r" b="b"/>
              <a:pathLst>
                <a:path w="3063" h="393" extrusionOk="0">
                  <a:moveTo>
                    <a:pt x="268" y="0"/>
                  </a:moveTo>
                  <a:cubicBezTo>
                    <a:pt x="0" y="0"/>
                    <a:pt x="0" y="393"/>
                    <a:pt x="268" y="393"/>
                  </a:cubicBezTo>
                  <a:lnTo>
                    <a:pt x="2804" y="393"/>
                  </a:lnTo>
                  <a:cubicBezTo>
                    <a:pt x="3063" y="393"/>
                    <a:pt x="3063" y="0"/>
                    <a:pt x="2804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p30"/>
            <p:cNvSpPr/>
            <p:nvPr/>
          </p:nvSpPr>
          <p:spPr>
            <a:xfrm>
              <a:off x="3192183" y="2044802"/>
              <a:ext cx="116384" cy="10320"/>
            </a:xfrm>
            <a:custGeom>
              <a:avLst/>
              <a:gdLst/>
              <a:ahLst/>
              <a:cxnLst/>
              <a:rect l="l" t="t" r="r" b="b"/>
              <a:pathLst>
                <a:path w="4432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4173" y="393"/>
                  </a:lnTo>
                  <a:cubicBezTo>
                    <a:pt x="4432" y="393"/>
                    <a:pt x="4432" y="0"/>
                    <a:pt x="4173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p30"/>
            <p:cNvSpPr/>
            <p:nvPr/>
          </p:nvSpPr>
          <p:spPr>
            <a:xfrm>
              <a:off x="3192183" y="2070431"/>
              <a:ext cx="80461" cy="10320"/>
            </a:xfrm>
            <a:custGeom>
              <a:avLst/>
              <a:gdLst/>
              <a:ahLst/>
              <a:cxnLst/>
              <a:rect l="l" t="t" r="r" b="b"/>
              <a:pathLst>
                <a:path w="3064" h="393" extrusionOk="0">
                  <a:moveTo>
                    <a:pt x="269" y="0"/>
                  </a:moveTo>
                  <a:cubicBezTo>
                    <a:pt x="1" y="0"/>
                    <a:pt x="1" y="393"/>
                    <a:pt x="269" y="393"/>
                  </a:cubicBezTo>
                  <a:lnTo>
                    <a:pt x="2805" y="393"/>
                  </a:lnTo>
                  <a:cubicBezTo>
                    <a:pt x="3063" y="393"/>
                    <a:pt x="3063" y="0"/>
                    <a:pt x="280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p30"/>
            <p:cNvSpPr/>
            <p:nvPr/>
          </p:nvSpPr>
          <p:spPr>
            <a:xfrm>
              <a:off x="3279655" y="2070431"/>
              <a:ext cx="28912" cy="10320"/>
            </a:xfrm>
            <a:custGeom>
              <a:avLst/>
              <a:gdLst/>
              <a:ahLst/>
              <a:cxnLst/>
              <a:rect l="l" t="t" r="r" b="b"/>
              <a:pathLst>
                <a:path w="1101" h="393" extrusionOk="0">
                  <a:moveTo>
                    <a:pt x="259" y="0"/>
                  </a:moveTo>
                  <a:cubicBezTo>
                    <a:pt x="0" y="0"/>
                    <a:pt x="0" y="393"/>
                    <a:pt x="259" y="393"/>
                  </a:cubicBezTo>
                  <a:lnTo>
                    <a:pt x="842" y="393"/>
                  </a:lnTo>
                  <a:cubicBezTo>
                    <a:pt x="1101" y="393"/>
                    <a:pt x="1101" y="0"/>
                    <a:pt x="842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5" name="Google Shape;2995;p30"/>
          <p:cNvGrpSpPr/>
          <p:nvPr/>
        </p:nvGrpSpPr>
        <p:grpSpPr>
          <a:xfrm>
            <a:off x="4069466" y="2512678"/>
            <a:ext cx="2792540" cy="2630833"/>
            <a:chOff x="4803012" y="907274"/>
            <a:chExt cx="4338263" cy="3961501"/>
          </a:xfrm>
        </p:grpSpPr>
        <p:grpSp>
          <p:nvGrpSpPr>
            <p:cNvPr id="2996" name="Google Shape;2996;p30"/>
            <p:cNvGrpSpPr/>
            <p:nvPr/>
          </p:nvGrpSpPr>
          <p:grpSpPr>
            <a:xfrm>
              <a:off x="7720150" y="3678875"/>
              <a:ext cx="1421125" cy="1189900"/>
              <a:chOff x="7720150" y="3678875"/>
              <a:chExt cx="1421125" cy="1189900"/>
            </a:xfrm>
          </p:grpSpPr>
          <p:sp>
            <p:nvSpPr>
              <p:cNvPr id="2997" name="Google Shape;2997;p30"/>
              <p:cNvSpPr/>
              <p:nvPr/>
            </p:nvSpPr>
            <p:spPr>
              <a:xfrm flipH="1">
                <a:off x="8317950" y="4210000"/>
                <a:ext cx="468900" cy="658400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26336" extrusionOk="0">
                    <a:moveTo>
                      <a:pt x="6731" y="1"/>
                    </a:moveTo>
                    <a:cubicBezTo>
                      <a:pt x="3837" y="1"/>
                      <a:pt x="1432" y="2225"/>
                      <a:pt x="803" y="5015"/>
                    </a:cubicBezTo>
                    <a:cubicBezTo>
                      <a:pt x="1" y="8537"/>
                      <a:pt x="1175" y="12312"/>
                      <a:pt x="2482" y="15537"/>
                    </a:cubicBezTo>
                    <a:cubicBezTo>
                      <a:pt x="3894" y="19312"/>
                      <a:pt x="5886" y="22967"/>
                      <a:pt x="8174" y="26311"/>
                    </a:cubicBezTo>
                    <a:cubicBezTo>
                      <a:pt x="8174" y="26329"/>
                      <a:pt x="8190" y="26336"/>
                      <a:pt x="8210" y="26336"/>
                    </a:cubicBezTo>
                    <a:cubicBezTo>
                      <a:pt x="8258" y="26336"/>
                      <a:pt x="8335" y="26294"/>
                      <a:pt x="8293" y="26252"/>
                    </a:cubicBezTo>
                    <a:cubicBezTo>
                      <a:pt x="6436" y="23458"/>
                      <a:pt x="4831" y="20560"/>
                      <a:pt x="3463" y="17513"/>
                    </a:cubicBezTo>
                    <a:cubicBezTo>
                      <a:pt x="2037" y="14244"/>
                      <a:pt x="684" y="10588"/>
                      <a:pt x="803" y="6932"/>
                    </a:cubicBezTo>
                    <a:cubicBezTo>
                      <a:pt x="803" y="5446"/>
                      <a:pt x="1175" y="3901"/>
                      <a:pt x="2111" y="2593"/>
                    </a:cubicBezTo>
                    <a:cubicBezTo>
                      <a:pt x="3092" y="1240"/>
                      <a:pt x="4712" y="304"/>
                      <a:pt x="6376" y="245"/>
                    </a:cubicBezTo>
                    <a:cubicBezTo>
                      <a:pt x="6494" y="238"/>
                      <a:pt x="6611" y="235"/>
                      <a:pt x="6727" y="235"/>
                    </a:cubicBezTo>
                    <a:cubicBezTo>
                      <a:pt x="10981" y="235"/>
                      <a:pt x="13663" y="4679"/>
                      <a:pt x="14921" y="8166"/>
                    </a:cubicBezTo>
                    <a:cubicBezTo>
                      <a:pt x="16972" y="13991"/>
                      <a:pt x="17715" y="20188"/>
                      <a:pt x="18577" y="26252"/>
                    </a:cubicBezTo>
                    <a:cubicBezTo>
                      <a:pt x="18577" y="26297"/>
                      <a:pt x="18603" y="26316"/>
                      <a:pt x="18635" y="26316"/>
                    </a:cubicBezTo>
                    <a:cubicBezTo>
                      <a:pt x="18687" y="26316"/>
                      <a:pt x="18755" y="26266"/>
                      <a:pt x="18755" y="26192"/>
                    </a:cubicBezTo>
                    <a:cubicBezTo>
                      <a:pt x="17953" y="20367"/>
                      <a:pt x="17269" y="14482"/>
                      <a:pt x="15352" y="8968"/>
                    </a:cubicBezTo>
                    <a:cubicBezTo>
                      <a:pt x="14119" y="5193"/>
                      <a:pt x="11830" y="676"/>
                      <a:pt x="7491" y="52"/>
                    </a:cubicBezTo>
                    <a:cubicBezTo>
                      <a:pt x="7234" y="17"/>
                      <a:pt x="6981" y="1"/>
                      <a:pt x="6731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8" name="Google Shape;2998;p30"/>
              <p:cNvSpPr/>
              <p:nvPr/>
            </p:nvSpPr>
            <p:spPr>
              <a:xfrm flipH="1">
                <a:off x="8430900" y="4219075"/>
                <a:ext cx="222950" cy="648725"/>
              </a:xfrm>
              <a:custGeom>
                <a:avLst/>
                <a:gdLst/>
                <a:ahLst/>
                <a:cxnLst/>
                <a:rect l="l" t="t" r="r" b="b"/>
                <a:pathLst>
                  <a:path w="8918" h="25949" fill="none" extrusionOk="0">
                    <a:moveTo>
                      <a:pt x="1" y="1"/>
                    </a:moveTo>
                    <a:lnTo>
                      <a:pt x="8918" y="25948"/>
                    </a:ln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9" name="Google Shape;2999;p30"/>
              <p:cNvSpPr/>
              <p:nvPr/>
            </p:nvSpPr>
            <p:spPr>
              <a:xfrm flipH="1">
                <a:off x="8746700" y="4381150"/>
                <a:ext cx="394575" cy="487250"/>
              </a:xfrm>
              <a:custGeom>
                <a:avLst/>
                <a:gdLst/>
                <a:ahLst/>
                <a:cxnLst/>
                <a:rect l="l" t="t" r="r" b="b"/>
                <a:pathLst>
                  <a:path w="15783" h="19490" extrusionOk="0">
                    <a:moveTo>
                      <a:pt x="5538" y="1"/>
                    </a:moveTo>
                    <a:cubicBezTo>
                      <a:pt x="3190" y="1"/>
                      <a:pt x="1020" y="1555"/>
                      <a:pt x="550" y="3920"/>
                    </a:cubicBezTo>
                    <a:cubicBezTo>
                      <a:pt x="0" y="6462"/>
                      <a:pt x="1055" y="9256"/>
                      <a:pt x="2170" y="11544"/>
                    </a:cubicBezTo>
                    <a:cubicBezTo>
                      <a:pt x="3522" y="14383"/>
                      <a:pt x="5261" y="17058"/>
                      <a:pt x="7178" y="19465"/>
                    </a:cubicBezTo>
                    <a:cubicBezTo>
                      <a:pt x="7195" y="19483"/>
                      <a:pt x="7219" y="19490"/>
                      <a:pt x="7242" y="19490"/>
                    </a:cubicBezTo>
                    <a:cubicBezTo>
                      <a:pt x="7298" y="19490"/>
                      <a:pt x="7350" y="19448"/>
                      <a:pt x="7297" y="19406"/>
                    </a:cubicBezTo>
                    <a:cubicBezTo>
                      <a:pt x="5751" y="17429"/>
                      <a:pt x="4399" y="15319"/>
                      <a:pt x="3151" y="13090"/>
                    </a:cubicBezTo>
                    <a:cubicBezTo>
                      <a:pt x="1858" y="10801"/>
                      <a:pt x="609" y="8067"/>
                      <a:pt x="550" y="5347"/>
                    </a:cubicBezTo>
                    <a:cubicBezTo>
                      <a:pt x="550" y="4232"/>
                      <a:pt x="803" y="3058"/>
                      <a:pt x="1546" y="2122"/>
                    </a:cubicBezTo>
                    <a:cubicBezTo>
                      <a:pt x="2408" y="1008"/>
                      <a:pt x="3775" y="339"/>
                      <a:pt x="5142" y="205"/>
                    </a:cubicBezTo>
                    <a:cubicBezTo>
                      <a:pt x="5304" y="190"/>
                      <a:pt x="5464" y="183"/>
                      <a:pt x="5622" y="183"/>
                    </a:cubicBezTo>
                    <a:cubicBezTo>
                      <a:pt x="8778" y="183"/>
                      <a:pt x="11072" y="3075"/>
                      <a:pt x="12261" y="5778"/>
                    </a:cubicBezTo>
                    <a:cubicBezTo>
                      <a:pt x="14118" y="10117"/>
                      <a:pt x="14802" y="14828"/>
                      <a:pt x="15545" y="19406"/>
                    </a:cubicBezTo>
                    <a:cubicBezTo>
                      <a:pt x="15568" y="19451"/>
                      <a:pt x="15608" y="19470"/>
                      <a:pt x="15648" y="19470"/>
                    </a:cubicBezTo>
                    <a:cubicBezTo>
                      <a:pt x="15715" y="19470"/>
                      <a:pt x="15783" y="19420"/>
                      <a:pt x="15783" y="19346"/>
                    </a:cubicBezTo>
                    <a:cubicBezTo>
                      <a:pt x="15040" y="14947"/>
                      <a:pt x="14356" y="10370"/>
                      <a:pt x="12692" y="6209"/>
                    </a:cubicBezTo>
                    <a:cubicBezTo>
                      <a:pt x="11518" y="3371"/>
                      <a:pt x="9407" y="339"/>
                      <a:pt x="6063" y="27"/>
                    </a:cubicBezTo>
                    <a:cubicBezTo>
                      <a:pt x="5888" y="9"/>
                      <a:pt x="5712" y="1"/>
                      <a:pt x="5538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0" name="Google Shape;3000;p30"/>
              <p:cNvSpPr/>
              <p:nvPr/>
            </p:nvSpPr>
            <p:spPr>
              <a:xfrm flipH="1">
                <a:off x="8838100" y="4387750"/>
                <a:ext cx="191725" cy="480050"/>
              </a:xfrm>
              <a:custGeom>
                <a:avLst/>
                <a:gdLst/>
                <a:ahLst/>
                <a:cxnLst/>
                <a:rect l="l" t="t" r="r" b="b"/>
                <a:pathLst>
                  <a:path w="7669" h="19202" fill="none" extrusionOk="0">
                    <a:moveTo>
                      <a:pt x="0" y="1"/>
                    </a:moveTo>
                    <a:lnTo>
                      <a:pt x="7669" y="19201"/>
                    </a:ln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1" name="Google Shape;3001;p30"/>
              <p:cNvSpPr/>
              <p:nvPr/>
            </p:nvSpPr>
            <p:spPr>
              <a:xfrm flipH="1">
                <a:off x="7720150" y="3678875"/>
                <a:ext cx="655050" cy="1187425"/>
              </a:xfrm>
              <a:custGeom>
                <a:avLst/>
                <a:gdLst/>
                <a:ahLst/>
                <a:cxnLst/>
                <a:rect l="l" t="t" r="r" b="b"/>
                <a:pathLst>
                  <a:path w="26202" h="47497" fill="none" extrusionOk="0">
                    <a:moveTo>
                      <a:pt x="14743" y="47497"/>
                    </a:moveTo>
                    <a:cubicBezTo>
                      <a:pt x="5767" y="31268"/>
                      <a:pt x="1" y="15174"/>
                      <a:pt x="7253" y="7550"/>
                    </a:cubicBezTo>
                    <a:cubicBezTo>
                      <a:pt x="14372" y="1"/>
                      <a:pt x="21862" y="8977"/>
                      <a:pt x="23660" y="16913"/>
                    </a:cubicBezTo>
                    <a:cubicBezTo>
                      <a:pt x="25889" y="26632"/>
                      <a:pt x="26201" y="37153"/>
                      <a:pt x="26142" y="47497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2" name="Google Shape;3002;p30"/>
              <p:cNvSpPr/>
              <p:nvPr/>
            </p:nvSpPr>
            <p:spPr>
              <a:xfrm flipH="1">
                <a:off x="7859475" y="3818200"/>
                <a:ext cx="269400" cy="1046625"/>
              </a:xfrm>
              <a:custGeom>
                <a:avLst/>
                <a:gdLst/>
                <a:ahLst/>
                <a:cxnLst/>
                <a:rect l="l" t="t" r="r" b="b"/>
                <a:pathLst>
                  <a:path w="10776" h="41865" fill="none" extrusionOk="0">
                    <a:moveTo>
                      <a:pt x="1" y="0"/>
                    </a:moveTo>
                    <a:lnTo>
                      <a:pt x="10775" y="41864"/>
                    </a:ln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3" name="Google Shape;3003;p30"/>
              <p:cNvSpPr/>
              <p:nvPr/>
            </p:nvSpPr>
            <p:spPr>
              <a:xfrm flipH="1">
                <a:off x="7999375" y="4052600"/>
                <a:ext cx="545975" cy="816175"/>
              </a:xfrm>
              <a:custGeom>
                <a:avLst/>
                <a:gdLst/>
                <a:ahLst/>
                <a:cxnLst/>
                <a:rect l="l" t="t" r="r" b="b"/>
                <a:pathLst>
                  <a:path w="21839" h="32647" extrusionOk="0">
                    <a:moveTo>
                      <a:pt x="5279" y="0"/>
                    </a:moveTo>
                    <a:cubicBezTo>
                      <a:pt x="4390" y="0"/>
                      <a:pt x="3503" y="226"/>
                      <a:pt x="2720" y="775"/>
                    </a:cubicBezTo>
                    <a:cubicBezTo>
                      <a:pt x="1427" y="1651"/>
                      <a:pt x="684" y="3138"/>
                      <a:pt x="372" y="4683"/>
                    </a:cubicBezTo>
                    <a:cubicBezTo>
                      <a:pt x="0" y="6600"/>
                      <a:pt x="179" y="8577"/>
                      <a:pt x="431" y="10509"/>
                    </a:cubicBezTo>
                    <a:cubicBezTo>
                      <a:pt x="803" y="12916"/>
                      <a:pt x="1487" y="15339"/>
                      <a:pt x="2230" y="17627"/>
                    </a:cubicBezTo>
                    <a:cubicBezTo>
                      <a:pt x="3835" y="22769"/>
                      <a:pt x="6004" y="27658"/>
                      <a:pt x="8055" y="32607"/>
                    </a:cubicBezTo>
                    <a:cubicBezTo>
                      <a:pt x="8080" y="32632"/>
                      <a:pt x="8115" y="32646"/>
                      <a:pt x="8143" y="32646"/>
                    </a:cubicBezTo>
                    <a:cubicBezTo>
                      <a:pt x="8182" y="32646"/>
                      <a:pt x="8209" y="32617"/>
                      <a:pt x="8174" y="32548"/>
                    </a:cubicBezTo>
                    <a:cubicBezTo>
                      <a:pt x="6495" y="28401"/>
                      <a:pt x="4711" y="24315"/>
                      <a:pt x="3225" y="20168"/>
                    </a:cubicBezTo>
                    <a:cubicBezTo>
                      <a:pt x="1739" y="15948"/>
                      <a:pt x="253" y="11371"/>
                      <a:pt x="372" y="6853"/>
                    </a:cubicBezTo>
                    <a:cubicBezTo>
                      <a:pt x="372" y="5174"/>
                      <a:pt x="684" y="3375"/>
                      <a:pt x="1739" y="2023"/>
                    </a:cubicBezTo>
                    <a:cubicBezTo>
                      <a:pt x="2612" y="812"/>
                      <a:pt x="3895" y="204"/>
                      <a:pt x="5303" y="204"/>
                    </a:cubicBezTo>
                    <a:cubicBezTo>
                      <a:pt x="5693" y="204"/>
                      <a:pt x="6092" y="250"/>
                      <a:pt x="6495" y="344"/>
                    </a:cubicBezTo>
                    <a:cubicBezTo>
                      <a:pt x="8664" y="849"/>
                      <a:pt x="10582" y="2394"/>
                      <a:pt x="12008" y="4059"/>
                    </a:cubicBezTo>
                    <a:cubicBezTo>
                      <a:pt x="14059" y="6288"/>
                      <a:pt x="15352" y="8948"/>
                      <a:pt x="16467" y="11742"/>
                    </a:cubicBezTo>
                    <a:cubicBezTo>
                      <a:pt x="19008" y="18430"/>
                      <a:pt x="20063" y="25548"/>
                      <a:pt x="21609" y="32488"/>
                    </a:cubicBezTo>
                    <a:cubicBezTo>
                      <a:pt x="21609" y="32534"/>
                      <a:pt x="21645" y="32553"/>
                      <a:pt x="21688" y="32553"/>
                    </a:cubicBezTo>
                    <a:cubicBezTo>
                      <a:pt x="21756" y="32553"/>
                      <a:pt x="21838" y="32502"/>
                      <a:pt x="21802" y="32429"/>
                    </a:cubicBezTo>
                    <a:cubicBezTo>
                      <a:pt x="20316" y="25920"/>
                      <a:pt x="19320" y="19173"/>
                      <a:pt x="17091" y="12857"/>
                    </a:cubicBezTo>
                    <a:cubicBezTo>
                      <a:pt x="16095" y="10063"/>
                      <a:pt x="14921" y="7343"/>
                      <a:pt x="13063" y="4995"/>
                    </a:cubicBezTo>
                    <a:cubicBezTo>
                      <a:pt x="11637" y="3138"/>
                      <a:pt x="9838" y="1399"/>
                      <a:pt x="7609" y="477"/>
                    </a:cubicBezTo>
                    <a:cubicBezTo>
                      <a:pt x="6878" y="182"/>
                      <a:pt x="6078" y="0"/>
                      <a:pt x="5279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4" name="Google Shape;3004;p30"/>
              <p:cNvSpPr/>
              <p:nvPr/>
            </p:nvSpPr>
            <p:spPr>
              <a:xfrm flipH="1">
                <a:off x="8167475" y="4058200"/>
                <a:ext cx="274225" cy="809600"/>
              </a:xfrm>
              <a:custGeom>
                <a:avLst/>
                <a:gdLst/>
                <a:ahLst/>
                <a:cxnLst/>
                <a:rect l="l" t="t" r="r" b="b"/>
                <a:pathLst>
                  <a:path w="10969" h="32384" fill="none" extrusionOk="0">
                    <a:moveTo>
                      <a:pt x="1" y="1"/>
                    </a:moveTo>
                    <a:lnTo>
                      <a:pt x="10968" y="32383"/>
                    </a:ln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5" name="Google Shape;3005;p30"/>
              <p:cNvSpPr/>
              <p:nvPr/>
            </p:nvSpPr>
            <p:spPr>
              <a:xfrm flipH="1">
                <a:off x="8729600" y="4646325"/>
                <a:ext cx="267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0716" h="1" fill="none" extrusionOk="0">
                    <a:moveTo>
                      <a:pt x="0" y="1"/>
                    </a:moveTo>
                    <a:lnTo>
                      <a:pt x="10715" y="1"/>
                    </a:lnTo>
                  </a:path>
                </a:pathLst>
              </a:custGeom>
              <a:noFill/>
              <a:ln w="95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6" name="Google Shape;3006;p30"/>
              <p:cNvSpPr/>
              <p:nvPr/>
            </p:nvSpPr>
            <p:spPr>
              <a:xfrm flipH="1">
                <a:off x="8528225" y="4646325"/>
                <a:ext cx="119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772" h="1" fill="none" extrusionOk="0">
                    <a:moveTo>
                      <a:pt x="1" y="1"/>
                    </a:moveTo>
                    <a:lnTo>
                      <a:pt x="4771" y="1"/>
                    </a:lnTo>
                  </a:path>
                </a:pathLst>
              </a:custGeom>
              <a:noFill/>
              <a:ln w="95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7" name="Google Shape;3007;p30"/>
              <p:cNvSpPr/>
              <p:nvPr/>
            </p:nvSpPr>
            <p:spPr>
              <a:xfrm flipH="1">
                <a:off x="7902950" y="4364725"/>
                <a:ext cx="25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037" fill="none" extrusionOk="0">
                    <a:moveTo>
                      <a:pt x="0" y="0"/>
                    </a:moveTo>
                    <a:lnTo>
                      <a:pt x="0" y="2036"/>
                    </a:lnTo>
                  </a:path>
                </a:pathLst>
              </a:custGeom>
              <a:noFill/>
              <a:ln w="95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8" name="Google Shape;3008;p30"/>
              <p:cNvSpPr/>
              <p:nvPr/>
            </p:nvSpPr>
            <p:spPr>
              <a:xfrm flipH="1">
                <a:off x="7876575" y="4391100"/>
                <a:ext cx="5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1" fill="none" extrusionOk="0">
                    <a:moveTo>
                      <a:pt x="2051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9" name="Google Shape;3009;p30"/>
              <p:cNvSpPr/>
              <p:nvPr/>
            </p:nvSpPr>
            <p:spPr>
              <a:xfrm flipH="1">
                <a:off x="7972425" y="4859975"/>
                <a:ext cx="2385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542" h="1" fill="none" extrusionOk="0">
                    <a:moveTo>
                      <a:pt x="0" y="0"/>
                    </a:moveTo>
                    <a:lnTo>
                      <a:pt x="9541" y="0"/>
                    </a:lnTo>
                  </a:path>
                </a:pathLst>
              </a:custGeom>
              <a:noFill/>
              <a:ln w="95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0" name="Google Shape;3010;p30"/>
            <p:cNvSpPr/>
            <p:nvPr/>
          </p:nvSpPr>
          <p:spPr>
            <a:xfrm>
              <a:off x="6109155" y="1380617"/>
              <a:ext cx="1002415" cy="1000409"/>
            </a:xfrm>
            <a:custGeom>
              <a:avLst/>
              <a:gdLst/>
              <a:ahLst/>
              <a:cxnLst/>
              <a:rect l="l" t="t" r="r" b="b"/>
              <a:pathLst>
                <a:path w="11489" h="11466" extrusionOk="0">
                  <a:moveTo>
                    <a:pt x="5745" y="3710"/>
                  </a:moveTo>
                  <a:cubicBezTo>
                    <a:pt x="5013" y="3710"/>
                    <a:pt x="4306" y="4105"/>
                    <a:pt x="3953" y="4779"/>
                  </a:cubicBezTo>
                  <a:cubicBezTo>
                    <a:pt x="3414" y="5780"/>
                    <a:pt x="3807" y="7027"/>
                    <a:pt x="4779" y="7536"/>
                  </a:cubicBezTo>
                  <a:cubicBezTo>
                    <a:pt x="5085" y="7701"/>
                    <a:pt x="5413" y="7779"/>
                    <a:pt x="5737" y="7779"/>
                  </a:cubicBezTo>
                  <a:cubicBezTo>
                    <a:pt x="6473" y="7779"/>
                    <a:pt x="7183" y="7377"/>
                    <a:pt x="7537" y="6682"/>
                  </a:cubicBezTo>
                  <a:cubicBezTo>
                    <a:pt x="8075" y="5710"/>
                    <a:pt x="7683" y="4463"/>
                    <a:pt x="6705" y="3953"/>
                  </a:cubicBezTo>
                  <a:cubicBezTo>
                    <a:pt x="6399" y="3788"/>
                    <a:pt x="6070" y="3710"/>
                    <a:pt x="5745" y="3710"/>
                  </a:cubicBezTo>
                  <a:close/>
                  <a:moveTo>
                    <a:pt x="5751" y="2865"/>
                  </a:moveTo>
                  <a:cubicBezTo>
                    <a:pt x="6199" y="2865"/>
                    <a:pt x="6652" y="2970"/>
                    <a:pt x="7074" y="3192"/>
                  </a:cubicBezTo>
                  <a:cubicBezTo>
                    <a:pt x="8491" y="3953"/>
                    <a:pt x="9024" y="5680"/>
                    <a:pt x="8292" y="7074"/>
                  </a:cubicBezTo>
                  <a:cubicBezTo>
                    <a:pt x="7766" y="8061"/>
                    <a:pt x="6764" y="8619"/>
                    <a:pt x="5736" y="8619"/>
                  </a:cubicBezTo>
                  <a:cubicBezTo>
                    <a:pt x="5289" y="8619"/>
                    <a:pt x="4836" y="8514"/>
                    <a:pt x="4416" y="8292"/>
                  </a:cubicBezTo>
                  <a:cubicBezTo>
                    <a:pt x="2999" y="7536"/>
                    <a:pt x="2460" y="5803"/>
                    <a:pt x="3192" y="4392"/>
                  </a:cubicBezTo>
                  <a:cubicBezTo>
                    <a:pt x="3722" y="3421"/>
                    <a:pt x="4722" y="2865"/>
                    <a:pt x="5751" y="2865"/>
                  </a:cubicBezTo>
                  <a:close/>
                  <a:moveTo>
                    <a:pt x="5364" y="1"/>
                  </a:moveTo>
                  <a:cubicBezTo>
                    <a:pt x="4463" y="71"/>
                    <a:pt x="3584" y="341"/>
                    <a:pt x="2829" y="803"/>
                  </a:cubicBezTo>
                  <a:lnTo>
                    <a:pt x="3338" y="1904"/>
                  </a:lnTo>
                  <a:cubicBezTo>
                    <a:pt x="2999" y="2121"/>
                    <a:pt x="2683" y="2366"/>
                    <a:pt x="2413" y="2683"/>
                  </a:cubicBezTo>
                  <a:lnTo>
                    <a:pt x="1435" y="1951"/>
                  </a:lnTo>
                  <a:cubicBezTo>
                    <a:pt x="1143" y="2290"/>
                    <a:pt x="879" y="2659"/>
                    <a:pt x="657" y="3046"/>
                  </a:cubicBezTo>
                  <a:cubicBezTo>
                    <a:pt x="440" y="3461"/>
                    <a:pt x="294" y="3877"/>
                    <a:pt x="171" y="4316"/>
                  </a:cubicBezTo>
                  <a:lnTo>
                    <a:pt x="1342" y="4732"/>
                  </a:lnTo>
                  <a:cubicBezTo>
                    <a:pt x="1242" y="5124"/>
                    <a:pt x="1195" y="5534"/>
                    <a:pt x="1219" y="5926"/>
                  </a:cubicBezTo>
                  <a:lnTo>
                    <a:pt x="1" y="6120"/>
                  </a:lnTo>
                  <a:cubicBezTo>
                    <a:pt x="71" y="7027"/>
                    <a:pt x="341" y="7905"/>
                    <a:pt x="803" y="8661"/>
                  </a:cubicBezTo>
                  <a:lnTo>
                    <a:pt x="1904" y="8145"/>
                  </a:lnTo>
                  <a:cubicBezTo>
                    <a:pt x="2120" y="8491"/>
                    <a:pt x="2366" y="8807"/>
                    <a:pt x="2683" y="9076"/>
                  </a:cubicBezTo>
                  <a:lnTo>
                    <a:pt x="1951" y="10048"/>
                  </a:lnTo>
                  <a:cubicBezTo>
                    <a:pt x="2290" y="10341"/>
                    <a:pt x="2659" y="10610"/>
                    <a:pt x="3046" y="10833"/>
                  </a:cubicBezTo>
                  <a:cubicBezTo>
                    <a:pt x="3461" y="11050"/>
                    <a:pt x="3877" y="11196"/>
                    <a:pt x="4316" y="11319"/>
                  </a:cubicBezTo>
                  <a:lnTo>
                    <a:pt x="4732" y="10148"/>
                  </a:lnTo>
                  <a:cubicBezTo>
                    <a:pt x="5057" y="10230"/>
                    <a:pt x="5395" y="10277"/>
                    <a:pt x="5725" y="10277"/>
                  </a:cubicBezTo>
                  <a:cubicBezTo>
                    <a:pt x="5792" y="10277"/>
                    <a:pt x="5860" y="10275"/>
                    <a:pt x="5926" y="10271"/>
                  </a:cubicBezTo>
                  <a:lnTo>
                    <a:pt x="6120" y="11465"/>
                  </a:lnTo>
                  <a:cubicBezTo>
                    <a:pt x="7027" y="11418"/>
                    <a:pt x="7905" y="11149"/>
                    <a:pt x="8661" y="10687"/>
                  </a:cubicBezTo>
                  <a:lnTo>
                    <a:pt x="8145" y="9586"/>
                  </a:lnTo>
                  <a:cubicBezTo>
                    <a:pt x="8491" y="9369"/>
                    <a:pt x="8807" y="9123"/>
                    <a:pt x="9076" y="8807"/>
                  </a:cubicBezTo>
                  <a:lnTo>
                    <a:pt x="10048" y="9539"/>
                  </a:lnTo>
                  <a:cubicBezTo>
                    <a:pt x="10341" y="9193"/>
                    <a:pt x="10610" y="8830"/>
                    <a:pt x="10833" y="8415"/>
                  </a:cubicBezTo>
                  <a:cubicBezTo>
                    <a:pt x="11050" y="8022"/>
                    <a:pt x="11196" y="7583"/>
                    <a:pt x="11319" y="7173"/>
                  </a:cubicBezTo>
                  <a:lnTo>
                    <a:pt x="10148" y="6758"/>
                  </a:lnTo>
                  <a:cubicBezTo>
                    <a:pt x="10247" y="6365"/>
                    <a:pt x="10294" y="5950"/>
                    <a:pt x="10271" y="5563"/>
                  </a:cubicBezTo>
                  <a:lnTo>
                    <a:pt x="11489" y="5364"/>
                  </a:lnTo>
                  <a:cubicBezTo>
                    <a:pt x="11419" y="4463"/>
                    <a:pt x="11149" y="3584"/>
                    <a:pt x="10687" y="2829"/>
                  </a:cubicBezTo>
                  <a:lnTo>
                    <a:pt x="9586" y="3338"/>
                  </a:lnTo>
                  <a:cubicBezTo>
                    <a:pt x="9369" y="2999"/>
                    <a:pt x="9123" y="2683"/>
                    <a:pt x="8807" y="2413"/>
                  </a:cubicBezTo>
                  <a:lnTo>
                    <a:pt x="9539" y="1412"/>
                  </a:lnTo>
                  <a:cubicBezTo>
                    <a:pt x="9194" y="1143"/>
                    <a:pt x="8831" y="879"/>
                    <a:pt x="8415" y="657"/>
                  </a:cubicBezTo>
                  <a:cubicBezTo>
                    <a:pt x="8023" y="440"/>
                    <a:pt x="7583" y="294"/>
                    <a:pt x="7174" y="171"/>
                  </a:cubicBezTo>
                  <a:lnTo>
                    <a:pt x="6758" y="1342"/>
                  </a:lnTo>
                  <a:cubicBezTo>
                    <a:pt x="6432" y="1259"/>
                    <a:pt x="6091" y="1213"/>
                    <a:pt x="5763" y="1213"/>
                  </a:cubicBezTo>
                  <a:cubicBezTo>
                    <a:pt x="5696" y="1213"/>
                    <a:pt x="5629" y="1215"/>
                    <a:pt x="5563" y="1219"/>
                  </a:cubicBezTo>
                  <a:lnTo>
                    <a:pt x="5364" y="1"/>
                  </a:lnTo>
                  <a:close/>
                </a:path>
              </a:pathLst>
            </a:custGeom>
            <a:solidFill>
              <a:srgbClr val="E4E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p30"/>
            <p:cNvSpPr/>
            <p:nvPr/>
          </p:nvSpPr>
          <p:spPr>
            <a:xfrm>
              <a:off x="6066315" y="1346415"/>
              <a:ext cx="70585" cy="70062"/>
            </a:xfrm>
            <a:custGeom>
              <a:avLst/>
              <a:gdLst/>
              <a:ahLst/>
              <a:cxnLst/>
              <a:rect l="l" t="t" r="r" b="b"/>
              <a:pathLst>
                <a:path w="809" h="803" extrusionOk="0">
                  <a:moveTo>
                    <a:pt x="392" y="100"/>
                  </a:moveTo>
                  <a:cubicBezTo>
                    <a:pt x="562" y="100"/>
                    <a:pt x="709" y="217"/>
                    <a:pt x="709" y="393"/>
                  </a:cubicBezTo>
                  <a:cubicBezTo>
                    <a:pt x="709" y="563"/>
                    <a:pt x="562" y="709"/>
                    <a:pt x="392" y="709"/>
                  </a:cubicBezTo>
                  <a:cubicBezTo>
                    <a:pt x="223" y="709"/>
                    <a:pt x="100" y="563"/>
                    <a:pt x="100" y="393"/>
                  </a:cubicBezTo>
                  <a:cubicBezTo>
                    <a:pt x="100" y="217"/>
                    <a:pt x="223" y="100"/>
                    <a:pt x="392" y="100"/>
                  </a:cubicBezTo>
                  <a:close/>
                  <a:moveTo>
                    <a:pt x="392" y="1"/>
                  </a:moveTo>
                  <a:cubicBezTo>
                    <a:pt x="170" y="1"/>
                    <a:pt x="0" y="170"/>
                    <a:pt x="0" y="393"/>
                  </a:cubicBezTo>
                  <a:cubicBezTo>
                    <a:pt x="0" y="633"/>
                    <a:pt x="170" y="803"/>
                    <a:pt x="392" y="803"/>
                  </a:cubicBezTo>
                  <a:cubicBezTo>
                    <a:pt x="638" y="803"/>
                    <a:pt x="808" y="633"/>
                    <a:pt x="808" y="393"/>
                  </a:cubicBezTo>
                  <a:cubicBezTo>
                    <a:pt x="808" y="170"/>
                    <a:pt x="638" y="1"/>
                    <a:pt x="392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2" name="Google Shape;3012;p30"/>
            <p:cNvGrpSpPr/>
            <p:nvPr/>
          </p:nvGrpSpPr>
          <p:grpSpPr>
            <a:xfrm flipH="1">
              <a:off x="6043750" y="3678875"/>
              <a:ext cx="1421125" cy="1189900"/>
              <a:chOff x="7720150" y="3678875"/>
              <a:chExt cx="1421125" cy="1189900"/>
            </a:xfrm>
          </p:grpSpPr>
          <p:sp>
            <p:nvSpPr>
              <p:cNvPr id="3013" name="Google Shape;3013;p30"/>
              <p:cNvSpPr/>
              <p:nvPr/>
            </p:nvSpPr>
            <p:spPr>
              <a:xfrm flipH="1">
                <a:off x="8317950" y="4210000"/>
                <a:ext cx="468900" cy="658400"/>
              </a:xfrm>
              <a:custGeom>
                <a:avLst/>
                <a:gdLst/>
                <a:ahLst/>
                <a:cxnLst/>
                <a:rect l="l" t="t" r="r" b="b"/>
                <a:pathLst>
                  <a:path w="18756" h="26336" extrusionOk="0">
                    <a:moveTo>
                      <a:pt x="6731" y="1"/>
                    </a:moveTo>
                    <a:cubicBezTo>
                      <a:pt x="3837" y="1"/>
                      <a:pt x="1432" y="2225"/>
                      <a:pt x="803" y="5015"/>
                    </a:cubicBezTo>
                    <a:cubicBezTo>
                      <a:pt x="1" y="8537"/>
                      <a:pt x="1175" y="12312"/>
                      <a:pt x="2482" y="15537"/>
                    </a:cubicBezTo>
                    <a:cubicBezTo>
                      <a:pt x="3894" y="19312"/>
                      <a:pt x="5886" y="22967"/>
                      <a:pt x="8174" y="26311"/>
                    </a:cubicBezTo>
                    <a:cubicBezTo>
                      <a:pt x="8174" y="26329"/>
                      <a:pt x="8190" y="26336"/>
                      <a:pt x="8210" y="26336"/>
                    </a:cubicBezTo>
                    <a:cubicBezTo>
                      <a:pt x="8258" y="26336"/>
                      <a:pt x="8335" y="26294"/>
                      <a:pt x="8293" y="26252"/>
                    </a:cubicBezTo>
                    <a:cubicBezTo>
                      <a:pt x="6436" y="23458"/>
                      <a:pt x="4831" y="20560"/>
                      <a:pt x="3463" y="17513"/>
                    </a:cubicBezTo>
                    <a:cubicBezTo>
                      <a:pt x="2037" y="14244"/>
                      <a:pt x="684" y="10588"/>
                      <a:pt x="803" y="6932"/>
                    </a:cubicBezTo>
                    <a:cubicBezTo>
                      <a:pt x="803" y="5446"/>
                      <a:pt x="1175" y="3901"/>
                      <a:pt x="2111" y="2593"/>
                    </a:cubicBezTo>
                    <a:cubicBezTo>
                      <a:pt x="3092" y="1240"/>
                      <a:pt x="4712" y="304"/>
                      <a:pt x="6376" y="245"/>
                    </a:cubicBezTo>
                    <a:cubicBezTo>
                      <a:pt x="6494" y="238"/>
                      <a:pt x="6611" y="235"/>
                      <a:pt x="6727" y="235"/>
                    </a:cubicBezTo>
                    <a:cubicBezTo>
                      <a:pt x="10981" y="235"/>
                      <a:pt x="13663" y="4679"/>
                      <a:pt x="14921" y="8166"/>
                    </a:cubicBezTo>
                    <a:cubicBezTo>
                      <a:pt x="16972" y="13991"/>
                      <a:pt x="17715" y="20188"/>
                      <a:pt x="18577" y="26252"/>
                    </a:cubicBezTo>
                    <a:cubicBezTo>
                      <a:pt x="18577" y="26297"/>
                      <a:pt x="18603" y="26316"/>
                      <a:pt x="18635" y="26316"/>
                    </a:cubicBezTo>
                    <a:cubicBezTo>
                      <a:pt x="18687" y="26316"/>
                      <a:pt x="18755" y="26266"/>
                      <a:pt x="18755" y="26192"/>
                    </a:cubicBezTo>
                    <a:cubicBezTo>
                      <a:pt x="17953" y="20367"/>
                      <a:pt x="17269" y="14482"/>
                      <a:pt x="15352" y="8968"/>
                    </a:cubicBezTo>
                    <a:cubicBezTo>
                      <a:pt x="14119" y="5193"/>
                      <a:pt x="11830" y="676"/>
                      <a:pt x="7491" y="52"/>
                    </a:cubicBezTo>
                    <a:cubicBezTo>
                      <a:pt x="7234" y="17"/>
                      <a:pt x="6981" y="1"/>
                      <a:pt x="6731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4" name="Google Shape;3014;p30"/>
              <p:cNvSpPr/>
              <p:nvPr/>
            </p:nvSpPr>
            <p:spPr>
              <a:xfrm flipH="1">
                <a:off x="8430900" y="4219075"/>
                <a:ext cx="222950" cy="648725"/>
              </a:xfrm>
              <a:custGeom>
                <a:avLst/>
                <a:gdLst/>
                <a:ahLst/>
                <a:cxnLst/>
                <a:rect l="l" t="t" r="r" b="b"/>
                <a:pathLst>
                  <a:path w="8918" h="25949" fill="none" extrusionOk="0">
                    <a:moveTo>
                      <a:pt x="1" y="1"/>
                    </a:moveTo>
                    <a:lnTo>
                      <a:pt x="8918" y="25948"/>
                    </a:ln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5" name="Google Shape;3015;p30"/>
              <p:cNvSpPr/>
              <p:nvPr/>
            </p:nvSpPr>
            <p:spPr>
              <a:xfrm flipH="1">
                <a:off x="8746700" y="4381150"/>
                <a:ext cx="394575" cy="487250"/>
              </a:xfrm>
              <a:custGeom>
                <a:avLst/>
                <a:gdLst/>
                <a:ahLst/>
                <a:cxnLst/>
                <a:rect l="l" t="t" r="r" b="b"/>
                <a:pathLst>
                  <a:path w="15783" h="19490" extrusionOk="0">
                    <a:moveTo>
                      <a:pt x="5538" y="1"/>
                    </a:moveTo>
                    <a:cubicBezTo>
                      <a:pt x="3190" y="1"/>
                      <a:pt x="1020" y="1555"/>
                      <a:pt x="550" y="3920"/>
                    </a:cubicBezTo>
                    <a:cubicBezTo>
                      <a:pt x="0" y="6462"/>
                      <a:pt x="1055" y="9256"/>
                      <a:pt x="2170" y="11544"/>
                    </a:cubicBezTo>
                    <a:cubicBezTo>
                      <a:pt x="3522" y="14383"/>
                      <a:pt x="5261" y="17058"/>
                      <a:pt x="7178" y="19465"/>
                    </a:cubicBezTo>
                    <a:cubicBezTo>
                      <a:pt x="7195" y="19483"/>
                      <a:pt x="7219" y="19490"/>
                      <a:pt x="7242" y="19490"/>
                    </a:cubicBezTo>
                    <a:cubicBezTo>
                      <a:pt x="7298" y="19490"/>
                      <a:pt x="7350" y="19448"/>
                      <a:pt x="7297" y="19406"/>
                    </a:cubicBezTo>
                    <a:cubicBezTo>
                      <a:pt x="5751" y="17429"/>
                      <a:pt x="4399" y="15319"/>
                      <a:pt x="3151" y="13090"/>
                    </a:cubicBezTo>
                    <a:cubicBezTo>
                      <a:pt x="1858" y="10801"/>
                      <a:pt x="609" y="8067"/>
                      <a:pt x="550" y="5347"/>
                    </a:cubicBezTo>
                    <a:cubicBezTo>
                      <a:pt x="550" y="4232"/>
                      <a:pt x="803" y="3058"/>
                      <a:pt x="1546" y="2122"/>
                    </a:cubicBezTo>
                    <a:cubicBezTo>
                      <a:pt x="2408" y="1008"/>
                      <a:pt x="3775" y="339"/>
                      <a:pt x="5142" y="205"/>
                    </a:cubicBezTo>
                    <a:cubicBezTo>
                      <a:pt x="5304" y="190"/>
                      <a:pt x="5464" y="183"/>
                      <a:pt x="5622" y="183"/>
                    </a:cubicBezTo>
                    <a:cubicBezTo>
                      <a:pt x="8778" y="183"/>
                      <a:pt x="11072" y="3075"/>
                      <a:pt x="12261" y="5778"/>
                    </a:cubicBezTo>
                    <a:cubicBezTo>
                      <a:pt x="14118" y="10117"/>
                      <a:pt x="14802" y="14828"/>
                      <a:pt x="15545" y="19406"/>
                    </a:cubicBezTo>
                    <a:cubicBezTo>
                      <a:pt x="15568" y="19451"/>
                      <a:pt x="15608" y="19470"/>
                      <a:pt x="15648" y="19470"/>
                    </a:cubicBezTo>
                    <a:cubicBezTo>
                      <a:pt x="15715" y="19470"/>
                      <a:pt x="15783" y="19420"/>
                      <a:pt x="15783" y="19346"/>
                    </a:cubicBezTo>
                    <a:cubicBezTo>
                      <a:pt x="15040" y="14947"/>
                      <a:pt x="14356" y="10370"/>
                      <a:pt x="12692" y="6209"/>
                    </a:cubicBezTo>
                    <a:cubicBezTo>
                      <a:pt x="11518" y="3371"/>
                      <a:pt x="9407" y="339"/>
                      <a:pt x="6063" y="27"/>
                    </a:cubicBezTo>
                    <a:cubicBezTo>
                      <a:pt x="5888" y="9"/>
                      <a:pt x="5712" y="1"/>
                      <a:pt x="5538" y="1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6" name="Google Shape;3016;p30"/>
              <p:cNvSpPr/>
              <p:nvPr/>
            </p:nvSpPr>
            <p:spPr>
              <a:xfrm flipH="1">
                <a:off x="8838100" y="4387750"/>
                <a:ext cx="191725" cy="480050"/>
              </a:xfrm>
              <a:custGeom>
                <a:avLst/>
                <a:gdLst/>
                <a:ahLst/>
                <a:cxnLst/>
                <a:rect l="l" t="t" r="r" b="b"/>
                <a:pathLst>
                  <a:path w="7669" h="19202" fill="none" extrusionOk="0">
                    <a:moveTo>
                      <a:pt x="0" y="1"/>
                    </a:moveTo>
                    <a:lnTo>
                      <a:pt x="7669" y="19201"/>
                    </a:ln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7" name="Google Shape;3017;p30"/>
              <p:cNvSpPr/>
              <p:nvPr/>
            </p:nvSpPr>
            <p:spPr>
              <a:xfrm flipH="1">
                <a:off x="7720150" y="3678875"/>
                <a:ext cx="655050" cy="1187425"/>
              </a:xfrm>
              <a:custGeom>
                <a:avLst/>
                <a:gdLst/>
                <a:ahLst/>
                <a:cxnLst/>
                <a:rect l="l" t="t" r="r" b="b"/>
                <a:pathLst>
                  <a:path w="26202" h="47497" fill="none" extrusionOk="0">
                    <a:moveTo>
                      <a:pt x="14743" y="47497"/>
                    </a:moveTo>
                    <a:cubicBezTo>
                      <a:pt x="5767" y="31268"/>
                      <a:pt x="1" y="15174"/>
                      <a:pt x="7253" y="7550"/>
                    </a:cubicBezTo>
                    <a:cubicBezTo>
                      <a:pt x="14372" y="1"/>
                      <a:pt x="21862" y="8977"/>
                      <a:pt x="23660" y="16913"/>
                    </a:cubicBezTo>
                    <a:cubicBezTo>
                      <a:pt x="25889" y="26632"/>
                      <a:pt x="26201" y="37153"/>
                      <a:pt x="26142" y="47497"/>
                    </a:cubicBez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8" name="Google Shape;3018;p30"/>
              <p:cNvSpPr/>
              <p:nvPr/>
            </p:nvSpPr>
            <p:spPr>
              <a:xfrm flipH="1">
                <a:off x="7859475" y="3818200"/>
                <a:ext cx="269400" cy="1046625"/>
              </a:xfrm>
              <a:custGeom>
                <a:avLst/>
                <a:gdLst/>
                <a:ahLst/>
                <a:cxnLst/>
                <a:rect l="l" t="t" r="r" b="b"/>
                <a:pathLst>
                  <a:path w="10776" h="41865" fill="none" extrusionOk="0">
                    <a:moveTo>
                      <a:pt x="1" y="0"/>
                    </a:moveTo>
                    <a:lnTo>
                      <a:pt x="10775" y="41864"/>
                    </a:ln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9" name="Google Shape;3019;p30"/>
              <p:cNvSpPr/>
              <p:nvPr/>
            </p:nvSpPr>
            <p:spPr>
              <a:xfrm flipH="1">
                <a:off x="7999375" y="4052600"/>
                <a:ext cx="545975" cy="816175"/>
              </a:xfrm>
              <a:custGeom>
                <a:avLst/>
                <a:gdLst/>
                <a:ahLst/>
                <a:cxnLst/>
                <a:rect l="l" t="t" r="r" b="b"/>
                <a:pathLst>
                  <a:path w="21839" h="32647" extrusionOk="0">
                    <a:moveTo>
                      <a:pt x="5279" y="0"/>
                    </a:moveTo>
                    <a:cubicBezTo>
                      <a:pt x="4390" y="0"/>
                      <a:pt x="3503" y="226"/>
                      <a:pt x="2720" y="775"/>
                    </a:cubicBezTo>
                    <a:cubicBezTo>
                      <a:pt x="1427" y="1651"/>
                      <a:pt x="684" y="3138"/>
                      <a:pt x="372" y="4683"/>
                    </a:cubicBezTo>
                    <a:cubicBezTo>
                      <a:pt x="0" y="6600"/>
                      <a:pt x="179" y="8577"/>
                      <a:pt x="431" y="10509"/>
                    </a:cubicBezTo>
                    <a:cubicBezTo>
                      <a:pt x="803" y="12916"/>
                      <a:pt x="1487" y="15339"/>
                      <a:pt x="2230" y="17627"/>
                    </a:cubicBezTo>
                    <a:cubicBezTo>
                      <a:pt x="3835" y="22769"/>
                      <a:pt x="6004" y="27658"/>
                      <a:pt x="8055" y="32607"/>
                    </a:cubicBezTo>
                    <a:cubicBezTo>
                      <a:pt x="8080" y="32632"/>
                      <a:pt x="8115" y="32646"/>
                      <a:pt x="8143" y="32646"/>
                    </a:cubicBezTo>
                    <a:cubicBezTo>
                      <a:pt x="8182" y="32646"/>
                      <a:pt x="8209" y="32617"/>
                      <a:pt x="8174" y="32548"/>
                    </a:cubicBezTo>
                    <a:cubicBezTo>
                      <a:pt x="6495" y="28401"/>
                      <a:pt x="4711" y="24315"/>
                      <a:pt x="3225" y="20168"/>
                    </a:cubicBezTo>
                    <a:cubicBezTo>
                      <a:pt x="1739" y="15948"/>
                      <a:pt x="253" y="11371"/>
                      <a:pt x="372" y="6853"/>
                    </a:cubicBezTo>
                    <a:cubicBezTo>
                      <a:pt x="372" y="5174"/>
                      <a:pt x="684" y="3375"/>
                      <a:pt x="1739" y="2023"/>
                    </a:cubicBezTo>
                    <a:cubicBezTo>
                      <a:pt x="2612" y="812"/>
                      <a:pt x="3895" y="204"/>
                      <a:pt x="5303" y="204"/>
                    </a:cubicBezTo>
                    <a:cubicBezTo>
                      <a:pt x="5693" y="204"/>
                      <a:pt x="6092" y="250"/>
                      <a:pt x="6495" y="344"/>
                    </a:cubicBezTo>
                    <a:cubicBezTo>
                      <a:pt x="8664" y="849"/>
                      <a:pt x="10582" y="2394"/>
                      <a:pt x="12008" y="4059"/>
                    </a:cubicBezTo>
                    <a:cubicBezTo>
                      <a:pt x="14059" y="6288"/>
                      <a:pt x="15352" y="8948"/>
                      <a:pt x="16467" y="11742"/>
                    </a:cubicBezTo>
                    <a:cubicBezTo>
                      <a:pt x="19008" y="18430"/>
                      <a:pt x="20063" y="25548"/>
                      <a:pt x="21609" y="32488"/>
                    </a:cubicBezTo>
                    <a:cubicBezTo>
                      <a:pt x="21609" y="32534"/>
                      <a:pt x="21645" y="32553"/>
                      <a:pt x="21688" y="32553"/>
                    </a:cubicBezTo>
                    <a:cubicBezTo>
                      <a:pt x="21756" y="32553"/>
                      <a:pt x="21838" y="32502"/>
                      <a:pt x="21802" y="32429"/>
                    </a:cubicBezTo>
                    <a:cubicBezTo>
                      <a:pt x="20316" y="25920"/>
                      <a:pt x="19320" y="19173"/>
                      <a:pt x="17091" y="12857"/>
                    </a:cubicBezTo>
                    <a:cubicBezTo>
                      <a:pt x="16095" y="10063"/>
                      <a:pt x="14921" y="7343"/>
                      <a:pt x="13063" y="4995"/>
                    </a:cubicBezTo>
                    <a:cubicBezTo>
                      <a:pt x="11637" y="3138"/>
                      <a:pt x="9838" y="1399"/>
                      <a:pt x="7609" y="477"/>
                    </a:cubicBezTo>
                    <a:cubicBezTo>
                      <a:pt x="6878" y="182"/>
                      <a:pt x="6078" y="0"/>
                      <a:pt x="5279" y="0"/>
                    </a:cubicBezTo>
                    <a:close/>
                  </a:path>
                </a:pathLst>
              </a:custGeom>
              <a:solidFill>
                <a:srgbClr val="94A2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0" name="Google Shape;3020;p30"/>
              <p:cNvSpPr/>
              <p:nvPr/>
            </p:nvSpPr>
            <p:spPr>
              <a:xfrm flipH="1">
                <a:off x="8167475" y="4058200"/>
                <a:ext cx="274225" cy="809600"/>
              </a:xfrm>
              <a:custGeom>
                <a:avLst/>
                <a:gdLst/>
                <a:ahLst/>
                <a:cxnLst/>
                <a:rect l="l" t="t" r="r" b="b"/>
                <a:pathLst>
                  <a:path w="10969" h="32384" fill="none" extrusionOk="0">
                    <a:moveTo>
                      <a:pt x="1" y="1"/>
                    </a:moveTo>
                    <a:lnTo>
                      <a:pt x="10968" y="32383"/>
                    </a:lnTo>
                  </a:path>
                </a:pathLst>
              </a:custGeom>
              <a:noFill/>
              <a:ln w="9525" cap="flat" cmpd="sng">
                <a:solidFill>
                  <a:srgbClr val="94A2D3"/>
                </a:solidFill>
                <a:prstDash val="solid"/>
                <a:miter lim="148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1" name="Google Shape;3021;p30"/>
              <p:cNvSpPr/>
              <p:nvPr/>
            </p:nvSpPr>
            <p:spPr>
              <a:xfrm flipH="1">
                <a:off x="8729600" y="4646325"/>
                <a:ext cx="267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0716" h="1" fill="none" extrusionOk="0">
                    <a:moveTo>
                      <a:pt x="0" y="1"/>
                    </a:moveTo>
                    <a:lnTo>
                      <a:pt x="10715" y="1"/>
                    </a:lnTo>
                  </a:path>
                </a:pathLst>
              </a:custGeom>
              <a:noFill/>
              <a:ln w="95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2" name="Google Shape;3022;p30"/>
              <p:cNvSpPr/>
              <p:nvPr/>
            </p:nvSpPr>
            <p:spPr>
              <a:xfrm flipH="1">
                <a:off x="8528225" y="4646325"/>
                <a:ext cx="119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772" h="1" fill="none" extrusionOk="0">
                    <a:moveTo>
                      <a:pt x="1" y="1"/>
                    </a:moveTo>
                    <a:lnTo>
                      <a:pt x="4771" y="1"/>
                    </a:lnTo>
                  </a:path>
                </a:pathLst>
              </a:custGeom>
              <a:noFill/>
              <a:ln w="95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3" name="Google Shape;3023;p30"/>
              <p:cNvSpPr/>
              <p:nvPr/>
            </p:nvSpPr>
            <p:spPr>
              <a:xfrm flipH="1">
                <a:off x="7902950" y="4364725"/>
                <a:ext cx="25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037" fill="none" extrusionOk="0">
                    <a:moveTo>
                      <a:pt x="0" y="0"/>
                    </a:moveTo>
                    <a:lnTo>
                      <a:pt x="0" y="2036"/>
                    </a:lnTo>
                  </a:path>
                </a:pathLst>
              </a:custGeom>
              <a:noFill/>
              <a:ln w="95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4" name="Google Shape;3024;p30"/>
              <p:cNvSpPr/>
              <p:nvPr/>
            </p:nvSpPr>
            <p:spPr>
              <a:xfrm flipH="1">
                <a:off x="7876575" y="4391100"/>
                <a:ext cx="5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1" fill="none" extrusionOk="0">
                    <a:moveTo>
                      <a:pt x="2051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5" name="Google Shape;3025;p30"/>
              <p:cNvSpPr/>
              <p:nvPr/>
            </p:nvSpPr>
            <p:spPr>
              <a:xfrm flipH="1">
                <a:off x="7972425" y="4859975"/>
                <a:ext cx="2385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542" h="1" fill="none" extrusionOk="0">
                    <a:moveTo>
                      <a:pt x="0" y="0"/>
                    </a:moveTo>
                    <a:lnTo>
                      <a:pt x="9541" y="0"/>
                    </a:lnTo>
                  </a:path>
                </a:pathLst>
              </a:custGeom>
              <a:noFill/>
              <a:ln w="9525" cap="rnd" cmpd="sng">
                <a:solidFill>
                  <a:srgbClr val="B8C7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26" name="Google Shape;3026;p30"/>
            <p:cNvSpPr/>
            <p:nvPr/>
          </p:nvSpPr>
          <p:spPr>
            <a:xfrm>
              <a:off x="6236872" y="2743914"/>
              <a:ext cx="70062" cy="72679"/>
            </a:xfrm>
            <a:custGeom>
              <a:avLst/>
              <a:gdLst/>
              <a:ahLst/>
              <a:cxnLst/>
              <a:rect l="l" t="t" r="r" b="b"/>
              <a:pathLst>
                <a:path w="803" h="833" extrusionOk="0">
                  <a:moveTo>
                    <a:pt x="393" y="100"/>
                  </a:moveTo>
                  <a:cubicBezTo>
                    <a:pt x="562" y="100"/>
                    <a:pt x="709" y="247"/>
                    <a:pt x="709" y="416"/>
                  </a:cubicBezTo>
                  <a:cubicBezTo>
                    <a:pt x="709" y="586"/>
                    <a:pt x="562" y="733"/>
                    <a:pt x="393" y="733"/>
                  </a:cubicBezTo>
                  <a:cubicBezTo>
                    <a:pt x="217" y="733"/>
                    <a:pt x="100" y="586"/>
                    <a:pt x="100" y="416"/>
                  </a:cubicBezTo>
                  <a:cubicBezTo>
                    <a:pt x="100" y="247"/>
                    <a:pt x="217" y="100"/>
                    <a:pt x="393" y="100"/>
                  </a:cubicBezTo>
                  <a:close/>
                  <a:moveTo>
                    <a:pt x="393" y="1"/>
                  </a:moveTo>
                  <a:cubicBezTo>
                    <a:pt x="170" y="1"/>
                    <a:pt x="0" y="200"/>
                    <a:pt x="0" y="416"/>
                  </a:cubicBezTo>
                  <a:cubicBezTo>
                    <a:pt x="0" y="639"/>
                    <a:pt x="170" y="832"/>
                    <a:pt x="393" y="832"/>
                  </a:cubicBezTo>
                  <a:cubicBezTo>
                    <a:pt x="633" y="832"/>
                    <a:pt x="802" y="639"/>
                    <a:pt x="802" y="416"/>
                  </a:cubicBezTo>
                  <a:cubicBezTo>
                    <a:pt x="802" y="200"/>
                    <a:pt x="633" y="1"/>
                    <a:pt x="393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30"/>
            <p:cNvSpPr/>
            <p:nvPr/>
          </p:nvSpPr>
          <p:spPr>
            <a:xfrm>
              <a:off x="7903337" y="3151249"/>
              <a:ext cx="51129" cy="51216"/>
            </a:xfrm>
            <a:custGeom>
              <a:avLst/>
              <a:gdLst/>
              <a:ahLst/>
              <a:cxnLst/>
              <a:rect l="l" t="t" r="r" b="b"/>
              <a:pathLst>
                <a:path w="586" h="587" extrusionOk="0">
                  <a:moveTo>
                    <a:pt x="293" y="100"/>
                  </a:moveTo>
                  <a:cubicBezTo>
                    <a:pt x="416" y="100"/>
                    <a:pt x="486" y="200"/>
                    <a:pt x="486" y="294"/>
                  </a:cubicBezTo>
                  <a:cubicBezTo>
                    <a:pt x="486" y="393"/>
                    <a:pt x="416" y="493"/>
                    <a:pt x="293" y="493"/>
                  </a:cubicBezTo>
                  <a:cubicBezTo>
                    <a:pt x="194" y="493"/>
                    <a:pt x="100" y="393"/>
                    <a:pt x="100" y="294"/>
                  </a:cubicBezTo>
                  <a:cubicBezTo>
                    <a:pt x="100" y="200"/>
                    <a:pt x="194" y="100"/>
                    <a:pt x="293" y="100"/>
                  </a:cubicBezTo>
                  <a:close/>
                  <a:moveTo>
                    <a:pt x="293" y="1"/>
                  </a:moveTo>
                  <a:cubicBezTo>
                    <a:pt x="147" y="1"/>
                    <a:pt x="0" y="124"/>
                    <a:pt x="0" y="294"/>
                  </a:cubicBezTo>
                  <a:cubicBezTo>
                    <a:pt x="0" y="463"/>
                    <a:pt x="147" y="586"/>
                    <a:pt x="293" y="586"/>
                  </a:cubicBezTo>
                  <a:cubicBezTo>
                    <a:pt x="463" y="586"/>
                    <a:pt x="586" y="463"/>
                    <a:pt x="586" y="294"/>
                  </a:cubicBezTo>
                  <a:cubicBezTo>
                    <a:pt x="586" y="124"/>
                    <a:pt x="463" y="1"/>
                    <a:pt x="293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p30"/>
            <p:cNvSpPr/>
            <p:nvPr/>
          </p:nvSpPr>
          <p:spPr>
            <a:xfrm>
              <a:off x="6370726" y="2444793"/>
              <a:ext cx="53222" cy="51128"/>
            </a:xfrm>
            <a:custGeom>
              <a:avLst/>
              <a:gdLst/>
              <a:ahLst/>
              <a:cxnLst/>
              <a:rect l="l" t="t" r="r" b="b"/>
              <a:pathLst>
                <a:path w="610" h="586" extrusionOk="0">
                  <a:moveTo>
                    <a:pt x="317" y="100"/>
                  </a:moveTo>
                  <a:cubicBezTo>
                    <a:pt x="416" y="100"/>
                    <a:pt x="516" y="170"/>
                    <a:pt x="516" y="293"/>
                  </a:cubicBezTo>
                  <a:cubicBezTo>
                    <a:pt x="516" y="392"/>
                    <a:pt x="416" y="486"/>
                    <a:pt x="317" y="486"/>
                  </a:cubicBezTo>
                  <a:cubicBezTo>
                    <a:pt x="194" y="486"/>
                    <a:pt x="100" y="392"/>
                    <a:pt x="100" y="293"/>
                  </a:cubicBezTo>
                  <a:cubicBezTo>
                    <a:pt x="100" y="170"/>
                    <a:pt x="194" y="100"/>
                    <a:pt x="317" y="100"/>
                  </a:cubicBezTo>
                  <a:close/>
                  <a:moveTo>
                    <a:pt x="317" y="0"/>
                  </a:moveTo>
                  <a:cubicBezTo>
                    <a:pt x="147" y="0"/>
                    <a:pt x="1" y="123"/>
                    <a:pt x="1" y="293"/>
                  </a:cubicBezTo>
                  <a:cubicBezTo>
                    <a:pt x="1" y="439"/>
                    <a:pt x="147" y="586"/>
                    <a:pt x="317" y="586"/>
                  </a:cubicBezTo>
                  <a:cubicBezTo>
                    <a:pt x="463" y="586"/>
                    <a:pt x="610" y="439"/>
                    <a:pt x="610" y="293"/>
                  </a:cubicBezTo>
                  <a:cubicBezTo>
                    <a:pt x="610" y="123"/>
                    <a:pt x="463" y="0"/>
                    <a:pt x="317" y="0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p30"/>
            <p:cNvSpPr/>
            <p:nvPr/>
          </p:nvSpPr>
          <p:spPr>
            <a:xfrm>
              <a:off x="7213636" y="1906292"/>
              <a:ext cx="51216" cy="51216"/>
            </a:xfrm>
            <a:custGeom>
              <a:avLst/>
              <a:gdLst/>
              <a:ahLst/>
              <a:cxnLst/>
              <a:rect l="l" t="t" r="r" b="b"/>
              <a:pathLst>
                <a:path w="587" h="587" extrusionOk="0">
                  <a:moveTo>
                    <a:pt x="294" y="95"/>
                  </a:moveTo>
                  <a:cubicBezTo>
                    <a:pt x="393" y="95"/>
                    <a:pt x="487" y="171"/>
                    <a:pt x="487" y="294"/>
                  </a:cubicBezTo>
                  <a:cubicBezTo>
                    <a:pt x="487" y="387"/>
                    <a:pt x="393" y="487"/>
                    <a:pt x="294" y="487"/>
                  </a:cubicBezTo>
                  <a:cubicBezTo>
                    <a:pt x="171" y="487"/>
                    <a:pt x="100" y="387"/>
                    <a:pt x="100" y="294"/>
                  </a:cubicBezTo>
                  <a:cubicBezTo>
                    <a:pt x="100" y="171"/>
                    <a:pt x="171" y="95"/>
                    <a:pt x="294" y="95"/>
                  </a:cubicBezTo>
                  <a:close/>
                  <a:moveTo>
                    <a:pt x="294" y="1"/>
                  </a:moveTo>
                  <a:cubicBezTo>
                    <a:pt x="124" y="1"/>
                    <a:pt x="1" y="124"/>
                    <a:pt x="1" y="294"/>
                  </a:cubicBezTo>
                  <a:cubicBezTo>
                    <a:pt x="1" y="463"/>
                    <a:pt x="124" y="586"/>
                    <a:pt x="294" y="586"/>
                  </a:cubicBezTo>
                  <a:cubicBezTo>
                    <a:pt x="440" y="586"/>
                    <a:pt x="586" y="463"/>
                    <a:pt x="586" y="294"/>
                  </a:cubicBezTo>
                  <a:cubicBezTo>
                    <a:pt x="586" y="124"/>
                    <a:pt x="440" y="1"/>
                    <a:pt x="294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30"/>
            <p:cNvSpPr/>
            <p:nvPr/>
          </p:nvSpPr>
          <p:spPr>
            <a:xfrm>
              <a:off x="7166696" y="3472587"/>
              <a:ext cx="51129" cy="51216"/>
            </a:xfrm>
            <a:custGeom>
              <a:avLst/>
              <a:gdLst/>
              <a:ahLst/>
              <a:cxnLst/>
              <a:rect l="l" t="t" r="r" b="b"/>
              <a:pathLst>
                <a:path w="586" h="587" extrusionOk="0">
                  <a:moveTo>
                    <a:pt x="293" y="100"/>
                  </a:moveTo>
                  <a:cubicBezTo>
                    <a:pt x="416" y="100"/>
                    <a:pt x="492" y="176"/>
                    <a:pt x="492" y="293"/>
                  </a:cubicBezTo>
                  <a:cubicBezTo>
                    <a:pt x="492" y="393"/>
                    <a:pt x="416" y="492"/>
                    <a:pt x="293" y="492"/>
                  </a:cubicBezTo>
                  <a:cubicBezTo>
                    <a:pt x="199" y="492"/>
                    <a:pt x="100" y="393"/>
                    <a:pt x="100" y="293"/>
                  </a:cubicBezTo>
                  <a:cubicBezTo>
                    <a:pt x="100" y="176"/>
                    <a:pt x="199" y="100"/>
                    <a:pt x="293" y="100"/>
                  </a:cubicBezTo>
                  <a:close/>
                  <a:moveTo>
                    <a:pt x="293" y="1"/>
                  </a:moveTo>
                  <a:cubicBezTo>
                    <a:pt x="147" y="1"/>
                    <a:pt x="0" y="124"/>
                    <a:pt x="0" y="293"/>
                  </a:cubicBezTo>
                  <a:cubicBezTo>
                    <a:pt x="0" y="440"/>
                    <a:pt x="147" y="586"/>
                    <a:pt x="293" y="586"/>
                  </a:cubicBezTo>
                  <a:cubicBezTo>
                    <a:pt x="469" y="586"/>
                    <a:pt x="586" y="440"/>
                    <a:pt x="586" y="293"/>
                  </a:cubicBezTo>
                  <a:cubicBezTo>
                    <a:pt x="586" y="124"/>
                    <a:pt x="469" y="1"/>
                    <a:pt x="293" y="1"/>
                  </a:cubicBezTo>
                  <a:close/>
                </a:path>
              </a:pathLst>
            </a:custGeom>
            <a:solidFill>
              <a:srgbClr val="ADB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30"/>
            <p:cNvSpPr/>
            <p:nvPr/>
          </p:nvSpPr>
          <p:spPr>
            <a:xfrm>
              <a:off x="6753923" y="3098114"/>
              <a:ext cx="47028" cy="49122"/>
            </a:xfrm>
            <a:custGeom>
              <a:avLst/>
              <a:gdLst/>
              <a:ahLst/>
              <a:cxnLst/>
              <a:rect l="l" t="t" r="r" b="b"/>
              <a:pathLst>
                <a:path w="539" h="563" extrusionOk="0">
                  <a:moveTo>
                    <a:pt x="100" y="1"/>
                  </a:moveTo>
                  <a:cubicBezTo>
                    <a:pt x="47" y="1"/>
                    <a:pt x="0" y="48"/>
                    <a:pt x="0" y="124"/>
                  </a:cubicBezTo>
                  <a:lnTo>
                    <a:pt x="0" y="440"/>
                  </a:lnTo>
                  <a:cubicBezTo>
                    <a:pt x="0" y="516"/>
                    <a:pt x="47" y="563"/>
                    <a:pt x="100" y="563"/>
                  </a:cubicBezTo>
                  <a:lnTo>
                    <a:pt x="439" y="563"/>
                  </a:lnTo>
                  <a:cubicBezTo>
                    <a:pt x="486" y="563"/>
                    <a:pt x="539" y="516"/>
                    <a:pt x="539" y="440"/>
                  </a:cubicBezTo>
                  <a:lnTo>
                    <a:pt x="539" y="124"/>
                  </a:lnTo>
                  <a:cubicBezTo>
                    <a:pt x="539" y="48"/>
                    <a:pt x="486" y="1"/>
                    <a:pt x="43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30"/>
            <p:cNvSpPr/>
            <p:nvPr/>
          </p:nvSpPr>
          <p:spPr>
            <a:xfrm>
              <a:off x="7281603" y="4496891"/>
              <a:ext cx="311221" cy="340275"/>
            </a:xfrm>
            <a:custGeom>
              <a:avLst/>
              <a:gdLst/>
              <a:ahLst/>
              <a:cxnLst/>
              <a:rect l="l" t="t" r="r" b="b"/>
              <a:pathLst>
                <a:path w="3567" h="3900" extrusionOk="0">
                  <a:moveTo>
                    <a:pt x="1248" y="0"/>
                  </a:moveTo>
                  <a:lnTo>
                    <a:pt x="1587" y="2898"/>
                  </a:lnTo>
                  <a:lnTo>
                    <a:pt x="100" y="3583"/>
                  </a:lnTo>
                  <a:cubicBezTo>
                    <a:pt x="53" y="3607"/>
                    <a:pt x="1" y="3660"/>
                    <a:pt x="1" y="3730"/>
                  </a:cubicBezTo>
                  <a:cubicBezTo>
                    <a:pt x="1" y="3806"/>
                    <a:pt x="77" y="3876"/>
                    <a:pt x="147" y="3876"/>
                  </a:cubicBezTo>
                  <a:lnTo>
                    <a:pt x="3467" y="3900"/>
                  </a:lnTo>
                  <a:lnTo>
                    <a:pt x="3566" y="3021"/>
                  </a:lnTo>
                  <a:lnTo>
                    <a:pt x="3397" y="240"/>
                  </a:lnTo>
                  <a:lnTo>
                    <a:pt x="124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30"/>
            <p:cNvSpPr/>
            <p:nvPr/>
          </p:nvSpPr>
          <p:spPr>
            <a:xfrm>
              <a:off x="7264764" y="4749739"/>
              <a:ext cx="336262" cy="117613"/>
            </a:xfrm>
            <a:custGeom>
              <a:avLst/>
              <a:gdLst/>
              <a:ahLst/>
              <a:cxnLst/>
              <a:rect l="l" t="t" r="r" b="b"/>
              <a:pathLst>
                <a:path w="3854" h="1348" extrusionOk="0">
                  <a:moveTo>
                    <a:pt x="1780" y="0"/>
                  </a:moveTo>
                  <a:lnTo>
                    <a:pt x="223" y="685"/>
                  </a:lnTo>
                  <a:cubicBezTo>
                    <a:pt x="147" y="709"/>
                    <a:pt x="76" y="832"/>
                    <a:pt x="47" y="955"/>
                  </a:cubicBezTo>
                  <a:cubicBezTo>
                    <a:pt x="47" y="955"/>
                    <a:pt x="0" y="1318"/>
                    <a:pt x="76" y="1318"/>
                  </a:cubicBezTo>
                  <a:lnTo>
                    <a:pt x="3783" y="1347"/>
                  </a:lnTo>
                  <a:cubicBezTo>
                    <a:pt x="3830" y="1347"/>
                    <a:pt x="3853" y="1318"/>
                    <a:pt x="3853" y="1271"/>
                  </a:cubicBezTo>
                  <a:lnTo>
                    <a:pt x="3783" y="100"/>
                  </a:lnTo>
                  <a:cubicBezTo>
                    <a:pt x="3783" y="100"/>
                    <a:pt x="3387" y="195"/>
                    <a:pt x="2881" y="195"/>
                  </a:cubicBezTo>
                  <a:cubicBezTo>
                    <a:pt x="2535" y="195"/>
                    <a:pt x="2137" y="150"/>
                    <a:pt x="17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30"/>
            <p:cNvSpPr/>
            <p:nvPr/>
          </p:nvSpPr>
          <p:spPr>
            <a:xfrm>
              <a:off x="7388395" y="4754363"/>
              <a:ext cx="25651" cy="36296"/>
            </a:xfrm>
            <a:custGeom>
              <a:avLst/>
              <a:gdLst/>
              <a:ahLst/>
              <a:cxnLst/>
              <a:rect l="l" t="t" r="r" b="b"/>
              <a:pathLst>
                <a:path w="294" h="416" extrusionOk="0">
                  <a:moveTo>
                    <a:pt x="47" y="0"/>
                  </a:moveTo>
                  <a:lnTo>
                    <a:pt x="0" y="47"/>
                  </a:lnTo>
                  <a:cubicBezTo>
                    <a:pt x="94" y="147"/>
                    <a:pt x="170" y="269"/>
                    <a:pt x="217" y="416"/>
                  </a:cubicBezTo>
                  <a:lnTo>
                    <a:pt x="293" y="387"/>
                  </a:lnTo>
                  <a:cubicBezTo>
                    <a:pt x="217" y="240"/>
                    <a:pt x="147" y="123"/>
                    <a:pt x="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p30"/>
            <p:cNvSpPr/>
            <p:nvPr/>
          </p:nvSpPr>
          <p:spPr>
            <a:xfrm>
              <a:off x="7371033" y="4765094"/>
              <a:ext cx="21551" cy="29665"/>
            </a:xfrm>
            <a:custGeom>
              <a:avLst/>
              <a:gdLst/>
              <a:ahLst/>
              <a:cxnLst/>
              <a:rect l="l" t="t" r="r" b="b"/>
              <a:pathLst>
                <a:path w="247" h="340" extrusionOk="0">
                  <a:moveTo>
                    <a:pt x="53" y="0"/>
                  </a:moveTo>
                  <a:lnTo>
                    <a:pt x="0" y="47"/>
                  </a:lnTo>
                  <a:cubicBezTo>
                    <a:pt x="100" y="170"/>
                    <a:pt x="123" y="240"/>
                    <a:pt x="176" y="340"/>
                  </a:cubicBezTo>
                  <a:lnTo>
                    <a:pt x="246" y="316"/>
                  </a:lnTo>
                  <a:cubicBezTo>
                    <a:pt x="199" y="193"/>
                    <a:pt x="147" y="117"/>
                    <a:pt x="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p30"/>
            <p:cNvSpPr/>
            <p:nvPr/>
          </p:nvSpPr>
          <p:spPr>
            <a:xfrm>
              <a:off x="7356200" y="4771202"/>
              <a:ext cx="21551" cy="29665"/>
            </a:xfrm>
            <a:custGeom>
              <a:avLst/>
              <a:gdLst/>
              <a:ahLst/>
              <a:cxnLst/>
              <a:rect l="l" t="t" r="r" b="b"/>
              <a:pathLst>
                <a:path w="247" h="340" extrusionOk="0">
                  <a:moveTo>
                    <a:pt x="53" y="0"/>
                  </a:moveTo>
                  <a:lnTo>
                    <a:pt x="0" y="47"/>
                  </a:lnTo>
                  <a:cubicBezTo>
                    <a:pt x="53" y="123"/>
                    <a:pt x="123" y="246"/>
                    <a:pt x="170" y="340"/>
                  </a:cubicBezTo>
                  <a:lnTo>
                    <a:pt x="246" y="293"/>
                  </a:lnTo>
                  <a:cubicBezTo>
                    <a:pt x="199" y="223"/>
                    <a:pt x="123" y="100"/>
                    <a:pt x="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p30"/>
            <p:cNvSpPr/>
            <p:nvPr/>
          </p:nvSpPr>
          <p:spPr>
            <a:xfrm>
              <a:off x="7266770" y="4839169"/>
              <a:ext cx="332161" cy="8725"/>
            </a:xfrm>
            <a:custGeom>
              <a:avLst/>
              <a:gdLst/>
              <a:ahLst/>
              <a:cxnLst/>
              <a:rect l="l" t="t" r="r" b="b"/>
              <a:pathLst>
                <a:path w="3807" h="100" extrusionOk="0">
                  <a:moveTo>
                    <a:pt x="1" y="0"/>
                  </a:moveTo>
                  <a:lnTo>
                    <a:pt x="1" y="76"/>
                  </a:lnTo>
                  <a:lnTo>
                    <a:pt x="3807" y="100"/>
                  </a:lnTo>
                  <a:lnTo>
                    <a:pt x="3807" y="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p30"/>
            <p:cNvSpPr/>
            <p:nvPr/>
          </p:nvSpPr>
          <p:spPr>
            <a:xfrm>
              <a:off x="7509409" y="4792665"/>
              <a:ext cx="87512" cy="51129"/>
            </a:xfrm>
            <a:custGeom>
              <a:avLst/>
              <a:gdLst/>
              <a:ahLst/>
              <a:cxnLst/>
              <a:rect l="l" t="t" r="r" b="b"/>
              <a:pathLst>
                <a:path w="1003" h="586" extrusionOk="0">
                  <a:moveTo>
                    <a:pt x="1002" y="0"/>
                  </a:moveTo>
                  <a:cubicBezTo>
                    <a:pt x="1002" y="0"/>
                    <a:pt x="786" y="0"/>
                    <a:pt x="540" y="71"/>
                  </a:cubicBezTo>
                  <a:cubicBezTo>
                    <a:pt x="417" y="94"/>
                    <a:pt x="294" y="147"/>
                    <a:pt x="200" y="240"/>
                  </a:cubicBezTo>
                  <a:cubicBezTo>
                    <a:pt x="100" y="316"/>
                    <a:pt x="24" y="439"/>
                    <a:pt x="1" y="586"/>
                  </a:cubicBezTo>
                  <a:lnTo>
                    <a:pt x="77" y="586"/>
                  </a:lnTo>
                  <a:cubicBezTo>
                    <a:pt x="100" y="463"/>
                    <a:pt x="147" y="363"/>
                    <a:pt x="247" y="293"/>
                  </a:cubicBezTo>
                  <a:cubicBezTo>
                    <a:pt x="370" y="193"/>
                    <a:pt x="563" y="123"/>
                    <a:pt x="709" y="94"/>
                  </a:cubicBezTo>
                  <a:cubicBezTo>
                    <a:pt x="809" y="71"/>
                    <a:pt x="879" y="71"/>
                    <a:pt x="932" y="71"/>
                  </a:cubicBezTo>
                  <a:lnTo>
                    <a:pt x="1002" y="71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p30"/>
            <p:cNvSpPr/>
            <p:nvPr/>
          </p:nvSpPr>
          <p:spPr>
            <a:xfrm>
              <a:off x="7309697" y="4794672"/>
              <a:ext cx="31759" cy="49122"/>
            </a:xfrm>
            <a:custGeom>
              <a:avLst/>
              <a:gdLst/>
              <a:ahLst/>
              <a:cxnLst/>
              <a:rect l="l" t="t" r="r" b="b"/>
              <a:pathLst>
                <a:path w="364" h="563" extrusionOk="0">
                  <a:moveTo>
                    <a:pt x="47" y="1"/>
                  </a:moveTo>
                  <a:lnTo>
                    <a:pt x="1" y="48"/>
                  </a:lnTo>
                  <a:cubicBezTo>
                    <a:pt x="1" y="48"/>
                    <a:pt x="1" y="71"/>
                    <a:pt x="24" y="100"/>
                  </a:cubicBezTo>
                  <a:cubicBezTo>
                    <a:pt x="71" y="170"/>
                    <a:pt x="118" y="247"/>
                    <a:pt x="170" y="340"/>
                  </a:cubicBezTo>
                  <a:cubicBezTo>
                    <a:pt x="217" y="416"/>
                    <a:pt x="264" y="510"/>
                    <a:pt x="293" y="563"/>
                  </a:cubicBezTo>
                  <a:lnTo>
                    <a:pt x="364" y="539"/>
                  </a:lnTo>
                  <a:cubicBezTo>
                    <a:pt x="340" y="463"/>
                    <a:pt x="264" y="317"/>
                    <a:pt x="194" y="217"/>
                  </a:cubicBezTo>
                  <a:cubicBezTo>
                    <a:pt x="118" y="100"/>
                    <a:pt x="47" y="1"/>
                    <a:pt x="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30"/>
            <p:cNvSpPr/>
            <p:nvPr/>
          </p:nvSpPr>
          <p:spPr>
            <a:xfrm>
              <a:off x="7309697" y="3583481"/>
              <a:ext cx="349000" cy="1125961"/>
            </a:xfrm>
            <a:custGeom>
              <a:avLst/>
              <a:gdLst/>
              <a:ahLst/>
              <a:cxnLst/>
              <a:rect l="l" t="t" r="r" b="b"/>
              <a:pathLst>
                <a:path w="4000" h="12905" extrusionOk="0">
                  <a:moveTo>
                    <a:pt x="463" y="0"/>
                  </a:moveTo>
                  <a:cubicBezTo>
                    <a:pt x="463" y="0"/>
                    <a:pt x="1" y="3929"/>
                    <a:pt x="170" y="6757"/>
                  </a:cubicBezTo>
                  <a:cubicBezTo>
                    <a:pt x="364" y="9614"/>
                    <a:pt x="610" y="12905"/>
                    <a:pt x="610" y="12905"/>
                  </a:cubicBezTo>
                  <a:lnTo>
                    <a:pt x="3514" y="12905"/>
                  </a:lnTo>
                  <a:cubicBezTo>
                    <a:pt x="3514" y="12905"/>
                    <a:pt x="3121" y="8028"/>
                    <a:pt x="3168" y="5732"/>
                  </a:cubicBezTo>
                  <a:cubicBezTo>
                    <a:pt x="3221" y="3197"/>
                    <a:pt x="4000" y="0"/>
                    <a:pt x="4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30"/>
            <p:cNvSpPr/>
            <p:nvPr/>
          </p:nvSpPr>
          <p:spPr>
            <a:xfrm>
              <a:off x="7532966" y="3583481"/>
              <a:ext cx="76693" cy="1128055"/>
            </a:xfrm>
            <a:custGeom>
              <a:avLst/>
              <a:gdLst/>
              <a:ahLst/>
              <a:cxnLst/>
              <a:rect l="l" t="t" r="r" b="b"/>
              <a:pathLst>
                <a:path w="879" h="12929" extrusionOk="0">
                  <a:moveTo>
                    <a:pt x="808" y="0"/>
                  </a:moveTo>
                  <a:cubicBezTo>
                    <a:pt x="808" y="0"/>
                    <a:pt x="47" y="3197"/>
                    <a:pt x="0" y="5732"/>
                  </a:cubicBezTo>
                  <a:lnTo>
                    <a:pt x="0" y="6125"/>
                  </a:lnTo>
                  <a:cubicBezTo>
                    <a:pt x="0" y="8537"/>
                    <a:pt x="316" y="12928"/>
                    <a:pt x="316" y="12928"/>
                  </a:cubicBezTo>
                  <a:lnTo>
                    <a:pt x="393" y="12905"/>
                  </a:lnTo>
                  <a:lnTo>
                    <a:pt x="393" y="12712"/>
                  </a:lnTo>
                  <a:cubicBezTo>
                    <a:pt x="316" y="11857"/>
                    <a:pt x="76" y="8221"/>
                    <a:pt x="76" y="6125"/>
                  </a:cubicBezTo>
                  <a:lnTo>
                    <a:pt x="76" y="5732"/>
                  </a:lnTo>
                  <a:cubicBezTo>
                    <a:pt x="100" y="4468"/>
                    <a:pt x="293" y="3051"/>
                    <a:pt x="486" y="1927"/>
                  </a:cubicBezTo>
                  <a:cubicBezTo>
                    <a:pt x="586" y="1364"/>
                    <a:pt x="685" y="878"/>
                    <a:pt x="756" y="539"/>
                  </a:cubicBezTo>
                  <a:cubicBezTo>
                    <a:pt x="808" y="369"/>
                    <a:pt x="832" y="246"/>
                    <a:pt x="855" y="147"/>
                  </a:cubicBezTo>
                  <a:cubicBezTo>
                    <a:pt x="879" y="47"/>
                    <a:pt x="879" y="0"/>
                    <a:pt x="8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p30"/>
            <p:cNvSpPr/>
            <p:nvPr/>
          </p:nvSpPr>
          <p:spPr>
            <a:xfrm>
              <a:off x="7837377" y="4192392"/>
              <a:ext cx="374564" cy="389920"/>
            </a:xfrm>
            <a:custGeom>
              <a:avLst/>
              <a:gdLst/>
              <a:ahLst/>
              <a:cxnLst/>
              <a:rect l="l" t="t" r="r" b="b"/>
              <a:pathLst>
                <a:path w="4293" h="4469" extrusionOk="0">
                  <a:moveTo>
                    <a:pt x="832" y="1"/>
                  </a:moveTo>
                  <a:lnTo>
                    <a:pt x="1" y="1804"/>
                  </a:lnTo>
                  <a:lnTo>
                    <a:pt x="2782" y="2706"/>
                  </a:lnTo>
                  <a:lnTo>
                    <a:pt x="2999" y="4316"/>
                  </a:lnTo>
                  <a:cubicBezTo>
                    <a:pt x="2999" y="4392"/>
                    <a:pt x="3028" y="4439"/>
                    <a:pt x="3098" y="4462"/>
                  </a:cubicBezTo>
                  <a:cubicBezTo>
                    <a:pt x="3112" y="4466"/>
                    <a:pt x="3126" y="4468"/>
                    <a:pt x="3140" y="4468"/>
                  </a:cubicBezTo>
                  <a:cubicBezTo>
                    <a:pt x="3205" y="4468"/>
                    <a:pt x="3272" y="4426"/>
                    <a:pt x="3292" y="4368"/>
                  </a:cubicBezTo>
                  <a:lnTo>
                    <a:pt x="4293" y="1218"/>
                  </a:lnTo>
                  <a:lnTo>
                    <a:pt x="3491" y="855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p30"/>
            <p:cNvSpPr/>
            <p:nvPr/>
          </p:nvSpPr>
          <p:spPr>
            <a:xfrm>
              <a:off x="8080103" y="4264459"/>
              <a:ext cx="166124" cy="342456"/>
            </a:xfrm>
            <a:custGeom>
              <a:avLst/>
              <a:gdLst/>
              <a:ahLst/>
              <a:cxnLst/>
              <a:rect l="l" t="t" r="r" b="b"/>
              <a:pathLst>
                <a:path w="1904" h="3925" extrusionOk="0">
                  <a:moveTo>
                    <a:pt x="685" y="0"/>
                  </a:moveTo>
                  <a:cubicBezTo>
                    <a:pt x="685" y="0"/>
                    <a:pt x="609" y="1148"/>
                    <a:pt x="0" y="1880"/>
                  </a:cubicBezTo>
                  <a:lnTo>
                    <a:pt x="170" y="3589"/>
                  </a:lnTo>
                  <a:cubicBezTo>
                    <a:pt x="193" y="3660"/>
                    <a:pt x="293" y="3759"/>
                    <a:pt x="363" y="3806"/>
                  </a:cubicBezTo>
                  <a:cubicBezTo>
                    <a:pt x="387" y="3806"/>
                    <a:pt x="621" y="3925"/>
                    <a:pt x="716" y="3925"/>
                  </a:cubicBezTo>
                  <a:cubicBezTo>
                    <a:pt x="737" y="3925"/>
                    <a:pt x="751" y="3919"/>
                    <a:pt x="755" y="3905"/>
                  </a:cubicBezTo>
                  <a:lnTo>
                    <a:pt x="1880" y="369"/>
                  </a:lnTo>
                  <a:cubicBezTo>
                    <a:pt x="1903" y="346"/>
                    <a:pt x="1880" y="293"/>
                    <a:pt x="1827" y="293"/>
                  </a:cubicBezTo>
                  <a:lnTo>
                    <a:pt x="6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4" name="Google Shape;3044;p30"/>
            <p:cNvSpPr/>
            <p:nvPr/>
          </p:nvSpPr>
          <p:spPr>
            <a:xfrm>
              <a:off x="8076002" y="4447857"/>
              <a:ext cx="38390" cy="12826"/>
            </a:xfrm>
            <a:custGeom>
              <a:avLst/>
              <a:gdLst/>
              <a:ahLst/>
              <a:cxnLst/>
              <a:rect l="l" t="t" r="r" b="b"/>
              <a:pathLst>
                <a:path w="440" h="147" extrusionOk="0">
                  <a:moveTo>
                    <a:pt x="439" y="0"/>
                  </a:moveTo>
                  <a:cubicBezTo>
                    <a:pt x="293" y="0"/>
                    <a:pt x="147" y="47"/>
                    <a:pt x="0" y="94"/>
                  </a:cubicBezTo>
                  <a:lnTo>
                    <a:pt x="24" y="146"/>
                  </a:lnTo>
                  <a:cubicBezTo>
                    <a:pt x="170" y="94"/>
                    <a:pt x="293" y="70"/>
                    <a:pt x="439" y="70"/>
                  </a:cubicBezTo>
                  <a:lnTo>
                    <a:pt x="4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p30"/>
            <p:cNvSpPr/>
            <p:nvPr/>
          </p:nvSpPr>
          <p:spPr>
            <a:xfrm>
              <a:off x="8080103" y="4468797"/>
              <a:ext cx="34289" cy="12826"/>
            </a:xfrm>
            <a:custGeom>
              <a:avLst/>
              <a:gdLst/>
              <a:ahLst/>
              <a:cxnLst/>
              <a:rect l="l" t="t" r="r" b="b"/>
              <a:pathLst>
                <a:path w="393" h="147" extrusionOk="0">
                  <a:moveTo>
                    <a:pt x="363" y="0"/>
                  </a:moveTo>
                  <a:cubicBezTo>
                    <a:pt x="246" y="0"/>
                    <a:pt x="170" y="29"/>
                    <a:pt x="0" y="76"/>
                  </a:cubicBezTo>
                  <a:lnTo>
                    <a:pt x="24" y="146"/>
                  </a:lnTo>
                  <a:cubicBezTo>
                    <a:pt x="170" y="100"/>
                    <a:pt x="246" y="76"/>
                    <a:pt x="392" y="76"/>
                  </a:cubicBezTo>
                  <a:lnTo>
                    <a:pt x="3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6" name="Google Shape;3046;p30"/>
            <p:cNvSpPr/>
            <p:nvPr/>
          </p:nvSpPr>
          <p:spPr>
            <a:xfrm>
              <a:off x="8084204" y="4484065"/>
              <a:ext cx="30188" cy="12913"/>
            </a:xfrm>
            <a:custGeom>
              <a:avLst/>
              <a:gdLst/>
              <a:ahLst/>
              <a:cxnLst/>
              <a:rect l="l" t="t" r="r" b="b"/>
              <a:pathLst>
                <a:path w="346" h="148" extrusionOk="0">
                  <a:moveTo>
                    <a:pt x="316" y="1"/>
                  </a:moveTo>
                  <a:cubicBezTo>
                    <a:pt x="223" y="24"/>
                    <a:pt x="100" y="48"/>
                    <a:pt x="0" y="71"/>
                  </a:cubicBezTo>
                  <a:lnTo>
                    <a:pt x="23" y="147"/>
                  </a:lnTo>
                  <a:cubicBezTo>
                    <a:pt x="123" y="118"/>
                    <a:pt x="246" y="94"/>
                    <a:pt x="345" y="71"/>
                  </a:cubicBezTo>
                  <a:lnTo>
                    <a:pt x="3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7" name="Google Shape;3047;p30"/>
            <p:cNvSpPr/>
            <p:nvPr/>
          </p:nvSpPr>
          <p:spPr>
            <a:xfrm>
              <a:off x="8090835" y="4532663"/>
              <a:ext cx="53223" cy="17450"/>
            </a:xfrm>
            <a:custGeom>
              <a:avLst/>
              <a:gdLst/>
              <a:ahLst/>
              <a:cxnLst/>
              <a:rect l="l" t="t" r="r" b="b"/>
              <a:pathLst>
                <a:path w="610" h="200" extrusionOk="0">
                  <a:moveTo>
                    <a:pt x="609" y="0"/>
                  </a:moveTo>
                  <a:cubicBezTo>
                    <a:pt x="510" y="0"/>
                    <a:pt x="363" y="29"/>
                    <a:pt x="240" y="53"/>
                  </a:cubicBezTo>
                  <a:cubicBezTo>
                    <a:pt x="123" y="100"/>
                    <a:pt x="0" y="123"/>
                    <a:pt x="0" y="123"/>
                  </a:cubicBezTo>
                  <a:lnTo>
                    <a:pt x="24" y="199"/>
                  </a:lnTo>
                  <a:cubicBezTo>
                    <a:pt x="24" y="199"/>
                    <a:pt x="47" y="176"/>
                    <a:pt x="94" y="176"/>
                  </a:cubicBezTo>
                  <a:cubicBezTo>
                    <a:pt x="170" y="146"/>
                    <a:pt x="269" y="123"/>
                    <a:pt x="363" y="100"/>
                  </a:cubicBezTo>
                  <a:cubicBezTo>
                    <a:pt x="439" y="76"/>
                    <a:pt x="562" y="76"/>
                    <a:pt x="609" y="76"/>
                  </a:cubicBezTo>
                  <a:lnTo>
                    <a:pt x="6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p30"/>
            <p:cNvSpPr/>
            <p:nvPr/>
          </p:nvSpPr>
          <p:spPr>
            <a:xfrm>
              <a:off x="7462993" y="3594212"/>
              <a:ext cx="640677" cy="861856"/>
            </a:xfrm>
            <a:custGeom>
              <a:avLst/>
              <a:gdLst/>
              <a:ahLst/>
              <a:cxnLst/>
              <a:rect l="l" t="t" r="r" b="b"/>
              <a:pathLst>
                <a:path w="7343" h="9878" extrusionOk="0">
                  <a:moveTo>
                    <a:pt x="240" y="0"/>
                  </a:moveTo>
                  <a:cubicBezTo>
                    <a:pt x="240" y="0"/>
                    <a:pt x="0" y="4930"/>
                    <a:pt x="849" y="7073"/>
                  </a:cubicBezTo>
                  <a:cubicBezTo>
                    <a:pt x="1487" y="8613"/>
                    <a:pt x="6511" y="9878"/>
                    <a:pt x="6511" y="9878"/>
                  </a:cubicBezTo>
                  <a:lnTo>
                    <a:pt x="7343" y="7366"/>
                  </a:lnTo>
                  <a:cubicBezTo>
                    <a:pt x="7343" y="7366"/>
                    <a:pt x="4069" y="6248"/>
                    <a:pt x="3683" y="5416"/>
                  </a:cubicBezTo>
                  <a:cubicBezTo>
                    <a:pt x="3338" y="4731"/>
                    <a:pt x="3390" y="3291"/>
                    <a:pt x="3390" y="2781"/>
                  </a:cubicBezTo>
                  <a:cubicBezTo>
                    <a:pt x="3414" y="2658"/>
                    <a:pt x="3414" y="2559"/>
                    <a:pt x="3461" y="2442"/>
                  </a:cubicBezTo>
                  <a:cubicBezTo>
                    <a:pt x="3537" y="2196"/>
                    <a:pt x="3683" y="1950"/>
                    <a:pt x="3683" y="1587"/>
                  </a:cubicBezTo>
                  <a:cubicBezTo>
                    <a:pt x="3683" y="1124"/>
                    <a:pt x="3414" y="0"/>
                    <a:pt x="34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p30"/>
            <p:cNvSpPr/>
            <p:nvPr/>
          </p:nvSpPr>
          <p:spPr>
            <a:xfrm>
              <a:off x="7477738" y="3594212"/>
              <a:ext cx="115083" cy="683080"/>
            </a:xfrm>
            <a:custGeom>
              <a:avLst/>
              <a:gdLst/>
              <a:ahLst/>
              <a:cxnLst/>
              <a:rect l="l" t="t" r="r" b="b"/>
              <a:pathLst>
                <a:path w="1319" h="7829" extrusionOk="0">
                  <a:moveTo>
                    <a:pt x="24" y="0"/>
                  </a:moveTo>
                  <a:cubicBezTo>
                    <a:pt x="24" y="0"/>
                    <a:pt x="1" y="656"/>
                    <a:pt x="1" y="1587"/>
                  </a:cubicBezTo>
                  <a:cubicBezTo>
                    <a:pt x="1" y="2412"/>
                    <a:pt x="24" y="3437"/>
                    <a:pt x="124" y="4438"/>
                  </a:cubicBezTo>
                  <a:cubicBezTo>
                    <a:pt x="218" y="5440"/>
                    <a:pt x="387" y="6394"/>
                    <a:pt x="657" y="7097"/>
                  </a:cubicBezTo>
                  <a:cubicBezTo>
                    <a:pt x="756" y="7342"/>
                    <a:pt x="973" y="7588"/>
                    <a:pt x="1266" y="7828"/>
                  </a:cubicBezTo>
                  <a:lnTo>
                    <a:pt x="1318" y="7758"/>
                  </a:lnTo>
                  <a:cubicBezTo>
                    <a:pt x="1026" y="7536"/>
                    <a:pt x="827" y="7296"/>
                    <a:pt x="733" y="7050"/>
                  </a:cubicBezTo>
                  <a:cubicBezTo>
                    <a:pt x="463" y="6394"/>
                    <a:pt x="294" y="5416"/>
                    <a:pt x="194" y="4438"/>
                  </a:cubicBezTo>
                  <a:cubicBezTo>
                    <a:pt x="95" y="3437"/>
                    <a:pt x="71" y="2412"/>
                    <a:pt x="71" y="1587"/>
                  </a:cubicBezTo>
                  <a:cubicBezTo>
                    <a:pt x="71" y="1124"/>
                    <a:pt x="71" y="732"/>
                    <a:pt x="95" y="439"/>
                  </a:cubicBezTo>
                  <a:lnTo>
                    <a:pt x="95" y="123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p30"/>
            <p:cNvSpPr/>
            <p:nvPr/>
          </p:nvSpPr>
          <p:spPr>
            <a:xfrm>
              <a:off x="7720464" y="3585487"/>
              <a:ext cx="372470" cy="689799"/>
            </a:xfrm>
            <a:custGeom>
              <a:avLst/>
              <a:gdLst/>
              <a:ahLst/>
              <a:cxnLst/>
              <a:rect l="l" t="t" r="r" b="b"/>
              <a:pathLst>
                <a:path w="4269" h="7906" extrusionOk="0">
                  <a:moveTo>
                    <a:pt x="70" y="1"/>
                  </a:moveTo>
                  <a:lnTo>
                    <a:pt x="0" y="24"/>
                  </a:lnTo>
                  <a:cubicBezTo>
                    <a:pt x="0" y="24"/>
                    <a:pt x="24" y="100"/>
                    <a:pt x="47" y="247"/>
                  </a:cubicBezTo>
                  <a:cubicBezTo>
                    <a:pt x="94" y="440"/>
                    <a:pt x="147" y="785"/>
                    <a:pt x="193" y="1101"/>
                  </a:cubicBezTo>
                  <a:cubicBezTo>
                    <a:pt x="240" y="1418"/>
                    <a:pt x="293" y="1710"/>
                    <a:pt x="293" y="1880"/>
                  </a:cubicBezTo>
                  <a:cubicBezTo>
                    <a:pt x="293" y="2249"/>
                    <a:pt x="147" y="2489"/>
                    <a:pt x="70" y="2735"/>
                  </a:cubicBezTo>
                  <a:cubicBezTo>
                    <a:pt x="47" y="2858"/>
                    <a:pt x="24" y="2952"/>
                    <a:pt x="24" y="3051"/>
                  </a:cubicBezTo>
                  <a:cubicBezTo>
                    <a:pt x="0" y="3221"/>
                    <a:pt x="0" y="3490"/>
                    <a:pt x="0" y="3806"/>
                  </a:cubicBezTo>
                  <a:cubicBezTo>
                    <a:pt x="0" y="4123"/>
                    <a:pt x="0" y="4491"/>
                    <a:pt x="47" y="4831"/>
                  </a:cubicBezTo>
                  <a:cubicBezTo>
                    <a:pt x="94" y="5177"/>
                    <a:pt x="170" y="5493"/>
                    <a:pt x="293" y="5733"/>
                  </a:cubicBezTo>
                  <a:cubicBezTo>
                    <a:pt x="439" y="5979"/>
                    <a:pt x="732" y="6225"/>
                    <a:pt x="1148" y="6465"/>
                  </a:cubicBezTo>
                  <a:cubicBezTo>
                    <a:pt x="2319" y="7226"/>
                    <a:pt x="4245" y="7905"/>
                    <a:pt x="4245" y="7905"/>
                  </a:cubicBezTo>
                  <a:lnTo>
                    <a:pt x="4269" y="7835"/>
                  </a:lnTo>
                  <a:cubicBezTo>
                    <a:pt x="4269" y="7835"/>
                    <a:pt x="4222" y="7811"/>
                    <a:pt x="4122" y="7782"/>
                  </a:cubicBezTo>
                  <a:cubicBezTo>
                    <a:pt x="3806" y="7665"/>
                    <a:pt x="2951" y="7343"/>
                    <a:pt x="2143" y="6933"/>
                  </a:cubicBezTo>
                  <a:cubicBezTo>
                    <a:pt x="1757" y="6734"/>
                    <a:pt x="1341" y="6541"/>
                    <a:pt x="1025" y="6318"/>
                  </a:cubicBezTo>
                  <a:cubicBezTo>
                    <a:pt x="709" y="6102"/>
                    <a:pt x="463" y="5879"/>
                    <a:pt x="363" y="5686"/>
                  </a:cubicBezTo>
                  <a:cubicBezTo>
                    <a:pt x="240" y="5469"/>
                    <a:pt x="170" y="5147"/>
                    <a:pt x="123" y="4831"/>
                  </a:cubicBezTo>
                  <a:cubicBezTo>
                    <a:pt x="70" y="4491"/>
                    <a:pt x="70" y="4123"/>
                    <a:pt x="70" y="3806"/>
                  </a:cubicBezTo>
                  <a:cubicBezTo>
                    <a:pt x="70" y="3490"/>
                    <a:pt x="70" y="3221"/>
                    <a:pt x="94" y="3075"/>
                  </a:cubicBezTo>
                  <a:cubicBezTo>
                    <a:pt x="94" y="2952"/>
                    <a:pt x="123" y="2858"/>
                    <a:pt x="147" y="2758"/>
                  </a:cubicBezTo>
                  <a:cubicBezTo>
                    <a:pt x="217" y="2512"/>
                    <a:pt x="363" y="2272"/>
                    <a:pt x="363" y="1880"/>
                  </a:cubicBezTo>
                  <a:cubicBezTo>
                    <a:pt x="363" y="1634"/>
                    <a:pt x="293" y="1172"/>
                    <a:pt x="217" y="756"/>
                  </a:cubicBezTo>
                  <a:cubicBezTo>
                    <a:pt x="147" y="346"/>
                    <a:pt x="70" y="1"/>
                    <a:pt x="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p30"/>
            <p:cNvSpPr/>
            <p:nvPr/>
          </p:nvSpPr>
          <p:spPr>
            <a:xfrm>
              <a:off x="7443536" y="3617682"/>
              <a:ext cx="38390" cy="119096"/>
            </a:xfrm>
            <a:custGeom>
              <a:avLst/>
              <a:gdLst/>
              <a:ahLst/>
              <a:cxnLst/>
              <a:rect l="l" t="t" r="r" b="b"/>
              <a:pathLst>
                <a:path w="440" h="1365" extrusionOk="0">
                  <a:moveTo>
                    <a:pt x="24" y="1"/>
                  </a:moveTo>
                  <a:cubicBezTo>
                    <a:pt x="24" y="1"/>
                    <a:pt x="1" y="147"/>
                    <a:pt x="1" y="340"/>
                  </a:cubicBezTo>
                  <a:cubicBezTo>
                    <a:pt x="1" y="510"/>
                    <a:pt x="1" y="680"/>
                    <a:pt x="24" y="826"/>
                  </a:cubicBezTo>
                  <a:cubicBezTo>
                    <a:pt x="24" y="902"/>
                    <a:pt x="47" y="972"/>
                    <a:pt x="47" y="1049"/>
                  </a:cubicBezTo>
                  <a:cubicBezTo>
                    <a:pt x="77" y="1095"/>
                    <a:pt x="100" y="1148"/>
                    <a:pt x="124" y="1172"/>
                  </a:cubicBezTo>
                  <a:cubicBezTo>
                    <a:pt x="270" y="1294"/>
                    <a:pt x="416" y="1365"/>
                    <a:pt x="416" y="1365"/>
                  </a:cubicBezTo>
                  <a:lnTo>
                    <a:pt x="440" y="1318"/>
                  </a:lnTo>
                  <a:lnTo>
                    <a:pt x="416" y="1294"/>
                  </a:lnTo>
                  <a:cubicBezTo>
                    <a:pt x="393" y="1265"/>
                    <a:pt x="270" y="1195"/>
                    <a:pt x="170" y="1119"/>
                  </a:cubicBezTo>
                  <a:cubicBezTo>
                    <a:pt x="170" y="1095"/>
                    <a:pt x="147" y="1072"/>
                    <a:pt x="124" y="1025"/>
                  </a:cubicBezTo>
                  <a:cubicBezTo>
                    <a:pt x="100" y="879"/>
                    <a:pt x="77" y="586"/>
                    <a:pt x="77" y="340"/>
                  </a:cubicBezTo>
                  <a:lnTo>
                    <a:pt x="77" y="94"/>
                  </a:lnTo>
                  <a:cubicBezTo>
                    <a:pt x="77" y="47"/>
                    <a:pt x="100" y="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p30"/>
            <p:cNvSpPr/>
            <p:nvPr/>
          </p:nvSpPr>
          <p:spPr>
            <a:xfrm>
              <a:off x="7984042" y="4224063"/>
              <a:ext cx="87424" cy="221789"/>
            </a:xfrm>
            <a:custGeom>
              <a:avLst/>
              <a:gdLst/>
              <a:ahLst/>
              <a:cxnLst/>
              <a:rect l="l" t="t" r="r" b="b"/>
              <a:pathLst>
                <a:path w="1002" h="2542" extrusionOk="0">
                  <a:moveTo>
                    <a:pt x="931" y="1"/>
                  </a:moveTo>
                  <a:lnTo>
                    <a:pt x="0" y="2512"/>
                  </a:lnTo>
                  <a:lnTo>
                    <a:pt x="77" y="2542"/>
                  </a:lnTo>
                  <a:lnTo>
                    <a:pt x="1002" y="24"/>
                  </a:lnTo>
                  <a:lnTo>
                    <a:pt x="9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p30"/>
            <p:cNvSpPr/>
            <p:nvPr/>
          </p:nvSpPr>
          <p:spPr>
            <a:xfrm>
              <a:off x="7360825" y="4664933"/>
              <a:ext cx="250844" cy="6195"/>
            </a:xfrm>
            <a:custGeom>
              <a:avLst/>
              <a:gdLst/>
              <a:ahLst/>
              <a:cxnLst/>
              <a:rect l="l" t="t" r="r" b="b"/>
              <a:pathLst>
                <a:path w="2875" h="71" extrusionOk="0">
                  <a:moveTo>
                    <a:pt x="0" y="0"/>
                  </a:moveTo>
                  <a:lnTo>
                    <a:pt x="0" y="71"/>
                  </a:lnTo>
                  <a:lnTo>
                    <a:pt x="2875" y="71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p30"/>
            <p:cNvSpPr/>
            <p:nvPr/>
          </p:nvSpPr>
          <p:spPr>
            <a:xfrm>
              <a:off x="7651974" y="3600320"/>
              <a:ext cx="89518" cy="76693"/>
            </a:xfrm>
            <a:custGeom>
              <a:avLst/>
              <a:gdLst/>
              <a:ahLst/>
              <a:cxnLst/>
              <a:rect l="l" t="t" r="r" b="b"/>
              <a:pathLst>
                <a:path w="1026" h="879" extrusionOk="0">
                  <a:moveTo>
                    <a:pt x="53" y="0"/>
                  </a:moveTo>
                  <a:lnTo>
                    <a:pt x="1" y="30"/>
                  </a:lnTo>
                  <a:cubicBezTo>
                    <a:pt x="1" y="30"/>
                    <a:pt x="30" y="200"/>
                    <a:pt x="200" y="369"/>
                  </a:cubicBezTo>
                  <a:cubicBezTo>
                    <a:pt x="346" y="563"/>
                    <a:pt x="586" y="785"/>
                    <a:pt x="1002" y="879"/>
                  </a:cubicBezTo>
                  <a:lnTo>
                    <a:pt x="1025" y="808"/>
                  </a:lnTo>
                  <a:cubicBezTo>
                    <a:pt x="615" y="709"/>
                    <a:pt x="393" y="516"/>
                    <a:pt x="246" y="346"/>
                  </a:cubicBezTo>
                  <a:cubicBezTo>
                    <a:pt x="176" y="246"/>
                    <a:pt x="123" y="147"/>
                    <a:pt x="100" y="100"/>
                  </a:cubicBezTo>
                  <a:cubicBezTo>
                    <a:pt x="77" y="77"/>
                    <a:pt x="77" y="53"/>
                    <a:pt x="77" y="30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p30"/>
            <p:cNvSpPr/>
            <p:nvPr/>
          </p:nvSpPr>
          <p:spPr>
            <a:xfrm>
              <a:off x="7341368" y="3600320"/>
              <a:ext cx="87424" cy="66485"/>
            </a:xfrm>
            <a:custGeom>
              <a:avLst/>
              <a:gdLst/>
              <a:ahLst/>
              <a:cxnLst/>
              <a:rect l="l" t="t" r="r" b="b"/>
              <a:pathLst>
                <a:path w="1002" h="762" extrusionOk="0">
                  <a:moveTo>
                    <a:pt x="926" y="0"/>
                  </a:moveTo>
                  <a:cubicBezTo>
                    <a:pt x="832" y="246"/>
                    <a:pt x="586" y="416"/>
                    <a:pt x="393" y="539"/>
                  </a:cubicBezTo>
                  <a:cubicBezTo>
                    <a:pt x="293" y="586"/>
                    <a:pt x="194" y="639"/>
                    <a:pt x="124" y="662"/>
                  </a:cubicBezTo>
                  <a:cubicBezTo>
                    <a:pt x="77" y="662"/>
                    <a:pt x="47" y="685"/>
                    <a:pt x="24" y="685"/>
                  </a:cubicBezTo>
                  <a:cubicBezTo>
                    <a:pt x="1" y="685"/>
                    <a:pt x="1" y="709"/>
                    <a:pt x="1" y="709"/>
                  </a:cubicBezTo>
                  <a:lnTo>
                    <a:pt x="24" y="762"/>
                  </a:lnTo>
                  <a:cubicBezTo>
                    <a:pt x="24" y="762"/>
                    <a:pt x="194" y="709"/>
                    <a:pt x="416" y="586"/>
                  </a:cubicBezTo>
                  <a:cubicBezTo>
                    <a:pt x="633" y="469"/>
                    <a:pt x="879" y="293"/>
                    <a:pt x="1002" y="30"/>
                  </a:cubicBezTo>
                  <a:lnTo>
                    <a:pt x="9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p30"/>
            <p:cNvSpPr/>
            <p:nvPr/>
          </p:nvSpPr>
          <p:spPr>
            <a:xfrm>
              <a:off x="7481839" y="2919341"/>
              <a:ext cx="125815" cy="121626"/>
            </a:xfrm>
            <a:custGeom>
              <a:avLst/>
              <a:gdLst/>
              <a:ahLst/>
              <a:cxnLst/>
              <a:rect l="l" t="t" r="r" b="b"/>
              <a:pathLst>
                <a:path w="1442" h="1394" extrusionOk="0">
                  <a:moveTo>
                    <a:pt x="147" y="1"/>
                  </a:moveTo>
                  <a:lnTo>
                    <a:pt x="24" y="902"/>
                  </a:lnTo>
                  <a:cubicBezTo>
                    <a:pt x="24" y="902"/>
                    <a:pt x="1" y="1148"/>
                    <a:pt x="487" y="1341"/>
                  </a:cubicBezTo>
                  <a:cubicBezTo>
                    <a:pt x="600" y="1378"/>
                    <a:pt x="705" y="1393"/>
                    <a:pt x="799" y="1393"/>
                  </a:cubicBezTo>
                  <a:cubicBezTo>
                    <a:pt x="1215" y="1393"/>
                    <a:pt x="1441" y="1101"/>
                    <a:pt x="1441" y="1101"/>
                  </a:cubicBezTo>
                  <a:lnTo>
                    <a:pt x="1418" y="170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p30"/>
            <p:cNvSpPr/>
            <p:nvPr/>
          </p:nvSpPr>
          <p:spPr>
            <a:xfrm>
              <a:off x="7432805" y="2790125"/>
              <a:ext cx="206521" cy="171272"/>
            </a:xfrm>
            <a:custGeom>
              <a:avLst/>
              <a:gdLst/>
              <a:ahLst/>
              <a:cxnLst/>
              <a:rect l="l" t="t" r="r" b="b"/>
              <a:pathLst>
                <a:path w="2367" h="1963" extrusionOk="0">
                  <a:moveTo>
                    <a:pt x="1198" y="0"/>
                  </a:moveTo>
                  <a:cubicBezTo>
                    <a:pt x="962" y="0"/>
                    <a:pt x="756" y="81"/>
                    <a:pt x="639" y="287"/>
                  </a:cubicBezTo>
                  <a:cubicBezTo>
                    <a:pt x="639" y="287"/>
                    <a:pt x="1" y="1335"/>
                    <a:pt x="440" y="1751"/>
                  </a:cubicBezTo>
                  <a:cubicBezTo>
                    <a:pt x="597" y="1908"/>
                    <a:pt x="831" y="1963"/>
                    <a:pt x="1060" y="1963"/>
                  </a:cubicBezTo>
                  <a:cubicBezTo>
                    <a:pt x="1405" y="1963"/>
                    <a:pt x="1738" y="1839"/>
                    <a:pt x="1781" y="1751"/>
                  </a:cubicBezTo>
                  <a:cubicBezTo>
                    <a:pt x="1880" y="1628"/>
                    <a:pt x="2366" y="457"/>
                    <a:pt x="2103" y="287"/>
                  </a:cubicBezTo>
                  <a:cubicBezTo>
                    <a:pt x="1830" y="125"/>
                    <a:pt x="1491" y="0"/>
                    <a:pt x="1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p30"/>
            <p:cNvSpPr/>
            <p:nvPr/>
          </p:nvSpPr>
          <p:spPr>
            <a:xfrm>
              <a:off x="7488469" y="2953542"/>
              <a:ext cx="74163" cy="14920"/>
            </a:xfrm>
            <a:custGeom>
              <a:avLst/>
              <a:gdLst/>
              <a:ahLst/>
              <a:cxnLst/>
              <a:rect l="l" t="t" r="r" b="b"/>
              <a:pathLst>
                <a:path w="850" h="171" extrusionOk="0">
                  <a:moveTo>
                    <a:pt x="803" y="1"/>
                  </a:moveTo>
                  <a:cubicBezTo>
                    <a:pt x="657" y="48"/>
                    <a:pt x="510" y="71"/>
                    <a:pt x="387" y="71"/>
                  </a:cubicBezTo>
                  <a:cubicBezTo>
                    <a:pt x="294" y="71"/>
                    <a:pt x="194" y="71"/>
                    <a:pt x="118" y="48"/>
                  </a:cubicBezTo>
                  <a:cubicBezTo>
                    <a:pt x="95" y="48"/>
                    <a:pt x="71" y="48"/>
                    <a:pt x="48" y="24"/>
                  </a:cubicBezTo>
                  <a:lnTo>
                    <a:pt x="24" y="24"/>
                  </a:lnTo>
                  <a:lnTo>
                    <a:pt x="1" y="124"/>
                  </a:lnTo>
                  <a:cubicBezTo>
                    <a:pt x="1" y="124"/>
                    <a:pt x="171" y="171"/>
                    <a:pt x="387" y="171"/>
                  </a:cubicBezTo>
                  <a:cubicBezTo>
                    <a:pt x="534" y="171"/>
                    <a:pt x="680" y="147"/>
                    <a:pt x="850" y="71"/>
                  </a:cubicBezTo>
                  <a:lnTo>
                    <a:pt x="803" y="1"/>
                  </a:lnTo>
                  <a:close/>
                </a:path>
              </a:pathLst>
            </a:custGeom>
            <a:solidFill>
              <a:srgbClr val="EF9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p30"/>
            <p:cNvSpPr/>
            <p:nvPr/>
          </p:nvSpPr>
          <p:spPr>
            <a:xfrm>
              <a:off x="7471107" y="2727742"/>
              <a:ext cx="187588" cy="221440"/>
            </a:xfrm>
            <a:custGeom>
              <a:avLst/>
              <a:gdLst/>
              <a:ahLst/>
              <a:cxnLst/>
              <a:rect l="l" t="t" r="r" b="b"/>
              <a:pathLst>
                <a:path w="2150" h="2538" extrusionOk="0">
                  <a:moveTo>
                    <a:pt x="400" y="1"/>
                  </a:moveTo>
                  <a:cubicBezTo>
                    <a:pt x="244" y="1"/>
                    <a:pt x="126" y="85"/>
                    <a:pt x="100" y="317"/>
                  </a:cubicBezTo>
                  <a:cubicBezTo>
                    <a:pt x="77" y="487"/>
                    <a:pt x="1" y="709"/>
                    <a:pt x="124" y="856"/>
                  </a:cubicBezTo>
                  <a:cubicBezTo>
                    <a:pt x="200" y="955"/>
                    <a:pt x="294" y="1072"/>
                    <a:pt x="516" y="1172"/>
                  </a:cubicBezTo>
                  <a:cubicBezTo>
                    <a:pt x="809" y="1295"/>
                    <a:pt x="1002" y="1295"/>
                    <a:pt x="1271" y="1418"/>
                  </a:cubicBezTo>
                  <a:cubicBezTo>
                    <a:pt x="1102" y="1588"/>
                    <a:pt x="1049" y="1980"/>
                    <a:pt x="1078" y="2050"/>
                  </a:cubicBezTo>
                  <a:cubicBezTo>
                    <a:pt x="1102" y="2050"/>
                    <a:pt x="1102" y="2074"/>
                    <a:pt x="1125" y="2074"/>
                  </a:cubicBezTo>
                  <a:cubicBezTo>
                    <a:pt x="1139" y="2080"/>
                    <a:pt x="1155" y="2083"/>
                    <a:pt x="1172" y="2083"/>
                  </a:cubicBezTo>
                  <a:cubicBezTo>
                    <a:pt x="1214" y="2083"/>
                    <a:pt x="1262" y="2067"/>
                    <a:pt x="1295" y="2050"/>
                  </a:cubicBezTo>
                  <a:lnTo>
                    <a:pt x="1295" y="2050"/>
                  </a:lnTo>
                  <a:cubicBezTo>
                    <a:pt x="1248" y="2150"/>
                    <a:pt x="1225" y="2220"/>
                    <a:pt x="1225" y="2320"/>
                  </a:cubicBezTo>
                  <a:cubicBezTo>
                    <a:pt x="1225" y="2366"/>
                    <a:pt x="1225" y="2419"/>
                    <a:pt x="1248" y="2466"/>
                  </a:cubicBezTo>
                  <a:cubicBezTo>
                    <a:pt x="1295" y="2513"/>
                    <a:pt x="1342" y="2513"/>
                    <a:pt x="1394" y="2536"/>
                  </a:cubicBezTo>
                  <a:cubicBezTo>
                    <a:pt x="1405" y="2537"/>
                    <a:pt x="1415" y="2538"/>
                    <a:pt x="1425" y="2538"/>
                  </a:cubicBezTo>
                  <a:cubicBezTo>
                    <a:pt x="1697" y="2538"/>
                    <a:pt x="1836" y="2166"/>
                    <a:pt x="1904" y="1980"/>
                  </a:cubicBezTo>
                  <a:cubicBezTo>
                    <a:pt x="1980" y="1781"/>
                    <a:pt x="2074" y="1611"/>
                    <a:pt x="2103" y="1418"/>
                  </a:cubicBezTo>
                  <a:cubicBezTo>
                    <a:pt x="2150" y="1318"/>
                    <a:pt x="2150" y="1195"/>
                    <a:pt x="2126" y="1102"/>
                  </a:cubicBezTo>
                  <a:cubicBezTo>
                    <a:pt x="2103" y="979"/>
                    <a:pt x="2050" y="856"/>
                    <a:pt x="1956" y="756"/>
                  </a:cubicBezTo>
                  <a:cubicBezTo>
                    <a:pt x="1857" y="686"/>
                    <a:pt x="1318" y="516"/>
                    <a:pt x="1248" y="440"/>
                  </a:cubicBezTo>
                  <a:cubicBezTo>
                    <a:pt x="1048" y="254"/>
                    <a:pt x="668" y="1"/>
                    <a:pt x="4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p30"/>
            <p:cNvSpPr/>
            <p:nvPr/>
          </p:nvSpPr>
          <p:spPr>
            <a:xfrm>
              <a:off x="7567168" y="2890549"/>
              <a:ext cx="40484" cy="50867"/>
            </a:xfrm>
            <a:custGeom>
              <a:avLst/>
              <a:gdLst/>
              <a:ahLst/>
              <a:cxnLst/>
              <a:rect l="l" t="t" r="r" b="b"/>
              <a:pathLst>
                <a:path w="464" h="583" extrusionOk="0">
                  <a:moveTo>
                    <a:pt x="325" y="1"/>
                  </a:moveTo>
                  <a:cubicBezTo>
                    <a:pt x="243" y="1"/>
                    <a:pt x="175" y="87"/>
                    <a:pt x="124" y="161"/>
                  </a:cubicBezTo>
                  <a:lnTo>
                    <a:pt x="1" y="331"/>
                  </a:lnTo>
                  <a:cubicBezTo>
                    <a:pt x="1" y="430"/>
                    <a:pt x="24" y="524"/>
                    <a:pt x="94" y="576"/>
                  </a:cubicBezTo>
                  <a:cubicBezTo>
                    <a:pt x="109" y="580"/>
                    <a:pt x="124" y="582"/>
                    <a:pt x="139" y="582"/>
                  </a:cubicBezTo>
                  <a:cubicBezTo>
                    <a:pt x="301" y="582"/>
                    <a:pt x="463" y="363"/>
                    <a:pt x="463" y="208"/>
                  </a:cubicBezTo>
                  <a:cubicBezTo>
                    <a:pt x="463" y="137"/>
                    <a:pt x="440" y="85"/>
                    <a:pt x="416" y="38"/>
                  </a:cubicBezTo>
                  <a:cubicBezTo>
                    <a:pt x="384" y="12"/>
                    <a:pt x="354" y="1"/>
                    <a:pt x="3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p30"/>
            <p:cNvSpPr/>
            <p:nvPr/>
          </p:nvSpPr>
          <p:spPr>
            <a:xfrm>
              <a:off x="7475731" y="2853468"/>
              <a:ext cx="25651" cy="47028"/>
            </a:xfrm>
            <a:custGeom>
              <a:avLst/>
              <a:gdLst/>
              <a:ahLst/>
              <a:cxnLst/>
              <a:rect l="l" t="t" r="r" b="b"/>
              <a:pathLst>
                <a:path w="294" h="539" extrusionOk="0">
                  <a:moveTo>
                    <a:pt x="264" y="0"/>
                  </a:moveTo>
                  <a:lnTo>
                    <a:pt x="118" y="147"/>
                  </a:lnTo>
                  <a:cubicBezTo>
                    <a:pt x="94" y="193"/>
                    <a:pt x="71" y="217"/>
                    <a:pt x="47" y="270"/>
                  </a:cubicBezTo>
                  <a:cubicBezTo>
                    <a:pt x="1" y="293"/>
                    <a:pt x="1" y="340"/>
                    <a:pt x="1" y="363"/>
                  </a:cubicBezTo>
                  <a:cubicBezTo>
                    <a:pt x="1" y="416"/>
                    <a:pt x="1" y="439"/>
                    <a:pt x="24" y="463"/>
                  </a:cubicBezTo>
                  <a:cubicBezTo>
                    <a:pt x="94" y="510"/>
                    <a:pt x="217" y="539"/>
                    <a:pt x="217" y="539"/>
                  </a:cubicBezTo>
                  <a:lnTo>
                    <a:pt x="217" y="486"/>
                  </a:lnTo>
                  <a:lnTo>
                    <a:pt x="194" y="486"/>
                  </a:lnTo>
                  <a:cubicBezTo>
                    <a:pt x="170" y="486"/>
                    <a:pt x="118" y="463"/>
                    <a:pt x="94" y="439"/>
                  </a:cubicBezTo>
                  <a:cubicBezTo>
                    <a:pt x="71" y="439"/>
                    <a:pt x="71" y="416"/>
                    <a:pt x="47" y="416"/>
                  </a:cubicBezTo>
                  <a:lnTo>
                    <a:pt x="47" y="363"/>
                  </a:lnTo>
                  <a:cubicBezTo>
                    <a:pt x="47" y="363"/>
                    <a:pt x="47" y="316"/>
                    <a:pt x="71" y="293"/>
                  </a:cubicBezTo>
                  <a:cubicBezTo>
                    <a:pt x="118" y="246"/>
                    <a:pt x="170" y="170"/>
                    <a:pt x="217" y="123"/>
                  </a:cubicBezTo>
                  <a:cubicBezTo>
                    <a:pt x="264" y="71"/>
                    <a:pt x="293" y="24"/>
                    <a:pt x="293" y="24"/>
                  </a:cubicBezTo>
                  <a:lnTo>
                    <a:pt x="264" y="0"/>
                  </a:lnTo>
                  <a:close/>
                </a:path>
              </a:pathLst>
            </a:custGeom>
            <a:solidFill>
              <a:srgbClr val="F7A7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p30"/>
            <p:cNvSpPr/>
            <p:nvPr/>
          </p:nvSpPr>
          <p:spPr>
            <a:xfrm>
              <a:off x="7456362" y="2902502"/>
              <a:ext cx="53135" cy="32370"/>
            </a:xfrm>
            <a:custGeom>
              <a:avLst/>
              <a:gdLst/>
              <a:ahLst/>
              <a:cxnLst/>
              <a:rect l="l" t="t" r="r" b="b"/>
              <a:pathLst>
                <a:path w="609" h="371" extrusionOk="0">
                  <a:moveTo>
                    <a:pt x="123" y="0"/>
                  </a:moveTo>
                  <a:cubicBezTo>
                    <a:pt x="123" y="0"/>
                    <a:pt x="0" y="240"/>
                    <a:pt x="223" y="340"/>
                  </a:cubicBezTo>
                  <a:cubicBezTo>
                    <a:pt x="273" y="361"/>
                    <a:pt x="318" y="370"/>
                    <a:pt x="357" y="370"/>
                  </a:cubicBezTo>
                  <a:cubicBezTo>
                    <a:pt x="545" y="370"/>
                    <a:pt x="609" y="170"/>
                    <a:pt x="609" y="170"/>
                  </a:cubicBezTo>
                  <a:lnTo>
                    <a:pt x="1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30"/>
            <p:cNvSpPr/>
            <p:nvPr/>
          </p:nvSpPr>
          <p:spPr>
            <a:xfrm>
              <a:off x="7478349" y="2839857"/>
              <a:ext cx="10208" cy="13349"/>
            </a:xfrm>
            <a:custGeom>
              <a:avLst/>
              <a:gdLst/>
              <a:ahLst/>
              <a:cxnLst/>
              <a:rect l="l" t="t" r="r" b="b"/>
              <a:pathLst>
                <a:path w="117" h="153" extrusionOk="0">
                  <a:moveTo>
                    <a:pt x="64" y="1"/>
                  </a:moveTo>
                  <a:cubicBezTo>
                    <a:pt x="55" y="1"/>
                    <a:pt x="47" y="4"/>
                    <a:pt x="41" y="10"/>
                  </a:cubicBezTo>
                  <a:cubicBezTo>
                    <a:pt x="41" y="33"/>
                    <a:pt x="17" y="57"/>
                    <a:pt x="17" y="80"/>
                  </a:cubicBezTo>
                  <a:cubicBezTo>
                    <a:pt x="1" y="118"/>
                    <a:pt x="20" y="152"/>
                    <a:pt x="40" y="152"/>
                  </a:cubicBezTo>
                  <a:cubicBezTo>
                    <a:pt x="49" y="152"/>
                    <a:pt x="57" y="146"/>
                    <a:pt x="64" y="133"/>
                  </a:cubicBezTo>
                  <a:cubicBezTo>
                    <a:pt x="88" y="109"/>
                    <a:pt x="88" y="80"/>
                    <a:pt x="117" y="57"/>
                  </a:cubicBezTo>
                  <a:cubicBezTo>
                    <a:pt x="117" y="22"/>
                    <a:pt x="89" y="1"/>
                    <a:pt x="6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30"/>
            <p:cNvSpPr/>
            <p:nvPr/>
          </p:nvSpPr>
          <p:spPr>
            <a:xfrm>
              <a:off x="7479832" y="2823803"/>
              <a:ext cx="23557" cy="12913"/>
            </a:xfrm>
            <a:custGeom>
              <a:avLst/>
              <a:gdLst/>
              <a:ahLst/>
              <a:cxnLst/>
              <a:rect l="l" t="t" r="r" b="b"/>
              <a:pathLst>
                <a:path w="270" h="148" extrusionOk="0">
                  <a:moveTo>
                    <a:pt x="100" y="1"/>
                  </a:moveTo>
                  <a:cubicBezTo>
                    <a:pt x="71" y="1"/>
                    <a:pt x="47" y="1"/>
                    <a:pt x="24" y="24"/>
                  </a:cubicBezTo>
                  <a:cubicBezTo>
                    <a:pt x="24" y="24"/>
                    <a:pt x="0" y="47"/>
                    <a:pt x="24" y="47"/>
                  </a:cubicBezTo>
                  <a:cubicBezTo>
                    <a:pt x="24" y="71"/>
                    <a:pt x="24" y="71"/>
                    <a:pt x="47" y="71"/>
                  </a:cubicBezTo>
                  <a:cubicBezTo>
                    <a:pt x="71" y="47"/>
                    <a:pt x="100" y="47"/>
                    <a:pt x="100" y="47"/>
                  </a:cubicBezTo>
                  <a:cubicBezTo>
                    <a:pt x="147" y="47"/>
                    <a:pt x="170" y="71"/>
                    <a:pt x="194" y="94"/>
                  </a:cubicBezTo>
                  <a:cubicBezTo>
                    <a:pt x="194" y="94"/>
                    <a:pt x="217" y="94"/>
                    <a:pt x="217" y="118"/>
                  </a:cubicBezTo>
                  <a:cubicBezTo>
                    <a:pt x="217" y="147"/>
                    <a:pt x="246" y="147"/>
                    <a:pt x="246" y="147"/>
                  </a:cubicBezTo>
                  <a:cubicBezTo>
                    <a:pt x="270" y="118"/>
                    <a:pt x="270" y="118"/>
                    <a:pt x="270" y="94"/>
                  </a:cubicBezTo>
                  <a:lnTo>
                    <a:pt x="217" y="47"/>
                  </a:lnTo>
                  <a:cubicBezTo>
                    <a:pt x="194" y="24"/>
                    <a:pt x="170" y="1"/>
                    <a:pt x="100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p30"/>
            <p:cNvSpPr/>
            <p:nvPr/>
          </p:nvSpPr>
          <p:spPr>
            <a:xfrm>
              <a:off x="7531483" y="2865421"/>
              <a:ext cx="10208" cy="13262"/>
            </a:xfrm>
            <a:custGeom>
              <a:avLst/>
              <a:gdLst/>
              <a:ahLst/>
              <a:cxnLst/>
              <a:rect l="l" t="t" r="r" b="b"/>
              <a:pathLst>
                <a:path w="117" h="152" extrusionOk="0">
                  <a:moveTo>
                    <a:pt x="64" y="0"/>
                  </a:moveTo>
                  <a:cubicBezTo>
                    <a:pt x="55" y="0"/>
                    <a:pt x="47" y="3"/>
                    <a:pt x="41" y="10"/>
                  </a:cubicBezTo>
                  <a:cubicBezTo>
                    <a:pt x="41" y="33"/>
                    <a:pt x="17" y="56"/>
                    <a:pt x="17" y="80"/>
                  </a:cubicBezTo>
                  <a:cubicBezTo>
                    <a:pt x="1" y="117"/>
                    <a:pt x="31" y="152"/>
                    <a:pt x="50" y="152"/>
                  </a:cubicBezTo>
                  <a:cubicBezTo>
                    <a:pt x="58" y="152"/>
                    <a:pt x="64" y="146"/>
                    <a:pt x="64" y="133"/>
                  </a:cubicBezTo>
                  <a:cubicBezTo>
                    <a:pt x="93" y="109"/>
                    <a:pt x="93" y="80"/>
                    <a:pt x="117" y="56"/>
                  </a:cubicBezTo>
                  <a:cubicBezTo>
                    <a:pt x="117" y="22"/>
                    <a:pt x="89" y="0"/>
                    <a:pt x="6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p30"/>
            <p:cNvSpPr/>
            <p:nvPr/>
          </p:nvSpPr>
          <p:spPr>
            <a:xfrm>
              <a:off x="7534973" y="2844743"/>
              <a:ext cx="27658" cy="21027"/>
            </a:xfrm>
            <a:custGeom>
              <a:avLst/>
              <a:gdLst/>
              <a:ahLst/>
              <a:cxnLst/>
              <a:rect l="l" t="t" r="r" b="b"/>
              <a:pathLst>
                <a:path w="317" h="241" extrusionOk="0">
                  <a:moveTo>
                    <a:pt x="24" y="1"/>
                  </a:moveTo>
                  <a:cubicBezTo>
                    <a:pt x="1" y="1"/>
                    <a:pt x="1" y="24"/>
                    <a:pt x="1" y="24"/>
                  </a:cubicBezTo>
                  <a:cubicBezTo>
                    <a:pt x="1" y="53"/>
                    <a:pt x="24" y="53"/>
                    <a:pt x="24" y="53"/>
                  </a:cubicBezTo>
                  <a:cubicBezTo>
                    <a:pt x="77" y="53"/>
                    <a:pt x="171" y="77"/>
                    <a:pt x="270" y="223"/>
                  </a:cubicBezTo>
                  <a:cubicBezTo>
                    <a:pt x="270" y="235"/>
                    <a:pt x="276" y="241"/>
                    <a:pt x="282" y="241"/>
                  </a:cubicBezTo>
                  <a:cubicBezTo>
                    <a:pt x="288" y="241"/>
                    <a:pt x="293" y="235"/>
                    <a:pt x="293" y="223"/>
                  </a:cubicBezTo>
                  <a:cubicBezTo>
                    <a:pt x="317" y="223"/>
                    <a:pt x="317" y="223"/>
                    <a:pt x="293" y="200"/>
                  </a:cubicBezTo>
                  <a:cubicBezTo>
                    <a:pt x="223" y="24"/>
                    <a:pt x="77" y="1"/>
                    <a:pt x="2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30"/>
            <p:cNvSpPr/>
            <p:nvPr/>
          </p:nvSpPr>
          <p:spPr>
            <a:xfrm>
              <a:off x="7192173" y="2348645"/>
              <a:ext cx="121714" cy="232608"/>
            </a:xfrm>
            <a:custGeom>
              <a:avLst/>
              <a:gdLst/>
              <a:ahLst/>
              <a:cxnLst/>
              <a:rect l="l" t="t" r="r" b="b"/>
              <a:pathLst>
                <a:path w="1395" h="2666" extrusionOk="0">
                  <a:moveTo>
                    <a:pt x="620" y="1"/>
                  </a:moveTo>
                  <a:cubicBezTo>
                    <a:pt x="619" y="1"/>
                    <a:pt x="617" y="1"/>
                    <a:pt x="616" y="1"/>
                  </a:cubicBezTo>
                  <a:cubicBezTo>
                    <a:pt x="516" y="1"/>
                    <a:pt x="563" y="686"/>
                    <a:pt x="540" y="956"/>
                  </a:cubicBezTo>
                  <a:cubicBezTo>
                    <a:pt x="517" y="669"/>
                    <a:pt x="443" y="147"/>
                    <a:pt x="352" y="147"/>
                  </a:cubicBezTo>
                  <a:cubicBezTo>
                    <a:pt x="350" y="147"/>
                    <a:pt x="348" y="147"/>
                    <a:pt x="346" y="148"/>
                  </a:cubicBezTo>
                  <a:cubicBezTo>
                    <a:pt x="270" y="177"/>
                    <a:pt x="270" y="686"/>
                    <a:pt x="270" y="1055"/>
                  </a:cubicBezTo>
                  <a:cubicBezTo>
                    <a:pt x="247" y="833"/>
                    <a:pt x="200" y="347"/>
                    <a:pt x="124" y="347"/>
                  </a:cubicBezTo>
                  <a:cubicBezTo>
                    <a:pt x="30" y="370"/>
                    <a:pt x="1" y="1612"/>
                    <a:pt x="1" y="2665"/>
                  </a:cubicBezTo>
                  <a:lnTo>
                    <a:pt x="1371" y="2566"/>
                  </a:lnTo>
                  <a:cubicBezTo>
                    <a:pt x="1318" y="2027"/>
                    <a:pt x="1394" y="540"/>
                    <a:pt x="1295" y="493"/>
                  </a:cubicBezTo>
                  <a:cubicBezTo>
                    <a:pt x="1293" y="493"/>
                    <a:pt x="1291" y="492"/>
                    <a:pt x="1289" y="492"/>
                  </a:cubicBezTo>
                  <a:cubicBezTo>
                    <a:pt x="1204" y="492"/>
                    <a:pt x="1173" y="935"/>
                    <a:pt x="1111" y="935"/>
                  </a:cubicBezTo>
                  <a:cubicBezTo>
                    <a:pt x="1108" y="935"/>
                    <a:pt x="1105" y="934"/>
                    <a:pt x="1102" y="932"/>
                  </a:cubicBezTo>
                  <a:cubicBezTo>
                    <a:pt x="1026" y="880"/>
                    <a:pt x="1026" y="101"/>
                    <a:pt x="932" y="78"/>
                  </a:cubicBezTo>
                  <a:cubicBezTo>
                    <a:pt x="930" y="77"/>
                    <a:pt x="928" y="77"/>
                    <a:pt x="926" y="77"/>
                  </a:cubicBezTo>
                  <a:cubicBezTo>
                    <a:pt x="787" y="77"/>
                    <a:pt x="832" y="856"/>
                    <a:pt x="832" y="856"/>
                  </a:cubicBezTo>
                  <a:cubicBezTo>
                    <a:pt x="832" y="856"/>
                    <a:pt x="735" y="1"/>
                    <a:pt x="6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30"/>
            <p:cNvSpPr/>
            <p:nvPr/>
          </p:nvSpPr>
          <p:spPr>
            <a:xfrm>
              <a:off x="7188159" y="2532130"/>
              <a:ext cx="259569" cy="502211"/>
            </a:xfrm>
            <a:custGeom>
              <a:avLst/>
              <a:gdLst/>
              <a:ahLst/>
              <a:cxnLst/>
              <a:rect l="l" t="t" r="r" b="b"/>
              <a:pathLst>
                <a:path w="2975" h="5756" extrusionOk="0">
                  <a:moveTo>
                    <a:pt x="47" y="0"/>
                  </a:moveTo>
                  <a:cubicBezTo>
                    <a:pt x="47" y="0"/>
                    <a:pt x="0" y="1804"/>
                    <a:pt x="340" y="3168"/>
                  </a:cubicBezTo>
                  <a:cubicBezTo>
                    <a:pt x="709" y="4562"/>
                    <a:pt x="1271" y="5756"/>
                    <a:pt x="1271" y="5756"/>
                  </a:cubicBezTo>
                  <a:lnTo>
                    <a:pt x="2974" y="5217"/>
                  </a:lnTo>
                  <a:cubicBezTo>
                    <a:pt x="1440" y="2729"/>
                    <a:pt x="1394" y="217"/>
                    <a:pt x="1394" y="217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30"/>
            <p:cNvSpPr/>
            <p:nvPr/>
          </p:nvSpPr>
          <p:spPr>
            <a:xfrm>
              <a:off x="7213636" y="2442699"/>
              <a:ext cx="29752" cy="61947"/>
            </a:xfrm>
            <a:custGeom>
              <a:avLst/>
              <a:gdLst/>
              <a:ahLst/>
              <a:cxnLst/>
              <a:rect l="l" t="t" r="r" b="b"/>
              <a:pathLst>
                <a:path w="341" h="710" extrusionOk="0">
                  <a:moveTo>
                    <a:pt x="77" y="1"/>
                  </a:moveTo>
                  <a:lnTo>
                    <a:pt x="1" y="48"/>
                  </a:lnTo>
                  <a:cubicBezTo>
                    <a:pt x="100" y="217"/>
                    <a:pt x="247" y="387"/>
                    <a:pt x="247" y="709"/>
                  </a:cubicBezTo>
                  <a:lnTo>
                    <a:pt x="340" y="709"/>
                  </a:lnTo>
                  <a:cubicBezTo>
                    <a:pt x="340" y="364"/>
                    <a:pt x="194" y="171"/>
                    <a:pt x="77" y="1"/>
                  </a:cubicBezTo>
                  <a:close/>
                </a:path>
              </a:pathLst>
            </a:custGeom>
            <a:solidFill>
              <a:srgbClr val="F7A7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30"/>
            <p:cNvSpPr/>
            <p:nvPr/>
          </p:nvSpPr>
          <p:spPr>
            <a:xfrm>
              <a:off x="7262670" y="2436068"/>
              <a:ext cx="27746" cy="55753"/>
            </a:xfrm>
            <a:custGeom>
              <a:avLst/>
              <a:gdLst/>
              <a:ahLst/>
              <a:cxnLst/>
              <a:rect l="l" t="t" r="r" b="b"/>
              <a:pathLst>
                <a:path w="318" h="639" extrusionOk="0">
                  <a:moveTo>
                    <a:pt x="247" y="1"/>
                  </a:moveTo>
                  <a:cubicBezTo>
                    <a:pt x="194" y="53"/>
                    <a:pt x="124" y="147"/>
                    <a:pt x="71" y="247"/>
                  </a:cubicBezTo>
                  <a:cubicBezTo>
                    <a:pt x="48" y="317"/>
                    <a:pt x="1" y="440"/>
                    <a:pt x="1" y="516"/>
                  </a:cubicBezTo>
                  <a:cubicBezTo>
                    <a:pt x="1" y="563"/>
                    <a:pt x="24" y="610"/>
                    <a:pt x="24" y="639"/>
                  </a:cubicBezTo>
                  <a:lnTo>
                    <a:pt x="124" y="610"/>
                  </a:lnTo>
                  <a:cubicBezTo>
                    <a:pt x="124" y="586"/>
                    <a:pt x="100" y="563"/>
                    <a:pt x="100" y="516"/>
                  </a:cubicBezTo>
                  <a:cubicBezTo>
                    <a:pt x="100" y="440"/>
                    <a:pt x="124" y="369"/>
                    <a:pt x="171" y="270"/>
                  </a:cubicBezTo>
                  <a:cubicBezTo>
                    <a:pt x="218" y="200"/>
                    <a:pt x="270" y="124"/>
                    <a:pt x="317" y="77"/>
                  </a:cubicBezTo>
                  <a:lnTo>
                    <a:pt x="247" y="1"/>
                  </a:lnTo>
                  <a:close/>
                </a:path>
              </a:pathLst>
            </a:custGeom>
            <a:solidFill>
              <a:srgbClr val="F7A7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p30"/>
            <p:cNvSpPr/>
            <p:nvPr/>
          </p:nvSpPr>
          <p:spPr>
            <a:xfrm>
              <a:off x="7258656" y="2876938"/>
              <a:ext cx="227374" cy="327537"/>
            </a:xfrm>
            <a:custGeom>
              <a:avLst/>
              <a:gdLst/>
              <a:ahLst/>
              <a:cxnLst/>
              <a:rect l="l" t="t" r="r" b="b"/>
              <a:pathLst>
                <a:path w="2606" h="3754" extrusionOk="0">
                  <a:moveTo>
                    <a:pt x="1581" y="1"/>
                  </a:moveTo>
                  <a:lnTo>
                    <a:pt x="0" y="1172"/>
                  </a:lnTo>
                  <a:cubicBezTo>
                    <a:pt x="0" y="1172"/>
                    <a:pt x="509" y="2758"/>
                    <a:pt x="1364" y="3754"/>
                  </a:cubicBezTo>
                  <a:lnTo>
                    <a:pt x="2606" y="1265"/>
                  </a:lnTo>
                  <a:cubicBezTo>
                    <a:pt x="2196" y="1265"/>
                    <a:pt x="1581" y="1"/>
                    <a:pt x="1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2" name="Google Shape;3072;p30"/>
            <p:cNvSpPr/>
            <p:nvPr/>
          </p:nvSpPr>
          <p:spPr>
            <a:xfrm>
              <a:off x="7264764" y="2895871"/>
              <a:ext cx="144660" cy="110895"/>
            </a:xfrm>
            <a:custGeom>
              <a:avLst/>
              <a:gdLst/>
              <a:ahLst/>
              <a:cxnLst/>
              <a:rect l="l" t="t" r="r" b="b"/>
              <a:pathLst>
                <a:path w="1658" h="1271" extrusionOk="0">
                  <a:moveTo>
                    <a:pt x="1610" y="0"/>
                  </a:moveTo>
                  <a:lnTo>
                    <a:pt x="0" y="1224"/>
                  </a:lnTo>
                  <a:lnTo>
                    <a:pt x="47" y="1271"/>
                  </a:lnTo>
                  <a:lnTo>
                    <a:pt x="1657" y="76"/>
                  </a:lnTo>
                  <a:lnTo>
                    <a:pt x="1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30"/>
            <p:cNvSpPr/>
            <p:nvPr/>
          </p:nvSpPr>
          <p:spPr>
            <a:xfrm>
              <a:off x="7699001" y="2310342"/>
              <a:ext cx="144660" cy="227984"/>
            </a:xfrm>
            <a:custGeom>
              <a:avLst/>
              <a:gdLst/>
              <a:ahLst/>
              <a:cxnLst/>
              <a:rect l="l" t="t" r="r" b="b"/>
              <a:pathLst>
                <a:path w="1658" h="2613" extrusionOk="0">
                  <a:moveTo>
                    <a:pt x="519" y="1"/>
                  </a:moveTo>
                  <a:cubicBezTo>
                    <a:pt x="518" y="1"/>
                    <a:pt x="517" y="1"/>
                    <a:pt x="515" y="1"/>
                  </a:cubicBezTo>
                  <a:cubicBezTo>
                    <a:pt x="416" y="54"/>
                    <a:pt x="562" y="686"/>
                    <a:pt x="586" y="956"/>
                  </a:cubicBezTo>
                  <a:cubicBezTo>
                    <a:pt x="540" y="692"/>
                    <a:pt x="377" y="200"/>
                    <a:pt x="276" y="200"/>
                  </a:cubicBezTo>
                  <a:cubicBezTo>
                    <a:pt x="274" y="200"/>
                    <a:pt x="272" y="200"/>
                    <a:pt x="270" y="200"/>
                  </a:cubicBezTo>
                  <a:cubicBezTo>
                    <a:pt x="170" y="247"/>
                    <a:pt x="293" y="762"/>
                    <a:pt x="340" y="1102"/>
                  </a:cubicBezTo>
                  <a:cubicBezTo>
                    <a:pt x="294" y="885"/>
                    <a:pt x="176" y="440"/>
                    <a:pt x="83" y="440"/>
                  </a:cubicBezTo>
                  <a:cubicBezTo>
                    <a:pt x="81" y="440"/>
                    <a:pt x="79" y="440"/>
                    <a:pt x="76" y="440"/>
                  </a:cubicBezTo>
                  <a:cubicBezTo>
                    <a:pt x="0" y="470"/>
                    <a:pt x="223" y="1541"/>
                    <a:pt x="340" y="2613"/>
                  </a:cubicBezTo>
                  <a:lnTo>
                    <a:pt x="1657" y="2343"/>
                  </a:lnTo>
                  <a:cubicBezTo>
                    <a:pt x="1587" y="1787"/>
                    <a:pt x="1364" y="417"/>
                    <a:pt x="1271" y="394"/>
                  </a:cubicBezTo>
                  <a:cubicBezTo>
                    <a:pt x="1267" y="393"/>
                    <a:pt x="1264" y="392"/>
                    <a:pt x="1260" y="392"/>
                  </a:cubicBezTo>
                  <a:cubicBezTo>
                    <a:pt x="1174" y="392"/>
                    <a:pt x="1131" y="656"/>
                    <a:pt x="1164" y="805"/>
                  </a:cubicBezTo>
                  <a:lnTo>
                    <a:pt x="1164" y="805"/>
                  </a:lnTo>
                  <a:cubicBezTo>
                    <a:pt x="1089" y="529"/>
                    <a:pt x="922" y="31"/>
                    <a:pt x="832" y="31"/>
                  </a:cubicBezTo>
                  <a:cubicBezTo>
                    <a:pt x="685" y="31"/>
                    <a:pt x="855" y="833"/>
                    <a:pt x="855" y="833"/>
                  </a:cubicBezTo>
                  <a:cubicBezTo>
                    <a:pt x="855" y="833"/>
                    <a:pt x="616" y="1"/>
                    <a:pt x="5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30"/>
            <p:cNvSpPr/>
            <p:nvPr/>
          </p:nvSpPr>
          <p:spPr>
            <a:xfrm>
              <a:off x="7667329" y="2478995"/>
              <a:ext cx="201809" cy="512943"/>
            </a:xfrm>
            <a:custGeom>
              <a:avLst/>
              <a:gdLst/>
              <a:ahLst/>
              <a:cxnLst/>
              <a:rect l="l" t="t" r="r" b="b"/>
              <a:pathLst>
                <a:path w="2313" h="5879" extrusionOk="0">
                  <a:moveTo>
                    <a:pt x="1950" y="0"/>
                  </a:moveTo>
                  <a:lnTo>
                    <a:pt x="679" y="463"/>
                  </a:lnTo>
                  <a:cubicBezTo>
                    <a:pt x="679" y="463"/>
                    <a:pt x="1048" y="2951"/>
                    <a:pt x="0" y="5656"/>
                  </a:cubicBezTo>
                  <a:lnTo>
                    <a:pt x="1757" y="5879"/>
                  </a:lnTo>
                  <a:cubicBezTo>
                    <a:pt x="1757" y="5879"/>
                    <a:pt x="2096" y="4608"/>
                    <a:pt x="2219" y="3191"/>
                  </a:cubicBezTo>
                  <a:cubicBezTo>
                    <a:pt x="2313" y="1780"/>
                    <a:pt x="1950" y="0"/>
                    <a:pt x="19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30"/>
            <p:cNvSpPr/>
            <p:nvPr/>
          </p:nvSpPr>
          <p:spPr>
            <a:xfrm>
              <a:off x="7324529" y="2987308"/>
              <a:ext cx="459895" cy="623837"/>
            </a:xfrm>
            <a:custGeom>
              <a:avLst/>
              <a:gdLst/>
              <a:ahLst/>
              <a:cxnLst/>
              <a:rect l="l" t="t" r="r" b="b"/>
              <a:pathLst>
                <a:path w="5271" h="7150" extrusionOk="0">
                  <a:moveTo>
                    <a:pt x="1851" y="0"/>
                  </a:moveTo>
                  <a:cubicBezTo>
                    <a:pt x="1851" y="0"/>
                    <a:pt x="270" y="586"/>
                    <a:pt x="147" y="2149"/>
                  </a:cubicBezTo>
                  <a:cubicBezTo>
                    <a:pt x="47" y="3759"/>
                    <a:pt x="0" y="7149"/>
                    <a:pt x="0" y="7149"/>
                  </a:cubicBezTo>
                  <a:lnTo>
                    <a:pt x="5270" y="7149"/>
                  </a:lnTo>
                  <a:cubicBezTo>
                    <a:pt x="5270" y="7149"/>
                    <a:pt x="5217" y="4175"/>
                    <a:pt x="5048" y="2050"/>
                  </a:cubicBezTo>
                  <a:cubicBezTo>
                    <a:pt x="4925" y="223"/>
                    <a:pt x="3244" y="0"/>
                    <a:pt x="3244" y="0"/>
                  </a:cubicBezTo>
                  <a:cubicBezTo>
                    <a:pt x="3244" y="0"/>
                    <a:pt x="2954" y="248"/>
                    <a:pt x="2435" y="248"/>
                  </a:cubicBezTo>
                  <a:cubicBezTo>
                    <a:pt x="2412" y="248"/>
                    <a:pt x="2389" y="247"/>
                    <a:pt x="2366" y="246"/>
                  </a:cubicBezTo>
                  <a:cubicBezTo>
                    <a:pt x="1927" y="223"/>
                    <a:pt x="1851" y="0"/>
                    <a:pt x="18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30"/>
            <p:cNvSpPr/>
            <p:nvPr/>
          </p:nvSpPr>
          <p:spPr>
            <a:xfrm>
              <a:off x="7607564" y="2864199"/>
              <a:ext cx="231998" cy="323436"/>
            </a:xfrm>
            <a:custGeom>
              <a:avLst/>
              <a:gdLst/>
              <a:ahLst/>
              <a:cxnLst/>
              <a:rect l="l" t="t" r="r" b="b"/>
              <a:pathLst>
                <a:path w="2659" h="3707" extrusionOk="0">
                  <a:moveTo>
                    <a:pt x="978" y="0"/>
                  </a:moveTo>
                  <a:cubicBezTo>
                    <a:pt x="978" y="0"/>
                    <a:pt x="586" y="1095"/>
                    <a:pt x="0" y="1411"/>
                  </a:cubicBezTo>
                  <a:lnTo>
                    <a:pt x="1804" y="3706"/>
                  </a:lnTo>
                  <a:cubicBezTo>
                    <a:pt x="2442" y="2049"/>
                    <a:pt x="2658" y="802"/>
                    <a:pt x="2658" y="802"/>
                  </a:cubicBezTo>
                  <a:lnTo>
                    <a:pt x="9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p30"/>
            <p:cNvSpPr/>
            <p:nvPr/>
          </p:nvSpPr>
          <p:spPr>
            <a:xfrm>
              <a:off x="7680068" y="2887669"/>
              <a:ext cx="155392" cy="78787"/>
            </a:xfrm>
            <a:custGeom>
              <a:avLst/>
              <a:gdLst/>
              <a:ahLst/>
              <a:cxnLst/>
              <a:rect l="l" t="t" r="r" b="b"/>
              <a:pathLst>
                <a:path w="1781" h="903" extrusionOk="0">
                  <a:moveTo>
                    <a:pt x="24" y="1"/>
                  </a:moveTo>
                  <a:lnTo>
                    <a:pt x="1" y="71"/>
                  </a:lnTo>
                  <a:lnTo>
                    <a:pt x="1757" y="902"/>
                  </a:lnTo>
                  <a:lnTo>
                    <a:pt x="1781" y="850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8" name="Google Shape;3078;p30"/>
            <p:cNvSpPr/>
            <p:nvPr/>
          </p:nvSpPr>
          <p:spPr>
            <a:xfrm>
              <a:off x="7324529" y="3583481"/>
              <a:ext cx="457801" cy="6718"/>
            </a:xfrm>
            <a:custGeom>
              <a:avLst/>
              <a:gdLst/>
              <a:ahLst/>
              <a:cxnLst/>
              <a:rect l="l" t="t" r="r" b="b"/>
              <a:pathLst>
                <a:path w="5247" h="77" extrusionOk="0">
                  <a:moveTo>
                    <a:pt x="0" y="0"/>
                  </a:moveTo>
                  <a:lnTo>
                    <a:pt x="0" y="76"/>
                  </a:lnTo>
                  <a:lnTo>
                    <a:pt x="5247" y="76"/>
                  </a:lnTo>
                  <a:lnTo>
                    <a:pt x="52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p30"/>
            <p:cNvSpPr/>
            <p:nvPr/>
          </p:nvSpPr>
          <p:spPr>
            <a:xfrm>
              <a:off x="7745940" y="3174806"/>
              <a:ext cx="25651" cy="61860"/>
            </a:xfrm>
            <a:custGeom>
              <a:avLst/>
              <a:gdLst/>
              <a:ahLst/>
              <a:cxnLst/>
              <a:rect l="l" t="t" r="r" b="b"/>
              <a:pathLst>
                <a:path w="294" h="709" extrusionOk="0">
                  <a:moveTo>
                    <a:pt x="241" y="0"/>
                  </a:moveTo>
                  <a:cubicBezTo>
                    <a:pt x="241" y="0"/>
                    <a:pt x="171" y="123"/>
                    <a:pt x="124" y="269"/>
                  </a:cubicBezTo>
                  <a:cubicBezTo>
                    <a:pt x="71" y="416"/>
                    <a:pt x="1" y="586"/>
                    <a:pt x="1" y="709"/>
                  </a:cubicBezTo>
                  <a:lnTo>
                    <a:pt x="71" y="709"/>
                  </a:lnTo>
                  <a:cubicBezTo>
                    <a:pt x="71" y="609"/>
                    <a:pt x="147" y="439"/>
                    <a:pt x="194" y="293"/>
                  </a:cubicBezTo>
                  <a:cubicBezTo>
                    <a:pt x="218" y="223"/>
                    <a:pt x="241" y="170"/>
                    <a:pt x="270" y="123"/>
                  </a:cubicBezTo>
                  <a:cubicBezTo>
                    <a:pt x="294" y="76"/>
                    <a:pt x="294" y="47"/>
                    <a:pt x="294" y="47"/>
                  </a:cubicBezTo>
                  <a:lnTo>
                    <a:pt x="2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p30"/>
            <p:cNvSpPr/>
            <p:nvPr/>
          </p:nvSpPr>
          <p:spPr>
            <a:xfrm>
              <a:off x="7335261" y="3070543"/>
              <a:ext cx="38390" cy="104351"/>
            </a:xfrm>
            <a:custGeom>
              <a:avLst/>
              <a:gdLst/>
              <a:ahLst/>
              <a:cxnLst/>
              <a:rect l="l" t="t" r="r" b="b"/>
              <a:pathLst>
                <a:path w="440" h="1196" extrusionOk="0">
                  <a:moveTo>
                    <a:pt x="387" y="1"/>
                  </a:moveTo>
                  <a:cubicBezTo>
                    <a:pt x="387" y="1"/>
                    <a:pt x="71" y="539"/>
                    <a:pt x="0" y="1172"/>
                  </a:cubicBezTo>
                  <a:lnTo>
                    <a:pt x="71" y="1195"/>
                  </a:lnTo>
                  <a:cubicBezTo>
                    <a:pt x="94" y="879"/>
                    <a:pt x="194" y="586"/>
                    <a:pt x="293" y="364"/>
                  </a:cubicBezTo>
                  <a:cubicBezTo>
                    <a:pt x="317" y="270"/>
                    <a:pt x="363" y="170"/>
                    <a:pt x="387" y="124"/>
                  </a:cubicBezTo>
                  <a:cubicBezTo>
                    <a:pt x="410" y="100"/>
                    <a:pt x="439" y="71"/>
                    <a:pt x="439" y="48"/>
                  </a:cubicBezTo>
                  <a:lnTo>
                    <a:pt x="439" y="24"/>
                  </a:lnTo>
                  <a:lnTo>
                    <a:pt x="3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1" name="Google Shape;3081;p30"/>
            <p:cNvSpPr/>
            <p:nvPr/>
          </p:nvSpPr>
          <p:spPr>
            <a:xfrm>
              <a:off x="7465000" y="2979106"/>
              <a:ext cx="161500" cy="57323"/>
            </a:xfrm>
            <a:custGeom>
              <a:avLst/>
              <a:gdLst/>
              <a:ahLst/>
              <a:cxnLst/>
              <a:rect l="l" t="t" r="r" b="b"/>
              <a:pathLst>
                <a:path w="1851" h="657" extrusionOk="0">
                  <a:moveTo>
                    <a:pt x="71" y="1"/>
                  </a:moveTo>
                  <a:lnTo>
                    <a:pt x="1" y="24"/>
                  </a:lnTo>
                  <a:cubicBezTo>
                    <a:pt x="1" y="24"/>
                    <a:pt x="24" y="170"/>
                    <a:pt x="124" y="340"/>
                  </a:cubicBezTo>
                  <a:cubicBezTo>
                    <a:pt x="241" y="487"/>
                    <a:pt x="463" y="656"/>
                    <a:pt x="803" y="656"/>
                  </a:cubicBezTo>
                  <a:cubicBezTo>
                    <a:pt x="1242" y="656"/>
                    <a:pt x="1488" y="510"/>
                    <a:pt x="1658" y="340"/>
                  </a:cubicBezTo>
                  <a:cubicBezTo>
                    <a:pt x="1804" y="170"/>
                    <a:pt x="1851" y="24"/>
                    <a:pt x="1851" y="24"/>
                  </a:cubicBezTo>
                  <a:lnTo>
                    <a:pt x="1781" y="1"/>
                  </a:lnTo>
                  <a:cubicBezTo>
                    <a:pt x="1757" y="24"/>
                    <a:pt x="1704" y="170"/>
                    <a:pt x="1558" y="317"/>
                  </a:cubicBezTo>
                  <a:cubicBezTo>
                    <a:pt x="1412" y="463"/>
                    <a:pt x="1195" y="586"/>
                    <a:pt x="803" y="586"/>
                  </a:cubicBezTo>
                  <a:cubicBezTo>
                    <a:pt x="463" y="586"/>
                    <a:pt x="293" y="440"/>
                    <a:pt x="194" y="293"/>
                  </a:cubicBezTo>
                  <a:cubicBezTo>
                    <a:pt x="147" y="217"/>
                    <a:pt x="94" y="147"/>
                    <a:pt x="94" y="94"/>
                  </a:cubicBezTo>
                  <a:cubicBezTo>
                    <a:pt x="71" y="71"/>
                    <a:pt x="71" y="47"/>
                    <a:pt x="71" y="24"/>
                  </a:cubicBezTo>
                  <a:lnTo>
                    <a:pt x="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p30"/>
            <p:cNvSpPr/>
            <p:nvPr/>
          </p:nvSpPr>
          <p:spPr>
            <a:xfrm>
              <a:off x="7799075" y="2382061"/>
              <a:ext cx="12913" cy="33155"/>
            </a:xfrm>
            <a:custGeom>
              <a:avLst/>
              <a:gdLst/>
              <a:ahLst/>
              <a:cxnLst/>
              <a:rect l="l" t="t" r="r" b="b"/>
              <a:pathLst>
                <a:path w="148" h="380" extrusionOk="0">
                  <a:moveTo>
                    <a:pt x="8" y="0"/>
                  </a:moveTo>
                  <a:cubicBezTo>
                    <a:pt x="1" y="0"/>
                    <a:pt x="1" y="11"/>
                    <a:pt x="1" y="11"/>
                  </a:cubicBezTo>
                  <a:lnTo>
                    <a:pt x="24" y="34"/>
                  </a:lnTo>
                  <a:lnTo>
                    <a:pt x="24" y="11"/>
                  </a:lnTo>
                  <a:cubicBezTo>
                    <a:pt x="16" y="3"/>
                    <a:pt x="11" y="0"/>
                    <a:pt x="8" y="0"/>
                  </a:cubicBezTo>
                  <a:close/>
                  <a:moveTo>
                    <a:pt x="24" y="34"/>
                  </a:moveTo>
                  <a:lnTo>
                    <a:pt x="24" y="110"/>
                  </a:lnTo>
                  <a:cubicBezTo>
                    <a:pt x="24" y="134"/>
                    <a:pt x="48" y="157"/>
                    <a:pt x="48" y="204"/>
                  </a:cubicBezTo>
                  <a:cubicBezTo>
                    <a:pt x="48" y="233"/>
                    <a:pt x="71" y="257"/>
                    <a:pt x="71" y="303"/>
                  </a:cubicBezTo>
                  <a:cubicBezTo>
                    <a:pt x="100" y="327"/>
                    <a:pt x="124" y="350"/>
                    <a:pt x="147" y="380"/>
                  </a:cubicBezTo>
                  <a:cubicBezTo>
                    <a:pt x="124" y="327"/>
                    <a:pt x="124" y="257"/>
                    <a:pt x="100" y="180"/>
                  </a:cubicBezTo>
                  <a:cubicBezTo>
                    <a:pt x="71" y="157"/>
                    <a:pt x="71" y="110"/>
                    <a:pt x="48" y="87"/>
                  </a:cubicBezTo>
                  <a:lnTo>
                    <a:pt x="24" y="34"/>
                  </a:lnTo>
                  <a:close/>
                </a:path>
              </a:pathLst>
            </a:custGeom>
            <a:solidFill>
              <a:srgbClr val="EF9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p30"/>
            <p:cNvSpPr/>
            <p:nvPr/>
          </p:nvSpPr>
          <p:spPr>
            <a:xfrm rot="-4310537">
              <a:off x="8011373" y="4438002"/>
              <a:ext cx="332160" cy="8725"/>
            </a:xfrm>
            <a:custGeom>
              <a:avLst/>
              <a:gdLst/>
              <a:ahLst/>
              <a:cxnLst/>
              <a:rect l="l" t="t" r="r" b="b"/>
              <a:pathLst>
                <a:path w="3807" h="100" extrusionOk="0">
                  <a:moveTo>
                    <a:pt x="1" y="0"/>
                  </a:moveTo>
                  <a:lnTo>
                    <a:pt x="1" y="76"/>
                  </a:lnTo>
                  <a:lnTo>
                    <a:pt x="3807" y="100"/>
                  </a:lnTo>
                  <a:lnTo>
                    <a:pt x="3807" y="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p30"/>
            <p:cNvSpPr/>
            <p:nvPr/>
          </p:nvSpPr>
          <p:spPr>
            <a:xfrm flipH="1">
              <a:off x="7699082" y="1313174"/>
              <a:ext cx="656953" cy="232605"/>
            </a:xfrm>
            <a:custGeom>
              <a:avLst/>
              <a:gdLst/>
              <a:ahLst/>
              <a:cxnLst/>
              <a:rect l="l" t="t" r="r" b="b"/>
              <a:pathLst>
                <a:path w="12744" h="4512" extrusionOk="0">
                  <a:moveTo>
                    <a:pt x="7302" y="1"/>
                  </a:moveTo>
                  <a:cubicBezTo>
                    <a:pt x="6564" y="1"/>
                    <a:pt x="5857" y="546"/>
                    <a:pt x="5534" y="1053"/>
                  </a:cubicBezTo>
                  <a:cubicBezTo>
                    <a:pt x="5150" y="1599"/>
                    <a:pt x="4958" y="2237"/>
                    <a:pt x="4866" y="2883"/>
                  </a:cubicBezTo>
                  <a:cubicBezTo>
                    <a:pt x="4543" y="2498"/>
                    <a:pt x="3936" y="2175"/>
                    <a:pt x="3390" y="2175"/>
                  </a:cubicBezTo>
                  <a:cubicBezTo>
                    <a:pt x="3006" y="2175"/>
                    <a:pt x="2652" y="2337"/>
                    <a:pt x="2460" y="2752"/>
                  </a:cubicBezTo>
                  <a:cubicBezTo>
                    <a:pt x="2268" y="3167"/>
                    <a:pt x="2307" y="3651"/>
                    <a:pt x="2307" y="4097"/>
                  </a:cubicBezTo>
                  <a:cubicBezTo>
                    <a:pt x="2076" y="4035"/>
                    <a:pt x="1853" y="4005"/>
                    <a:pt x="1630" y="4005"/>
                  </a:cubicBezTo>
                  <a:cubicBezTo>
                    <a:pt x="1054" y="4005"/>
                    <a:pt x="477" y="4197"/>
                    <a:pt x="1" y="4512"/>
                  </a:cubicBezTo>
                  <a:lnTo>
                    <a:pt x="12713" y="4512"/>
                  </a:lnTo>
                  <a:cubicBezTo>
                    <a:pt x="12743" y="3620"/>
                    <a:pt x="12490" y="2752"/>
                    <a:pt x="12036" y="2306"/>
                  </a:cubicBezTo>
                  <a:cubicBezTo>
                    <a:pt x="11783" y="2014"/>
                    <a:pt x="11337" y="1822"/>
                    <a:pt x="10914" y="1822"/>
                  </a:cubicBezTo>
                  <a:cubicBezTo>
                    <a:pt x="10791" y="1822"/>
                    <a:pt x="10691" y="1822"/>
                    <a:pt x="10599" y="1853"/>
                  </a:cubicBezTo>
                  <a:cubicBezTo>
                    <a:pt x="9953" y="2014"/>
                    <a:pt x="9538" y="2468"/>
                    <a:pt x="9123" y="2752"/>
                  </a:cubicBezTo>
                  <a:cubicBezTo>
                    <a:pt x="8962" y="1538"/>
                    <a:pt x="8455" y="385"/>
                    <a:pt x="7909" y="162"/>
                  </a:cubicBezTo>
                  <a:cubicBezTo>
                    <a:pt x="7717" y="62"/>
                    <a:pt x="7494" y="1"/>
                    <a:pt x="7302" y="1"/>
                  </a:cubicBezTo>
                  <a:close/>
                </a:path>
              </a:pathLst>
            </a:custGeom>
            <a:solidFill>
              <a:srgbClr val="EBF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30"/>
            <p:cNvSpPr/>
            <p:nvPr/>
          </p:nvSpPr>
          <p:spPr>
            <a:xfrm>
              <a:off x="4803012" y="907274"/>
              <a:ext cx="928177" cy="328620"/>
            </a:xfrm>
            <a:custGeom>
              <a:avLst/>
              <a:gdLst/>
              <a:ahLst/>
              <a:cxnLst/>
              <a:rect l="l" t="t" r="r" b="b"/>
              <a:pathLst>
                <a:path w="12744" h="4512" extrusionOk="0">
                  <a:moveTo>
                    <a:pt x="7302" y="1"/>
                  </a:moveTo>
                  <a:cubicBezTo>
                    <a:pt x="6564" y="1"/>
                    <a:pt x="5857" y="546"/>
                    <a:pt x="5534" y="1053"/>
                  </a:cubicBezTo>
                  <a:cubicBezTo>
                    <a:pt x="5150" y="1599"/>
                    <a:pt x="4958" y="2237"/>
                    <a:pt x="4866" y="2883"/>
                  </a:cubicBezTo>
                  <a:cubicBezTo>
                    <a:pt x="4543" y="2498"/>
                    <a:pt x="3936" y="2175"/>
                    <a:pt x="3390" y="2175"/>
                  </a:cubicBezTo>
                  <a:cubicBezTo>
                    <a:pt x="3006" y="2175"/>
                    <a:pt x="2652" y="2337"/>
                    <a:pt x="2460" y="2752"/>
                  </a:cubicBezTo>
                  <a:cubicBezTo>
                    <a:pt x="2268" y="3167"/>
                    <a:pt x="2307" y="3651"/>
                    <a:pt x="2307" y="4097"/>
                  </a:cubicBezTo>
                  <a:cubicBezTo>
                    <a:pt x="2076" y="4035"/>
                    <a:pt x="1853" y="4005"/>
                    <a:pt x="1630" y="4005"/>
                  </a:cubicBezTo>
                  <a:cubicBezTo>
                    <a:pt x="1054" y="4005"/>
                    <a:pt x="477" y="4197"/>
                    <a:pt x="1" y="4512"/>
                  </a:cubicBezTo>
                  <a:lnTo>
                    <a:pt x="12713" y="4512"/>
                  </a:lnTo>
                  <a:cubicBezTo>
                    <a:pt x="12743" y="3620"/>
                    <a:pt x="12490" y="2752"/>
                    <a:pt x="12036" y="2306"/>
                  </a:cubicBezTo>
                  <a:cubicBezTo>
                    <a:pt x="11783" y="2014"/>
                    <a:pt x="11337" y="1822"/>
                    <a:pt x="10914" y="1822"/>
                  </a:cubicBezTo>
                  <a:cubicBezTo>
                    <a:pt x="10791" y="1822"/>
                    <a:pt x="10691" y="1822"/>
                    <a:pt x="10599" y="1853"/>
                  </a:cubicBezTo>
                  <a:cubicBezTo>
                    <a:pt x="9953" y="2014"/>
                    <a:pt x="9538" y="2468"/>
                    <a:pt x="9123" y="2752"/>
                  </a:cubicBezTo>
                  <a:cubicBezTo>
                    <a:pt x="8962" y="1538"/>
                    <a:pt x="8455" y="385"/>
                    <a:pt x="7909" y="162"/>
                  </a:cubicBezTo>
                  <a:cubicBezTo>
                    <a:pt x="7717" y="62"/>
                    <a:pt x="7494" y="1"/>
                    <a:pt x="7302" y="1"/>
                  </a:cubicBezTo>
                  <a:close/>
                </a:path>
              </a:pathLst>
            </a:custGeom>
            <a:solidFill>
              <a:srgbClr val="EBF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2886;p28">
            <a:extLst>
              <a:ext uri="{FF2B5EF4-FFF2-40B4-BE49-F238E27FC236}">
                <a16:creationId xmlns:a16="http://schemas.microsoft.com/office/drawing/2014/main" id="{8C8F276C-54EC-49A5-9C17-22648B4F0524}"/>
              </a:ext>
            </a:extLst>
          </p:cNvPr>
          <p:cNvSpPr txBox="1">
            <a:spLocks/>
          </p:cNvSpPr>
          <p:nvPr/>
        </p:nvSpPr>
        <p:spPr>
          <a:xfrm>
            <a:off x="454450" y="1017725"/>
            <a:ext cx="2865300" cy="3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5000"/>
              </a:lnSpc>
              <a:buFont typeface="Montserrat"/>
              <a:buNone/>
            </a:pPr>
            <a:r>
              <a:rPr lang="ru-RU" sz="1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Акторы</a:t>
            </a:r>
            <a:r>
              <a:rPr lang="ru-RU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инженер, предприятие.</a:t>
            </a:r>
          </a:p>
          <a:p>
            <a:pPr marL="0" indent="0">
              <a:lnSpc>
                <a:spcPct val="105000"/>
              </a:lnSpc>
              <a:buClr>
                <a:schemeClr val="dk1"/>
              </a:buClr>
              <a:buSzPts val="1100"/>
              <a:buFont typeface="Arial"/>
              <a:buNone/>
            </a:pPr>
            <a:endParaRPr lang="ru-RU"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5000"/>
              </a:lnSpc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Предусловия</a:t>
            </a: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indent="0">
              <a:lnSpc>
                <a:spcPct val="105000"/>
              </a:lnSpc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Инженер приступает к выполнению специальной технологической операции.</a:t>
            </a:r>
          </a:p>
          <a:p>
            <a:pPr marL="0" indent="0">
              <a:lnSpc>
                <a:spcPct val="105000"/>
              </a:lnSpc>
              <a:buFont typeface="Montserrat"/>
              <a:buNone/>
            </a:pPr>
            <a:endParaRPr lang="ru-RU" sz="10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5000"/>
              </a:lnSpc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Ожидаемый результат:</a:t>
            </a:r>
          </a:p>
          <a:p>
            <a:pPr marL="0" indent="0">
              <a:lnSpc>
                <a:spcPct val="105000"/>
              </a:lnSpc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Инженер выполняют свою работу качественно.</a:t>
            </a:r>
          </a:p>
          <a:p>
            <a:pPr marL="0" indent="0">
              <a:lnSpc>
                <a:spcPct val="105000"/>
              </a:lnSpc>
              <a:buFont typeface="Montserrat"/>
              <a:buNone/>
            </a:pPr>
            <a:endParaRPr lang="ru-RU" sz="1000" b="1" u="sng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5000"/>
              </a:lnSpc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b="1" u="sng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Шаги сценария</a:t>
            </a:r>
            <a:r>
              <a:rPr lang="ru-RU" sz="1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269999" indent="-158750">
              <a:lnSpc>
                <a:spcPct val="105000"/>
              </a:lnSpc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Инженер подходит к рабочему месту и экипирует очки дополненной реальности</a:t>
            </a:r>
          </a:p>
          <a:p>
            <a:pPr marL="269999" indent="-158750">
              <a:lnSpc>
                <a:spcPct val="105000"/>
              </a:lnSpc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Инженер начинает выполнять специальную технологическую операцию</a:t>
            </a:r>
          </a:p>
          <a:p>
            <a:pPr marL="269999" indent="-158750">
              <a:lnSpc>
                <a:spcPct val="105000"/>
              </a:lnSpc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С помощью нашего решения инженер получает достоверную информацию во время работы</a:t>
            </a:r>
          </a:p>
          <a:p>
            <a:pPr marL="269999" indent="-158750">
              <a:lnSpc>
                <a:spcPct val="105000"/>
              </a:lnSpc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Инженер выполняет свою работу качественно</a:t>
            </a:r>
          </a:p>
          <a:p>
            <a:pPr marL="269999" indent="-158750">
              <a:lnSpc>
                <a:spcPct val="105000"/>
              </a:lnSpc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ru-RU" sz="1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Предприятие получает прибыль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p31"/>
          <p:cNvSpPr txBox="1">
            <a:spLocks noGrp="1"/>
          </p:cNvSpPr>
          <p:nvPr>
            <p:ph type="title"/>
          </p:nvPr>
        </p:nvSpPr>
        <p:spPr>
          <a:xfrm>
            <a:off x="311700" y="197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6. Ревизия реестра открытых вопросов</a:t>
            </a:r>
            <a:endParaRPr/>
          </a:p>
        </p:txBody>
      </p:sp>
      <p:sp>
        <p:nvSpPr>
          <p:cNvPr id="3091" name="Google Shape;3091;p31"/>
          <p:cNvSpPr txBox="1">
            <a:spLocks noGrp="1"/>
          </p:cNvSpPr>
          <p:nvPr>
            <p:ph type="body" idx="1"/>
          </p:nvPr>
        </p:nvSpPr>
        <p:spPr>
          <a:xfrm>
            <a:off x="311700" y="821975"/>
            <a:ext cx="8520600" cy="4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</a:rPr>
              <a:t>Итак, мы выполнили все предварительные действия по проработке концепции проекта. 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</a:rPr>
              <a:t>К этому моменту, в вашей HADI-таблице в первой колонке «</a:t>
            </a:r>
            <a:r>
              <a:rPr lang="en" sz="1500" b="1">
                <a:solidFill>
                  <a:srgbClr val="000000"/>
                </a:solidFill>
              </a:rPr>
              <a:t>Гипотезы / вопросы</a:t>
            </a:r>
            <a:r>
              <a:rPr lang="en" sz="1500">
                <a:solidFill>
                  <a:srgbClr val="000000"/>
                </a:solidFill>
              </a:rPr>
              <a:t>» должны были накопиться открытые вопросы по проекту в изрядном количестве.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</a:rPr>
              <a:t>Настало время внимательно посмотреть на них, возможно объединить тематически близкие, и составить план исследовательской работы. Есть как минимум три варианта, какие действия можно предпринять, чтобы найти ответы на возникшие вопросы: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Посоветоваться внутри команды / с наставником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Поискать информацию в Интернете и других источниках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Добыть информацию в прямом контакте с теми, у кого она есть — через интервью.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</a:rPr>
              <a:t>Далее мы дадим короткий обзор о проблемных интервью.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Google Shape;3096;p32"/>
          <p:cNvSpPr txBox="1">
            <a:spLocks noGrp="1"/>
          </p:cNvSpPr>
          <p:nvPr>
            <p:ph type="title"/>
          </p:nvPr>
        </p:nvSpPr>
        <p:spPr>
          <a:xfrm>
            <a:off x="311700" y="145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7. Проблемное интервью</a:t>
            </a:r>
            <a:endParaRPr/>
          </a:p>
        </p:txBody>
      </p:sp>
      <p:sp>
        <p:nvSpPr>
          <p:cNvPr id="3097" name="Google Shape;3097;p32"/>
          <p:cNvSpPr txBox="1">
            <a:spLocks noGrp="1"/>
          </p:cNvSpPr>
          <p:nvPr>
            <p:ph type="body" idx="1"/>
          </p:nvPr>
        </p:nvSpPr>
        <p:spPr>
          <a:xfrm>
            <a:off x="311700" y="705000"/>
            <a:ext cx="5210700" cy="43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</a:rPr>
              <a:t>Проблемные интервью — это один из методов социально-экономического исследования, разновидность глубинных интервью, посвященных проблемам и потребностям людей.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</a:rPr>
              <a:t>Это </a:t>
            </a:r>
            <a:r>
              <a:rPr lang="en" sz="1100" b="1">
                <a:solidFill>
                  <a:srgbClr val="000000"/>
                </a:solidFill>
              </a:rPr>
              <a:t>качественный</a:t>
            </a:r>
            <a:r>
              <a:rPr lang="en" sz="1100">
                <a:solidFill>
                  <a:srgbClr val="000000"/>
                </a:solidFill>
              </a:rPr>
              <a:t> метод исследования (т.е. </a:t>
            </a:r>
            <a:r>
              <a:rPr lang="en" sz="1100" b="1">
                <a:solidFill>
                  <a:srgbClr val="000000"/>
                </a:solidFill>
              </a:rPr>
              <a:t>не количественный</a:t>
            </a:r>
            <a:r>
              <a:rPr lang="en" sz="1100">
                <a:solidFill>
                  <a:srgbClr val="000000"/>
                </a:solidFill>
              </a:rPr>
              <a:t>). Качественный — означает что в результате мы получаем не статистику и числа, а информацию структурного характера — что вообще бывает в интересующей нас области, как устроены процессы, проблемы и потребности.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</a:rPr>
              <a:t>Проблемные интервью отличаются от опросов. Интервью — это беседа, диалог, а опрос — это проход по анкете с выбором вариантов ответа. Опрос — это </a:t>
            </a:r>
            <a:r>
              <a:rPr lang="en" sz="1100" b="1">
                <a:solidFill>
                  <a:srgbClr val="000000"/>
                </a:solidFill>
              </a:rPr>
              <a:t>количественный </a:t>
            </a:r>
            <a:r>
              <a:rPr lang="en" sz="1100">
                <a:solidFill>
                  <a:srgbClr val="000000"/>
                </a:solidFill>
              </a:rPr>
              <a:t>метод исследования. 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</a:rPr>
              <a:t>Мы не можем проводить количественные исследования, пока не разберемся со структурой того, что хотим измерить. И только потом уже можно делать опросы из готовых вариантов, чтобы узнать распределение ответов — когда мы с помощью интервью узнаем, а какие вообще бывают варианты в жизни неизвестных нам людей.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3098" name="Google Shape;3098;p32"/>
          <p:cNvSpPr txBox="1">
            <a:spLocks noGrp="1"/>
          </p:cNvSpPr>
          <p:nvPr>
            <p:ph type="body" idx="1"/>
          </p:nvPr>
        </p:nvSpPr>
        <p:spPr>
          <a:xfrm>
            <a:off x="5522400" y="863550"/>
            <a:ext cx="3310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</a:rPr>
              <a:t>Подборка эта находится на платформе Университета 20.35 и включает в себя прекрасные короткие видео Александра Еремеева про HADI-циклы, планирование и проведение интервью: </a:t>
            </a:r>
            <a:r>
              <a:rPr lang="en" sz="12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https://steps.2035.university/collections/cc2cf618-d949-4263-9ea2-e323164ccb4b</a:t>
            </a:r>
            <a:r>
              <a:rPr lang="en" sz="1200">
                <a:solidFill>
                  <a:srgbClr val="000000"/>
                </a:solidFill>
              </a:rPr>
              <a:t> 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3" name="Google Shape;3103;p33"/>
          <p:cNvSpPr txBox="1">
            <a:spLocks noGrp="1"/>
          </p:cNvSpPr>
          <p:nvPr>
            <p:ph type="title"/>
          </p:nvPr>
        </p:nvSpPr>
        <p:spPr>
          <a:xfrm>
            <a:off x="311700" y="114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Итоги</a:t>
            </a:r>
            <a:endParaRPr/>
          </a:p>
        </p:txBody>
      </p:sp>
      <p:sp>
        <p:nvSpPr>
          <p:cNvPr id="3104" name="Google Shape;3104;p33"/>
          <p:cNvSpPr txBox="1">
            <a:spLocks noGrp="1"/>
          </p:cNvSpPr>
          <p:nvPr>
            <p:ph type="body" idx="1"/>
          </p:nvPr>
        </p:nvSpPr>
        <p:spPr>
          <a:xfrm>
            <a:off x="373675" y="687200"/>
            <a:ext cx="8622300" cy="4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000000"/>
                </a:solidFill>
              </a:rPr>
              <a:t>Итак, вы дошли до предпоследнего слайда этой рабочей тетради. Подведем итоги: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 sz="1300">
                <a:solidFill>
                  <a:srgbClr val="000000"/>
                </a:solidFill>
              </a:rPr>
              <a:t>У вас есть огромная HADI-таблица с кучей вопросов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 sz="1300">
                <a:solidFill>
                  <a:srgbClr val="000000"/>
                </a:solidFill>
              </a:rPr>
              <a:t>У вас есть гора артефактов, из которых складывается концепция проекта:</a:t>
            </a:r>
            <a:endParaRPr sz="1300">
              <a:solidFill>
                <a:srgbClr val="000000"/>
              </a:solidFill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lphaLcPeriod"/>
            </a:pPr>
            <a:r>
              <a:rPr lang="en" sz="1000">
                <a:solidFill>
                  <a:srgbClr val="000000"/>
                </a:solidFill>
              </a:rPr>
              <a:t>Постановка проблемы и обоснование её актуальности</a:t>
            </a:r>
            <a:endParaRPr sz="1000">
              <a:solidFill>
                <a:srgbClr val="000000"/>
              </a:solidFill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lphaLcPeriod"/>
            </a:pPr>
            <a:r>
              <a:rPr lang="en" sz="1000">
                <a:solidFill>
                  <a:srgbClr val="000000"/>
                </a:solidFill>
              </a:rPr>
              <a:t>Уточненная формулировка решения</a:t>
            </a:r>
            <a:endParaRPr sz="1000">
              <a:solidFill>
                <a:srgbClr val="000000"/>
              </a:solidFill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lphaLcPeriod"/>
            </a:pPr>
            <a:r>
              <a:rPr lang="en" sz="1000">
                <a:solidFill>
                  <a:srgbClr val="000000"/>
                </a:solidFill>
              </a:rPr>
              <a:t>Уточненная формулировка первой продуктовой версии вашего решения (MVP)</a:t>
            </a:r>
            <a:endParaRPr sz="1000">
              <a:solidFill>
                <a:srgbClr val="000000"/>
              </a:solidFill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lphaLcPeriod"/>
            </a:pPr>
            <a:r>
              <a:rPr lang="en" sz="1000">
                <a:solidFill>
                  <a:srgbClr val="000000"/>
                </a:solidFill>
              </a:rPr>
              <a:t>Перечень стейкхолдеров и их целей</a:t>
            </a:r>
            <a:endParaRPr sz="1000">
              <a:solidFill>
                <a:srgbClr val="000000"/>
              </a:solidFill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lphaLcPeriod"/>
            </a:pPr>
            <a:r>
              <a:rPr lang="en" sz="1000">
                <a:solidFill>
                  <a:srgbClr val="000000"/>
                </a:solidFill>
              </a:rPr>
              <a:t>Сценарий AS IS — как пользователь приходит к проблемной ситуации</a:t>
            </a:r>
            <a:endParaRPr sz="1000">
              <a:solidFill>
                <a:srgbClr val="000000"/>
              </a:solidFill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AutoNum type="alphaLcPeriod"/>
            </a:pPr>
            <a:r>
              <a:rPr lang="en" sz="1000">
                <a:solidFill>
                  <a:srgbClr val="000000"/>
                </a:solidFill>
              </a:rPr>
              <a:t>Сценарий TO BE — каким будет путь пользователя, когда решение позволит снят</a:t>
            </a:r>
            <a:r>
              <a:rPr lang="en" sz="900">
                <a:solidFill>
                  <a:srgbClr val="000000"/>
                </a:solidFill>
              </a:rPr>
              <a:t>ь проблему</a:t>
            </a:r>
            <a:endParaRPr sz="9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 sz="1300">
                <a:solidFill>
                  <a:srgbClr val="000000"/>
                </a:solidFill>
              </a:rPr>
              <a:t>У вас есть приблизительное представление, что вам нужно узнать с помощью исследования методом проблемных интервью.</a:t>
            </a:r>
            <a:endParaRPr sz="13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p34"/>
          <p:cNvSpPr txBox="1">
            <a:spLocks noGrp="1"/>
          </p:cNvSpPr>
          <p:nvPr>
            <p:ph type="title"/>
          </p:nvPr>
        </p:nvSpPr>
        <p:spPr>
          <a:xfrm>
            <a:off x="210900" y="1359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Ссылки</a:t>
            </a:r>
            <a:endParaRPr/>
          </a:p>
        </p:txBody>
      </p:sp>
      <p:sp>
        <p:nvSpPr>
          <p:cNvPr id="3110" name="Google Shape;3110;p34"/>
          <p:cNvSpPr txBox="1">
            <a:spLocks noGrp="1"/>
          </p:cNvSpPr>
          <p:nvPr>
            <p:ph type="body" idx="1"/>
          </p:nvPr>
        </p:nvSpPr>
        <p:spPr>
          <a:xfrm>
            <a:off x="2010600" y="708625"/>
            <a:ext cx="5122800" cy="38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AutoNum type="arabicPeriod"/>
            </a:pPr>
            <a:r>
              <a:rPr lang="en" sz="1700">
                <a:solidFill>
                  <a:srgbClr val="000000"/>
                </a:solidFill>
              </a:rPr>
              <a:t>Первая статья про ежупу — Константин Коломеец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https://teambook.ru/approaches/the-ezhupa</a:t>
            </a:r>
            <a:r>
              <a:rPr lang="en" sz="1700">
                <a:solidFill>
                  <a:srgbClr val="000000"/>
                </a:solidFill>
              </a:rPr>
              <a:t> 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70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AutoNum type="arabicPeriod"/>
            </a:pPr>
            <a:r>
              <a:rPr lang="en" sz="1700">
                <a:solidFill>
                  <a:srgbClr val="000000"/>
                </a:solidFill>
              </a:rPr>
              <a:t>Портрет Ежупы в естественной среде обитания —  дизайнеры компании КРОК (ЗАО КРОК Инкорпорейтед)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70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AutoNum type="arabicPeriod"/>
            </a:pPr>
            <a:r>
              <a:rPr lang="en" sz="1700">
                <a:solidFill>
                  <a:srgbClr val="000000"/>
                </a:solidFill>
              </a:rPr>
              <a:t>Подборка видео по теме рабочей тетради: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 u="sng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https://steps.2035.university/collections/cc2cf618-d949-4263-9ea2-e323164ccb4b</a:t>
            </a:r>
            <a:r>
              <a:rPr lang="en" sz="1700">
                <a:solidFill>
                  <a:srgbClr val="000000"/>
                </a:solidFill>
              </a:rPr>
              <a:t> </a:t>
            </a:r>
            <a:endParaRPr sz="1700">
              <a:solidFill>
                <a:srgbClr val="000000"/>
              </a:solidFill>
            </a:endParaRPr>
          </a:p>
        </p:txBody>
      </p:sp>
      <p:grpSp>
        <p:nvGrpSpPr>
          <p:cNvPr id="3111" name="Google Shape;3111;p34"/>
          <p:cNvGrpSpPr/>
          <p:nvPr/>
        </p:nvGrpSpPr>
        <p:grpSpPr>
          <a:xfrm>
            <a:off x="-1199" y="970669"/>
            <a:ext cx="9143872" cy="4166136"/>
            <a:chOff x="403074" y="609575"/>
            <a:chExt cx="8156889" cy="3944458"/>
          </a:xfrm>
        </p:grpSpPr>
        <p:sp>
          <p:nvSpPr>
            <p:cNvPr id="3112" name="Google Shape;3112;p34"/>
            <p:cNvSpPr/>
            <p:nvPr/>
          </p:nvSpPr>
          <p:spPr>
            <a:xfrm>
              <a:off x="1064612" y="609575"/>
              <a:ext cx="7014769" cy="3455633"/>
            </a:xfrm>
            <a:custGeom>
              <a:avLst/>
              <a:gdLst/>
              <a:ahLst/>
              <a:cxnLst/>
              <a:rect l="l" t="t" r="r" b="b"/>
              <a:pathLst>
                <a:path w="63746" h="31402" extrusionOk="0">
                  <a:moveTo>
                    <a:pt x="15686" y="1"/>
                  </a:moveTo>
                  <a:cubicBezTo>
                    <a:pt x="15516" y="1"/>
                    <a:pt x="15370" y="24"/>
                    <a:pt x="15200" y="24"/>
                  </a:cubicBezTo>
                  <a:lnTo>
                    <a:pt x="15200" y="124"/>
                  </a:lnTo>
                  <a:cubicBezTo>
                    <a:pt x="15370" y="124"/>
                    <a:pt x="15540" y="100"/>
                    <a:pt x="15686" y="100"/>
                  </a:cubicBezTo>
                  <a:lnTo>
                    <a:pt x="15686" y="1"/>
                  </a:lnTo>
                  <a:close/>
                  <a:moveTo>
                    <a:pt x="16026" y="1"/>
                  </a:moveTo>
                  <a:lnTo>
                    <a:pt x="16026" y="100"/>
                  </a:lnTo>
                  <a:cubicBezTo>
                    <a:pt x="16201" y="100"/>
                    <a:pt x="16371" y="124"/>
                    <a:pt x="16517" y="124"/>
                  </a:cubicBezTo>
                  <a:lnTo>
                    <a:pt x="16517" y="24"/>
                  </a:lnTo>
                  <a:cubicBezTo>
                    <a:pt x="16371" y="24"/>
                    <a:pt x="16201" y="1"/>
                    <a:pt x="16026" y="1"/>
                  </a:cubicBezTo>
                  <a:close/>
                  <a:moveTo>
                    <a:pt x="16857" y="48"/>
                  </a:moveTo>
                  <a:lnTo>
                    <a:pt x="16857" y="147"/>
                  </a:lnTo>
                  <a:cubicBezTo>
                    <a:pt x="17027" y="171"/>
                    <a:pt x="17173" y="171"/>
                    <a:pt x="17343" y="194"/>
                  </a:cubicBezTo>
                  <a:lnTo>
                    <a:pt x="17343" y="100"/>
                  </a:lnTo>
                  <a:cubicBezTo>
                    <a:pt x="17197" y="77"/>
                    <a:pt x="17027" y="77"/>
                    <a:pt x="16857" y="48"/>
                  </a:cubicBezTo>
                  <a:close/>
                  <a:moveTo>
                    <a:pt x="14855" y="77"/>
                  </a:moveTo>
                  <a:cubicBezTo>
                    <a:pt x="14685" y="100"/>
                    <a:pt x="14538" y="124"/>
                    <a:pt x="14369" y="147"/>
                  </a:cubicBezTo>
                  <a:lnTo>
                    <a:pt x="14392" y="247"/>
                  </a:lnTo>
                  <a:cubicBezTo>
                    <a:pt x="14538" y="223"/>
                    <a:pt x="14708" y="171"/>
                    <a:pt x="14884" y="171"/>
                  </a:cubicBezTo>
                  <a:lnTo>
                    <a:pt x="14855" y="77"/>
                  </a:lnTo>
                  <a:close/>
                  <a:moveTo>
                    <a:pt x="17688" y="147"/>
                  </a:moveTo>
                  <a:lnTo>
                    <a:pt x="17665" y="247"/>
                  </a:lnTo>
                  <a:cubicBezTo>
                    <a:pt x="17835" y="294"/>
                    <a:pt x="17981" y="317"/>
                    <a:pt x="18151" y="341"/>
                  </a:cubicBezTo>
                  <a:lnTo>
                    <a:pt x="18174" y="247"/>
                  </a:lnTo>
                  <a:cubicBezTo>
                    <a:pt x="18005" y="223"/>
                    <a:pt x="17858" y="194"/>
                    <a:pt x="17688" y="147"/>
                  </a:cubicBezTo>
                  <a:close/>
                  <a:moveTo>
                    <a:pt x="14029" y="223"/>
                  </a:moveTo>
                  <a:cubicBezTo>
                    <a:pt x="13883" y="247"/>
                    <a:pt x="13736" y="294"/>
                    <a:pt x="13566" y="341"/>
                  </a:cubicBezTo>
                  <a:lnTo>
                    <a:pt x="13590" y="440"/>
                  </a:lnTo>
                  <a:cubicBezTo>
                    <a:pt x="13760" y="393"/>
                    <a:pt x="13906" y="341"/>
                    <a:pt x="14052" y="317"/>
                  </a:cubicBezTo>
                  <a:lnTo>
                    <a:pt x="14029" y="223"/>
                  </a:lnTo>
                  <a:close/>
                  <a:moveTo>
                    <a:pt x="18491" y="341"/>
                  </a:moveTo>
                  <a:lnTo>
                    <a:pt x="18467" y="440"/>
                  </a:lnTo>
                  <a:cubicBezTo>
                    <a:pt x="18637" y="463"/>
                    <a:pt x="18783" y="516"/>
                    <a:pt x="18930" y="563"/>
                  </a:cubicBezTo>
                  <a:lnTo>
                    <a:pt x="18982" y="487"/>
                  </a:lnTo>
                  <a:cubicBezTo>
                    <a:pt x="18807" y="417"/>
                    <a:pt x="18660" y="393"/>
                    <a:pt x="18491" y="341"/>
                  </a:cubicBezTo>
                  <a:close/>
                  <a:moveTo>
                    <a:pt x="13244" y="463"/>
                  </a:moveTo>
                  <a:cubicBezTo>
                    <a:pt x="13075" y="516"/>
                    <a:pt x="12928" y="563"/>
                    <a:pt x="12782" y="633"/>
                  </a:cubicBezTo>
                  <a:lnTo>
                    <a:pt x="12835" y="733"/>
                  </a:lnTo>
                  <a:cubicBezTo>
                    <a:pt x="12981" y="663"/>
                    <a:pt x="13127" y="610"/>
                    <a:pt x="13274" y="540"/>
                  </a:cubicBezTo>
                  <a:lnTo>
                    <a:pt x="13244" y="463"/>
                  </a:lnTo>
                  <a:close/>
                  <a:moveTo>
                    <a:pt x="19299" y="586"/>
                  </a:moveTo>
                  <a:lnTo>
                    <a:pt x="19246" y="686"/>
                  </a:lnTo>
                  <a:cubicBezTo>
                    <a:pt x="19422" y="733"/>
                    <a:pt x="19568" y="809"/>
                    <a:pt x="19714" y="856"/>
                  </a:cubicBezTo>
                  <a:lnTo>
                    <a:pt x="19738" y="780"/>
                  </a:lnTo>
                  <a:cubicBezTo>
                    <a:pt x="19591" y="709"/>
                    <a:pt x="19445" y="663"/>
                    <a:pt x="19299" y="586"/>
                  </a:cubicBezTo>
                  <a:close/>
                  <a:moveTo>
                    <a:pt x="12466" y="780"/>
                  </a:moveTo>
                  <a:cubicBezTo>
                    <a:pt x="12319" y="856"/>
                    <a:pt x="12173" y="926"/>
                    <a:pt x="12050" y="1026"/>
                  </a:cubicBezTo>
                  <a:lnTo>
                    <a:pt x="12103" y="1102"/>
                  </a:lnTo>
                  <a:cubicBezTo>
                    <a:pt x="12220" y="1026"/>
                    <a:pt x="12366" y="955"/>
                    <a:pt x="12513" y="879"/>
                  </a:cubicBezTo>
                  <a:lnTo>
                    <a:pt x="12466" y="780"/>
                  </a:lnTo>
                  <a:close/>
                  <a:moveTo>
                    <a:pt x="20054" y="926"/>
                  </a:moveTo>
                  <a:lnTo>
                    <a:pt x="20007" y="1002"/>
                  </a:lnTo>
                  <a:lnTo>
                    <a:pt x="20446" y="1219"/>
                  </a:lnTo>
                  <a:lnTo>
                    <a:pt x="20493" y="1149"/>
                  </a:lnTo>
                  <a:cubicBezTo>
                    <a:pt x="20347" y="1049"/>
                    <a:pt x="20200" y="979"/>
                    <a:pt x="20054" y="926"/>
                  </a:cubicBezTo>
                  <a:close/>
                  <a:moveTo>
                    <a:pt x="50501" y="1219"/>
                  </a:moveTo>
                  <a:cubicBezTo>
                    <a:pt x="50354" y="1219"/>
                    <a:pt x="50185" y="1219"/>
                    <a:pt x="50015" y="1248"/>
                  </a:cubicBezTo>
                  <a:lnTo>
                    <a:pt x="50015" y="1342"/>
                  </a:lnTo>
                  <a:cubicBezTo>
                    <a:pt x="50185" y="1318"/>
                    <a:pt x="50354" y="1318"/>
                    <a:pt x="50501" y="1318"/>
                  </a:cubicBezTo>
                  <a:lnTo>
                    <a:pt x="50501" y="1219"/>
                  </a:lnTo>
                  <a:close/>
                  <a:moveTo>
                    <a:pt x="50840" y="1219"/>
                  </a:moveTo>
                  <a:lnTo>
                    <a:pt x="50840" y="1318"/>
                  </a:lnTo>
                  <a:cubicBezTo>
                    <a:pt x="51010" y="1318"/>
                    <a:pt x="51186" y="1318"/>
                    <a:pt x="51332" y="1342"/>
                  </a:cubicBezTo>
                  <a:lnTo>
                    <a:pt x="51332" y="1248"/>
                  </a:lnTo>
                  <a:cubicBezTo>
                    <a:pt x="51186" y="1219"/>
                    <a:pt x="51010" y="1219"/>
                    <a:pt x="50840" y="1219"/>
                  </a:cubicBezTo>
                  <a:close/>
                  <a:moveTo>
                    <a:pt x="49669" y="1271"/>
                  </a:moveTo>
                  <a:cubicBezTo>
                    <a:pt x="49523" y="1271"/>
                    <a:pt x="49353" y="1295"/>
                    <a:pt x="49183" y="1318"/>
                  </a:cubicBezTo>
                  <a:lnTo>
                    <a:pt x="49207" y="1418"/>
                  </a:lnTo>
                  <a:cubicBezTo>
                    <a:pt x="49353" y="1394"/>
                    <a:pt x="49523" y="1365"/>
                    <a:pt x="49693" y="1365"/>
                  </a:cubicBezTo>
                  <a:lnTo>
                    <a:pt x="49669" y="1271"/>
                  </a:lnTo>
                  <a:close/>
                  <a:moveTo>
                    <a:pt x="51672" y="1271"/>
                  </a:moveTo>
                  <a:lnTo>
                    <a:pt x="51672" y="1365"/>
                  </a:lnTo>
                  <a:cubicBezTo>
                    <a:pt x="51842" y="1394"/>
                    <a:pt x="51988" y="1418"/>
                    <a:pt x="52158" y="1441"/>
                  </a:cubicBezTo>
                  <a:lnTo>
                    <a:pt x="52158" y="1342"/>
                  </a:lnTo>
                  <a:cubicBezTo>
                    <a:pt x="52012" y="1318"/>
                    <a:pt x="51842" y="1295"/>
                    <a:pt x="51672" y="1271"/>
                  </a:cubicBezTo>
                  <a:close/>
                  <a:moveTo>
                    <a:pt x="11757" y="1195"/>
                  </a:moveTo>
                  <a:cubicBezTo>
                    <a:pt x="11611" y="1271"/>
                    <a:pt x="11464" y="1365"/>
                    <a:pt x="11341" y="1465"/>
                  </a:cubicBezTo>
                  <a:lnTo>
                    <a:pt x="11394" y="1541"/>
                  </a:lnTo>
                  <a:cubicBezTo>
                    <a:pt x="11541" y="1441"/>
                    <a:pt x="11664" y="1365"/>
                    <a:pt x="11810" y="1271"/>
                  </a:cubicBezTo>
                  <a:lnTo>
                    <a:pt x="11757" y="1195"/>
                  </a:lnTo>
                  <a:close/>
                  <a:moveTo>
                    <a:pt x="48844" y="1365"/>
                  </a:moveTo>
                  <a:cubicBezTo>
                    <a:pt x="48697" y="1418"/>
                    <a:pt x="48522" y="1441"/>
                    <a:pt x="48375" y="1465"/>
                  </a:cubicBezTo>
                  <a:lnTo>
                    <a:pt x="48405" y="1564"/>
                  </a:lnTo>
                  <a:cubicBezTo>
                    <a:pt x="48551" y="1541"/>
                    <a:pt x="48721" y="1488"/>
                    <a:pt x="48867" y="1465"/>
                  </a:cubicBezTo>
                  <a:lnTo>
                    <a:pt x="48844" y="1365"/>
                  </a:lnTo>
                  <a:close/>
                  <a:moveTo>
                    <a:pt x="52503" y="1394"/>
                  </a:moveTo>
                  <a:lnTo>
                    <a:pt x="52474" y="1488"/>
                  </a:lnTo>
                  <a:cubicBezTo>
                    <a:pt x="52650" y="1541"/>
                    <a:pt x="52796" y="1564"/>
                    <a:pt x="52966" y="1611"/>
                  </a:cubicBezTo>
                  <a:lnTo>
                    <a:pt x="52989" y="1512"/>
                  </a:lnTo>
                  <a:cubicBezTo>
                    <a:pt x="52820" y="1488"/>
                    <a:pt x="52673" y="1441"/>
                    <a:pt x="52503" y="1394"/>
                  </a:cubicBezTo>
                  <a:close/>
                  <a:moveTo>
                    <a:pt x="20786" y="1295"/>
                  </a:moveTo>
                  <a:lnTo>
                    <a:pt x="20739" y="1394"/>
                  </a:lnTo>
                  <a:cubicBezTo>
                    <a:pt x="20885" y="1465"/>
                    <a:pt x="21032" y="1541"/>
                    <a:pt x="21178" y="1634"/>
                  </a:cubicBezTo>
                  <a:lnTo>
                    <a:pt x="21225" y="1541"/>
                  </a:lnTo>
                  <a:cubicBezTo>
                    <a:pt x="21079" y="1465"/>
                    <a:pt x="20932" y="1365"/>
                    <a:pt x="20786" y="1295"/>
                  </a:cubicBezTo>
                  <a:close/>
                  <a:moveTo>
                    <a:pt x="48036" y="1564"/>
                  </a:moveTo>
                  <a:cubicBezTo>
                    <a:pt x="47889" y="1588"/>
                    <a:pt x="47720" y="1634"/>
                    <a:pt x="47573" y="1687"/>
                  </a:cubicBezTo>
                  <a:lnTo>
                    <a:pt x="47597" y="1781"/>
                  </a:lnTo>
                  <a:cubicBezTo>
                    <a:pt x="47743" y="1734"/>
                    <a:pt x="47913" y="1687"/>
                    <a:pt x="48059" y="1634"/>
                  </a:cubicBezTo>
                  <a:lnTo>
                    <a:pt x="48036" y="1564"/>
                  </a:lnTo>
                  <a:close/>
                  <a:moveTo>
                    <a:pt x="53306" y="1634"/>
                  </a:moveTo>
                  <a:lnTo>
                    <a:pt x="53282" y="1711"/>
                  </a:lnTo>
                  <a:cubicBezTo>
                    <a:pt x="53428" y="1757"/>
                    <a:pt x="53575" y="1834"/>
                    <a:pt x="53721" y="1880"/>
                  </a:cubicBezTo>
                  <a:lnTo>
                    <a:pt x="53768" y="1804"/>
                  </a:lnTo>
                  <a:cubicBezTo>
                    <a:pt x="53622" y="1734"/>
                    <a:pt x="53452" y="1687"/>
                    <a:pt x="53306" y="1634"/>
                  </a:cubicBezTo>
                  <a:close/>
                  <a:moveTo>
                    <a:pt x="21518" y="1711"/>
                  </a:moveTo>
                  <a:lnTo>
                    <a:pt x="21471" y="1804"/>
                  </a:lnTo>
                  <a:cubicBezTo>
                    <a:pt x="21588" y="1880"/>
                    <a:pt x="21734" y="1980"/>
                    <a:pt x="21881" y="2050"/>
                  </a:cubicBezTo>
                  <a:lnTo>
                    <a:pt x="21933" y="1980"/>
                  </a:lnTo>
                  <a:cubicBezTo>
                    <a:pt x="21787" y="1880"/>
                    <a:pt x="21641" y="1804"/>
                    <a:pt x="21518" y="1711"/>
                  </a:cubicBezTo>
                  <a:close/>
                  <a:moveTo>
                    <a:pt x="47234" y="1781"/>
                  </a:moveTo>
                  <a:cubicBezTo>
                    <a:pt x="47087" y="1857"/>
                    <a:pt x="46941" y="1904"/>
                    <a:pt x="46795" y="1951"/>
                  </a:cubicBezTo>
                  <a:lnTo>
                    <a:pt x="46818" y="2050"/>
                  </a:lnTo>
                  <a:cubicBezTo>
                    <a:pt x="46964" y="2003"/>
                    <a:pt x="47111" y="1927"/>
                    <a:pt x="47281" y="1880"/>
                  </a:cubicBezTo>
                  <a:lnTo>
                    <a:pt x="47234" y="1781"/>
                  </a:lnTo>
                  <a:close/>
                  <a:moveTo>
                    <a:pt x="11078" y="1687"/>
                  </a:moveTo>
                  <a:cubicBezTo>
                    <a:pt x="10955" y="1781"/>
                    <a:pt x="10832" y="1880"/>
                    <a:pt x="10709" y="2003"/>
                  </a:cubicBezTo>
                  <a:lnTo>
                    <a:pt x="10785" y="2074"/>
                  </a:lnTo>
                  <a:cubicBezTo>
                    <a:pt x="10879" y="1951"/>
                    <a:pt x="11002" y="1857"/>
                    <a:pt x="11125" y="1757"/>
                  </a:cubicBezTo>
                  <a:lnTo>
                    <a:pt x="11078" y="1687"/>
                  </a:lnTo>
                  <a:close/>
                  <a:moveTo>
                    <a:pt x="54084" y="1951"/>
                  </a:moveTo>
                  <a:lnTo>
                    <a:pt x="54037" y="2027"/>
                  </a:lnTo>
                  <a:cubicBezTo>
                    <a:pt x="54184" y="2097"/>
                    <a:pt x="54330" y="2173"/>
                    <a:pt x="54453" y="2243"/>
                  </a:cubicBezTo>
                  <a:lnTo>
                    <a:pt x="54500" y="2173"/>
                  </a:lnTo>
                  <a:cubicBezTo>
                    <a:pt x="54377" y="2097"/>
                    <a:pt x="54231" y="2003"/>
                    <a:pt x="54084" y="1951"/>
                  </a:cubicBezTo>
                  <a:close/>
                  <a:moveTo>
                    <a:pt x="46473" y="2097"/>
                  </a:moveTo>
                  <a:cubicBezTo>
                    <a:pt x="46426" y="2097"/>
                    <a:pt x="46402" y="2126"/>
                    <a:pt x="46379" y="2126"/>
                  </a:cubicBezTo>
                  <a:cubicBezTo>
                    <a:pt x="46256" y="2173"/>
                    <a:pt x="46133" y="2243"/>
                    <a:pt x="46010" y="2296"/>
                  </a:cubicBezTo>
                  <a:lnTo>
                    <a:pt x="46063" y="2390"/>
                  </a:lnTo>
                  <a:cubicBezTo>
                    <a:pt x="46180" y="2320"/>
                    <a:pt x="46303" y="2273"/>
                    <a:pt x="46426" y="2220"/>
                  </a:cubicBezTo>
                  <a:cubicBezTo>
                    <a:pt x="46449" y="2197"/>
                    <a:pt x="46473" y="2197"/>
                    <a:pt x="46502" y="2173"/>
                  </a:cubicBezTo>
                  <a:lnTo>
                    <a:pt x="46473" y="2097"/>
                  </a:lnTo>
                  <a:close/>
                  <a:moveTo>
                    <a:pt x="22203" y="2173"/>
                  </a:moveTo>
                  <a:lnTo>
                    <a:pt x="22150" y="2243"/>
                  </a:lnTo>
                  <a:cubicBezTo>
                    <a:pt x="22297" y="2343"/>
                    <a:pt x="22419" y="2419"/>
                    <a:pt x="22566" y="2513"/>
                  </a:cubicBezTo>
                  <a:lnTo>
                    <a:pt x="22613" y="2443"/>
                  </a:lnTo>
                  <a:cubicBezTo>
                    <a:pt x="22466" y="2343"/>
                    <a:pt x="22349" y="2243"/>
                    <a:pt x="22203" y="2173"/>
                  </a:cubicBezTo>
                  <a:close/>
                  <a:moveTo>
                    <a:pt x="10463" y="2243"/>
                  </a:moveTo>
                  <a:cubicBezTo>
                    <a:pt x="10346" y="2366"/>
                    <a:pt x="10247" y="2489"/>
                    <a:pt x="10147" y="2612"/>
                  </a:cubicBezTo>
                  <a:lnTo>
                    <a:pt x="10223" y="2683"/>
                  </a:lnTo>
                  <a:cubicBezTo>
                    <a:pt x="10317" y="2536"/>
                    <a:pt x="10416" y="2443"/>
                    <a:pt x="10539" y="2320"/>
                  </a:cubicBezTo>
                  <a:lnTo>
                    <a:pt x="10463" y="2243"/>
                  </a:lnTo>
                  <a:close/>
                  <a:moveTo>
                    <a:pt x="54793" y="2366"/>
                  </a:moveTo>
                  <a:lnTo>
                    <a:pt x="54746" y="2443"/>
                  </a:lnTo>
                  <a:cubicBezTo>
                    <a:pt x="54793" y="2466"/>
                    <a:pt x="54816" y="2489"/>
                    <a:pt x="54869" y="2513"/>
                  </a:cubicBezTo>
                  <a:cubicBezTo>
                    <a:pt x="54963" y="2589"/>
                    <a:pt x="55039" y="2659"/>
                    <a:pt x="55138" y="2735"/>
                  </a:cubicBezTo>
                  <a:lnTo>
                    <a:pt x="55208" y="2659"/>
                  </a:lnTo>
                  <a:cubicBezTo>
                    <a:pt x="55109" y="2589"/>
                    <a:pt x="55015" y="2513"/>
                    <a:pt x="54916" y="2443"/>
                  </a:cubicBezTo>
                  <a:cubicBezTo>
                    <a:pt x="54892" y="2419"/>
                    <a:pt x="54845" y="2390"/>
                    <a:pt x="54793" y="2366"/>
                  </a:cubicBezTo>
                  <a:close/>
                  <a:moveTo>
                    <a:pt x="45717" y="2443"/>
                  </a:moveTo>
                  <a:lnTo>
                    <a:pt x="45278" y="2659"/>
                  </a:lnTo>
                  <a:lnTo>
                    <a:pt x="45331" y="2759"/>
                  </a:lnTo>
                  <a:cubicBezTo>
                    <a:pt x="45448" y="2683"/>
                    <a:pt x="45594" y="2612"/>
                    <a:pt x="45741" y="2536"/>
                  </a:cubicBezTo>
                  <a:lnTo>
                    <a:pt x="45717" y="2443"/>
                  </a:lnTo>
                  <a:close/>
                  <a:moveTo>
                    <a:pt x="22905" y="2612"/>
                  </a:moveTo>
                  <a:lnTo>
                    <a:pt x="22859" y="2712"/>
                  </a:lnTo>
                  <a:cubicBezTo>
                    <a:pt x="22982" y="2782"/>
                    <a:pt x="23105" y="2882"/>
                    <a:pt x="23251" y="2975"/>
                  </a:cubicBezTo>
                  <a:lnTo>
                    <a:pt x="23298" y="2905"/>
                  </a:lnTo>
                  <a:cubicBezTo>
                    <a:pt x="23175" y="2806"/>
                    <a:pt x="23028" y="2712"/>
                    <a:pt x="22905" y="2612"/>
                  </a:cubicBezTo>
                  <a:close/>
                  <a:moveTo>
                    <a:pt x="44962" y="2806"/>
                  </a:moveTo>
                  <a:cubicBezTo>
                    <a:pt x="44816" y="2905"/>
                    <a:pt x="44693" y="2975"/>
                    <a:pt x="44546" y="3051"/>
                  </a:cubicBezTo>
                  <a:lnTo>
                    <a:pt x="44599" y="3122"/>
                  </a:lnTo>
                  <a:cubicBezTo>
                    <a:pt x="44716" y="3051"/>
                    <a:pt x="44862" y="2975"/>
                    <a:pt x="45009" y="2905"/>
                  </a:cubicBezTo>
                  <a:lnTo>
                    <a:pt x="44962" y="2806"/>
                  </a:lnTo>
                  <a:close/>
                  <a:moveTo>
                    <a:pt x="55454" y="2882"/>
                  </a:moveTo>
                  <a:lnTo>
                    <a:pt x="55378" y="2952"/>
                  </a:lnTo>
                  <a:cubicBezTo>
                    <a:pt x="55501" y="3075"/>
                    <a:pt x="55601" y="3198"/>
                    <a:pt x="55694" y="3321"/>
                  </a:cubicBezTo>
                  <a:lnTo>
                    <a:pt x="55771" y="3245"/>
                  </a:lnTo>
                  <a:cubicBezTo>
                    <a:pt x="55671" y="3122"/>
                    <a:pt x="55577" y="3005"/>
                    <a:pt x="55454" y="2882"/>
                  </a:cubicBezTo>
                  <a:close/>
                  <a:moveTo>
                    <a:pt x="9930" y="2882"/>
                  </a:moveTo>
                  <a:cubicBezTo>
                    <a:pt x="9831" y="3028"/>
                    <a:pt x="9731" y="3151"/>
                    <a:pt x="9661" y="3297"/>
                  </a:cubicBezTo>
                  <a:lnTo>
                    <a:pt x="9731" y="3344"/>
                  </a:lnTo>
                  <a:cubicBezTo>
                    <a:pt x="9807" y="3198"/>
                    <a:pt x="9907" y="3075"/>
                    <a:pt x="10001" y="2928"/>
                  </a:cubicBezTo>
                  <a:lnTo>
                    <a:pt x="9930" y="2882"/>
                  </a:lnTo>
                  <a:close/>
                  <a:moveTo>
                    <a:pt x="23591" y="3075"/>
                  </a:moveTo>
                  <a:lnTo>
                    <a:pt x="23544" y="3174"/>
                  </a:lnTo>
                  <a:cubicBezTo>
                    <a:pt x="23667" y="3245"/>
                    <a:pt x="23813" y="3344"/>
                    <a:pt x="23930" y="3444"/>
                  </a:cubicBezTo>
                  <a:lnTo>
                    <a:pt x="23983" y="3368"/>
                  </a:lnTo>
                  <a:cubicBezTo>
                    <a:pt x="23860" y="3268"/>
                    <a:pt x="23713" y="3174"/>
                    <a:pt x="23591" y="3075"/>
                  </a:cubicBezTo>
                  <a:close/>
                  <a:moveTo>
                    <a:pt x="44253" y="3221"/>
                  </a:moveTo>
                  <a:cubicBezTo>
                    <a:pt x="44107" y="3297"/>
                    <a:pt x="43961" y="3368"/>
                    <a:pt x="43814" y="3467"/>
                  </a:cubicBezTo>
                  <a:lnTo>
                    <a:pt x="43867" y="3537"/>
                  </a:lnTo>
                  <a:cubicBezTo>
                    <a:pt x="44013" y="3467"/>
                    <a:pt x="44160" y="3368"/>
                    <a:pt x="44277" y="3297"/>
                  </a:cubicBezTo>
                  <a:lnTo>
                    <a:pt x="44253" y="3221"/>
                  </a:lnTo>
                  <a:close/>
                  <a:moveTo>
                    <a:pt x="24276" y="3561"/>
                  </a:moveTo>
                  <a:lnTo>
                    <a:pt x="24223" y="3637"/>
                  </a:lnTo>
                  <a:cubicBezTo>
                    <a:pt x="24346" y="3707"/>
                    <a:pt x="24445" y="3783"/>
                    <a:pt x="24568" y="3883"/>
                  </a:cubicBezTo>
                  <a:cubicBezTo>
                    <a:pt x="24592" y="3883"/>
                    <a:pt x="24615" y="3906"/>
                    <a:pt x="24615" y="3906"/>
                  </a:cubicBezTo>
                  <a:lnTo>
                    <a:pt x="24691" y="3830"/>
                  </a:lnTo>
                  <a:cubicBezTo>
                    <a:pt x="24662" y="3807"/>
                    <a:pt x="24639" y="3807"/>
                    <a:pt x="24639" y="3783"/>
                  </a:cubicBezTo>
                  <a:cubicBezTo>
                    <a:pt x="24516" y="3707"/>
                    <a:pt x="24399" y="3637"/>
                    <a:pt x="24276" y="3561"/>
                  </a:cubicBezTo>
                  <a:close/>
                  <a:moveTo>
                    <a:pt x="43522" y="3614"/>
                  </a:moveTo>
                  <a:cubicBezTo>
                    <a:pt x="43375" y="3707"/>
                    <a:pt x="43229" y="3783"/>
                    <a:pt x="43106" y="3854"/>
                  </a:cubicBezTo>
                  <a:lnTo>
                    <a:pt x="43158" y="3953"/>
                  </a:lnTo>
                  <a:cubicBezTo>
                    <a:pt x="43281" y="3883"/>
                    <a:pt x="43428" y="3783"/>
                    <a:pt x="43574" y="3707"/>
                  </a:cubicBezTo>
                  <a:lnTo>
                    <a:pt x="43522" y="3614"/>
                  </a:lnTo>
                  <a:close/>
                  <a:moveTo>
                    <a:pt x="55964" y="3537"/>
                  </a:moveTo>
                  <a:lnTo>
                    <a:pt x="55893" y="3590"/>
                  </a:lnTo>
                  <a:cubicBezTo>
                    <a:pt x="55964" y="3736"/>
                    <a:pt x="56063" y="3883"/>
                    <a:pt x="56110" y="4029"/>
                  </a:cubicBezTo>
                  <a:lnTo>
                    <a:pt x="56210" y="3977"/>
                  </a:lnTo>
                  <a:cubicBezTo>
                    <a:pt x="56134" y="3830"/>
                    <a:pt x="56063" y="3684"/>
                    <a:pt x="55964" y="3537"/>
                  </a:cubicBezTo>
                  <a:close/>
                  <a:moveTo>
                    <a:pt x="9491" y="3590"/>
                  </a:moveTo>
                  <a:cubicBezTo>
                    <a:pt x="9392" y="3736"/>
                    <a:pt x="9321" y="3883"/>
                    <a:pt x="9269" y="4029"/>
                  </a:cubicBezTo>
                  <a:lnTo>
                    <a:pt x="9345" y="4076"/>
                  </a:lnTo>
                  <a:lnTo>
                    <a:pt x="9562" y="3637"/>
                  </a:lnTo>
                  <a:lnTo>
                    <a:pt x="9491" y="3590"/>
                  </a:lnTo>
                  <a:close/>
                  <a:moveTo>
                    <a:pt x="24955" y="4000"/>
                  </a:moveTo>
                  <a:lnTo>
                    <a:pt x="24908" y="4076"/>
                  </a:lnTo>
                  <a:cubicBezTo>
                    <a:pt x="25054" y="4176"/>
                    <a:pt x="25201" y="4246"/>
                    <a:pt x="25347" y="4322"/>
                  </a:cubicBezTo>
                  <a:lnTo>
                    <a:pt x="25394" y="4246"/>
                  </a:lnTo>
                  <a:cubicBezTo>
                    <a:pt x="25248" y="4176"/>
                    <a:pt x="25101" y="4076"/>
                    <a:pt x="24955" y="4000"/>
                  </a:cubicBezTo>
                  <a:close/>
                  <a:moveTo>
                    <a:pt x="42813" y="4029"/>
                  </a:moveTo>
                  <a:cubicBezTo>
                    <a:pt x="42667" y="4123"/>
                    <a:pt x="42520" y="4199"/>
                    <a:pt x="42374" y="4269"/>
                  </a:cubicBezTo>
                  <a:lnTo>
                    <a:pt x="42427" y="4369"/>
                  </a:lnTo>
                  <a:cubicBezTo>
                    <a:pt x="42573" y="4269"/>
                    <a:pt x="42719" y="4199"/>
                    <a:pt x="42866" y="4123"/>
                  </a:cubicBezTo>
                  <a:lnTo>
                    <a:pt x="42813" y="4029"/>
                  </a:lnTo>
                  <a:close/>
                  <a:moveTo>
                    <a:pt x="25687" y="4392"/>
                  </a:moveTo>
                  <a:lnTo>
                    <a:pt x="25640" y="4492"/>
                  </a:lnTo>
                  <a:lnTo>
                    <a:pt x="26079" y="4708"/>
                  </a:lnTo>
                  <a:lnTo>
                    <a:pt x="26126" y="4615"/>
                  </a:lnTo>
                  <a:lnTo>
                    <a:pt x="25687" y="4392"/>
                  </a:lnTo>
                  <a:close/>
                  <a:moveTo>
                    <a:pt x="42081" y="4439"/>
                  </a:moveTo>
                  <a:lnTo>
                    <a:pt x="41642" y="4662"/>
                  </a:lnTo>
                  <a:lnTo>
                    <a:pt x="41695" y="4761"/>
                  </a:lnTo>
                  <a:cubicBezTo>
                    <a:pt x="41841" y="4685"/>
                    <a:pt x="41987" y="4615"/>
                    <a:pt x="42134" y="4515"/>
                  </a:cubicBezTo>
                  <a:lnTo>
                    <a:pt x="42081" y="4439"/>
                  </a:lnTo>
                  <a:close/>
                  <a:moveTo>
                    <a:pt x="56356" y="4293"/>
                  </a:moveTo>
                  <a:lnTo>
                    <a:pt x="56257" y="4322"/>
                  </a:lnTo>
                  <a:cubicBezTo>
                    <a:pt x="56309" y="4468"/>
                    <a:pt x="56356" y="4638"/>
                    <a:pt x="56403" y="4785"/>
                  </a:cubicBezTo>
                  <a:lnTo>
                    <a:pt x="56502" y="4761"/>
                  </a:lnTo>
                  <a:cubicBezTo>
                    <a:pt x="56456" y="4585"/>
                    <a:pt x="56403" y="4439"/>
                    <a:pt x="56356" y="4293"/>
                  </a:cubicBezTo>
                  <a:close/>
                  <a:moveTo>
                    <a:pt x="9122" y="4345"/>
                  </a:moveTo>
                  <a:cubicBezTo>
                    <a:pt x="9076" y="4492"/>
                    <a:pt x="9029" y="4662"/>
                    <a:pt x="8976" y="4808"/>
                  </a:cubicBezTo>
                  <a:lnTo>
                    <a:pt x="9076" y="4831"/>
                  </a:lnTo>
                  <a:cubicBezTo>
                    <a:pt x="9122" y="4685"/>
                    <a:pt x="9175" y="4539"/>
                    <a:pt x="9222" y="4392"/>
                  </a:cubicBezTo>
                  <a:lnTo>
                    <a:pt x="9122" y="4345"/>
                  </a:lnTo>
                  <a:close/>
                  <a:moveTo>
                    <a:pt x="26448" y="4761"/>
                  </a:moveTo>
                  <a:lnTo>
                    <a:pt x="26395" y="4831"/>
                  </a:lnTo>
                  <a:cubicBezTo>
                    <a:pt x="26542" y="4908"/>
                    <a:pt x="26688" y="4954"/>
                    <a:pt x="26858" y="5025"/>
                  </a:cubicBezTo>
                  <a:lnTo>
                    <a:pt x="26887" y="4931"/>
                  </a:lnTo>
                  <a:cubicBezTo>
                    <a:pt x="26741" y="4878"/>
                    <a:pt x="26594" y="4808"/>
                    <a:pt x="26448" y="4761"/>
                  </a:cubicBezTo>
                  <a:close/>
                  <a:moveTo>
                    <a:pt x="41349" y="4831"/>
                  </a:moveTo>
                  <a:cubicBezTo>
                    <a:pt x="41203" y="4908"/>
                    <a:pt x="41056" y="4954"/>
                    <a:pt x="40910" y="5025"/>
                  </a:cubicBezTo>
                  <a:lnTo>
                    <a:pt x="40963" y="5124"/>
                  </a:lnTo>
                  <a:lnTo>
                    <a:pt x="41402" y="4908"/>
                  </a:lnTo>
                  <a:lnTo>
                    <a:pt x="41349" y="4831"/>
                  </a:lnTo>
                  <a:close/>
                  <a:moveTo>
                    <a:pt x="27203" y="5054"/>
                  </a:moveTo>
                  <a:lnTo>
                    <a:pt x="27180" y="5148"/>
                  </a:lnTo>
                  <a:cubicBezTo>
                    <a:pt x="27326" y="5200"/>
                    <a:pt x="27472" y="5247"/>
                    <a:pt x="27642" y="5317"/>
                  </a:cubicBezTo>
                  <a:lnTo>
                    <a:pt x="27666" y="5224"/>
                  </a:lnTo>
                  <a:cubicBezTo>
                    <a:pt x="27519" y="5171"/>
                    <a:pt x="27350" y="5101"/>
                    <a:pt x="27203" y="5054"/>
                  </a:cubicBezTo>
                  <a:close/>
                  <a:moveTo>
                    <a:pt x="40594" y="5171"/>
                  </a:moveTo>
                  <a:cubicBezTo>
                    <a:pt x="40448" y="5247"/>
                    <a:pt x="40301" y="5294"/>
                    <a:pt x="40155" y="5370"/>
                  </a:cubicBezTo>
                  <a:lnTo>
                    <a:pt x="40178" y="5440"/>
                  </a:lnTo>
                  <a:cubicBezTo>
                    <a:pt x="40354" y="5393"/>
                    <a:pt x="40500" y="5317"/>
                    <a:pt x="40647" y="5271"/>
                  </a:cubicBezTo>
                  <a:lnTo>
                    <a:pt x="40594" y="5171"/>
                  </a:lnTo>
                  <a:close/>
                  <a:moveTo>
                    <a:pt x="27982" y="5317"/>
                  </a:moveTo>
                  <a:lnTo>
                    <a:pt x="27958" y="5417"/>
                  </a:lnTo>
                  <a:cubicBezTo>
                    <a:pt x="28105" y="5464"/>
                    <a:pt x="28275" y="5516"/>
                    <a:pt x="28421" y="5563"/>
                  </a:cubicBezTo>
                  <a:lnTo>
                    <a:pt x="28444" y="5464"/>
                  </a:lnTo>
                  <a:cubicBezTo>
                    <a:pt x="28298" y="5417"/>
                    <a:pt x="28128" y="5370"/>
                    <a:pt x="27982" y="5317"/>
                  </a:cubicBezTo>
                  <a:close/>
                  <a:moveTo>
                    <a:pt x="56573" y="5101"/>
                  </a:moveTo>
                  <a:lnTo>
                    <a:pt x="56479" y="5124"/>
                  </a:lnTo>
                  <a:cubicBezTo>
                    <a:pt x="56526" y="5271"/>
                    <a:pt x="56549" y="5417"/>
                    <a:pt x="56573" y="5587"/>
                  </a:cubicBezTo>
                  <a:lnTo>
                    <a:pt x="56672" y="5587"/>
                  </a:lnTo>
                  <a:cubicBezTo>
                    <a:pt x="56649" y="5417"/>
                    <a:pt x="56602" y="5247"/>
                    <a:pt x="56573" y="5101"/>
                  </a:cubicBezTo>
                  <a:close/>
                  <a:moveTo>
                    <a:pt x="8906" y="5148"/>
                  </a:moveTo>
                  <a:cubicBezTo>
                    <a:pt x="8882" y="5317"/>
                    <a:pt x="8853" y="5464"/>
                    <a:pt x="8830" y="5639"/>
                  </a:cubicBezTo>
                  <a:lnTo>
                    <a:pt x="8929" y="5639"/>
                  </a:lnTo>
                  <a:cubicBezTo>
                    <a:pt x="8953" y="5493"/>
                    <a:pt x="8976" y="5317"/>
                    <a:pt x="8999" y="5171"/>
                  </a:cubicBezTo>
                  <a:lnTo>
                    <a:pt x="8906" y="5148"/>
                  </a:lnTo>
                  <a:close/>
                  <a:moveTo>
                    <a:pt x="39839" y="5493"/>
                  </a:moveTo>
                  <a:cubicBezTo>
                    <a:pt x="39692" y="5540"/>
                    <a:pt x="39546" y="5587"/>
                    <a:pt x="39376" y="5639"/>
                  </a:cubicBezTo>
                  <a:lnTo>
                    <a:pt x="39399" y="5733"/>
                  </a:lnTo>
                  <a:cubicBezTo>
                    <a:pt x="39569" y="5686"/>
                    <a:pt x="39716" y="5639"/>
                    <a:pt x="39862" y="5563"/>
                  </a:cubicBezTo>
                  <a:lnTo>
                    <a:pt x="39839" y="5493"/>
                  </a:lnTo>
                  <a:close/>
                  <a:moveTo>
                    <a:pt x="28790" y="5563"/>
                  </a:moveTo>
                  <a:lnTo>
                    <a:pt x="28761" y="5663"/>
                  </a:lnTo>
                  <a:cubicBezTo>
                    <a:pt x="28907" y="5686"/>
                    <a:pt x="29083" y="5733"/>
                    <a:pt x="29229" y="5786"/>
                  </a:cubicBezTo>
                  <a:lnTo>
                    <a:pt x="29252" y="5686"/>
                  </a:lnTo>
                  <a:cubicBezTo>
                    <a:pt x="29106" y="5639"/>
                    <a:pt x="28936" y="5587"/>
                    <a:pt x="28790" y="5563"/>
                  </a:cubicBezTo>
                  <a:close/>
                  <a:moveTo>
                    <a:pt x="29592" y="5756"/>
                  </a:moveTo>
                  <a:lnTo>
                    <a:pt x="29569" y="5856"/>
                  </a:lnTo>
                  <a:cubicBezTo>
                    <a:pt x="29715" y="5879"/>
                    <a:pt x="29885" y="5932"/>
                    <a:pt x="30031" y="5956"/>
                  </a:cubicBezTo>
                  <a:lnTo>
                    <a:pt x="30055" y="5856"/>
                  </a:lnTo>
                  <a:cubicBezTo>
                    <a:pt x="29885" y="5833"/>
                    <a:pt x="29738" y="5786"/>
                    <a:pt x="29592" y="5756"/>
                  </a:cubicBezTo>
                  <a:close/>
                  <a:moveTo>
                    <a:pt x="39060" y="5733"/>
                  </a:moveTo>
                  <a:cubicBezTo>
                    <a:pt x="38913" y="5786"/>
                    <a:pt x="38744" y="5833"/>
                    <a:pt x="38597" y="5879"/>
                  </a:cubicBezTo>
                  <a:lnTo>
                    <a:pt x="38621" y="5979"/>
                  </a:lnTo>
                  <a:cubicBezTo>
                    <a:pt x="38767" y="5932"/>
                    <a:pt x="38937" y="5879"/>
                    <a:pt x="39083" y="5833"/>
                  </a:cubicBezTo>
                  <a:lnTo>
                    <a:pt x="39060" y="5733"/>
                  </a:lnTo>
                  <a:close/>
                  <a:moveTo>
                    <a:pt x="30400" y="5932"/>
                  </a:moveTo>
                  <a:lnTo>
                    <a:pt x="30371" y="6026"/>
                  </a:lnTo>
                  <a:cubicBezTo>
                    <a:pt x="30517" y="6049"/>
                    <a:pt x="30693" y="6079"/>
                    <a:pt x="30863" y="6125"/>
                  </a:cubicBezTo>
                  <a:lnTo>
                    <a:pt x="30863" y="6026"/>
                  </a:lnTo>
                  <a:cubicBezTo>
                    <a:pt x="30716" y="5979"/>
                    <a:pt x="30546" y="5956"/>
                    <a:pt x="30400" y="5932"/>
                  </a:cubicBezTo>
                  <a:close/>
                  <a:moveTo>
                    <a:pt x="38252" y="5956"/>
                  </a:moveTo>
                  <a:cubicBezTo>
                    <a:pt x="38105" y="6002"/>
                    <a:pt x="37936" y="6026"/>
                    <a:pt x="37789" y="6049"/>
                  </a:cubicBezTo>
                  <a:lnTo>
                    <a:pt x="37813" y="6149"/>
                  </a:lnTo>
                  <a:cubicBezTo>
                    <a:pt x="37959" y="6125"/>
                    <a:pt x="38129" y="6079"/>
                    <a:pt x="38275" y="6049"/>
                  </a:cubicBezTo>
                  <a:lnTo>
                    <a:pt x="38252" y="5956"/>
                  </a:lnTo>
                  <a:close/>
                  <a:moveTo>
                    <a:pt x="31202" y="6079"/>
                  </a:moveTo>
                  <a:lnTo>
                    <a:pt x="31179" y="6172"/>
                  </a:lnTo>
                  <a:cubicBezTo>
                    <a:pt x="31349" y="6196"/>
                    <a:pt x="31518" y="6225"/>
                    <a:pt x="31665" y="6248"/>
                  </a:cubicBezTo>
                  <a:lnTo>
                    <a:pt x="31688" y="6149"/>
                  </a:lnTo>
                  <a:cubicBezTo>
                    <a:pt x="31518" y="6125"/>
                    <a:pt x="31372" y="6102"/>
                    <a:pt x="31202" y="6079"/>
                  </a:cubicBezTo>
                  <a:close/>
                  <a:moveTo>
                    <a:pt x="37450" y="6125"/>
                  </a:moveTo>
                  <a:cubicBezTo>
                    <a:pt x="37303" y="6149"/>
                    <a:pt x="37134" y="6172"/>
                    <a:pt x="36958" y="6196"/>
                  </a:cubicBezTo>
                  <a:lnTo>
                    <a:pt x="36987" y="6295"/>
                  </a:lnTo>
                  <a:cubicBezTo>
                    <a:pt x="37157" y="6272"/>
                    <a:pt x="37303" y="6248"/>
                    <a:pt x="37473" y="6225"/>
                  </a:cubicBezTo>
                  <a:lnTo>
                    <a:pt x="37450" y="6125"/>
                  </a:lnTo>
                  <a:close/>
                  <a:moveTo>
                    <a:pt x="32034" y="6196"/>
                  </a:moveTo>
                  <a:lnTo>
                    <a:pt x="32010" y="6295"/>
                  </a:lnTo>
                  <a:cubicBezTo>
                    <a:pt x="32180" y="6295"/>
                    <a:pt x="32326" y="6319"/>
                    <a:pt x="32496" y="6342"/>
                  </a:cubicBezTo>
                  <a:lnTo>
                    <a:pt x="32496" y="6248"/>
                  </a:lnTo>
                  <a:cubicBezTo>
                    <a:pt x="32350" y="6225"/>
                    <a:pt x="32180" y="6196"/>
                    <a:pt x="32034" y="6196"/>
                  </a:cubicBezTo>
                  <a:close/>
                  <a:moveTo>
                    <a:pt x="36642" y="6248"/>
                  </a:moveTo>
                  <a:cubicBezTo>
                    <a:pt x="36519" y="6248"/>
                    <a:pt x="36402" y="6272"/>
                    <a:pt x="36279" y="6272"/>
                  </a:cubicBezTo>
                  <a:cubicBezTo>
                    <a:pt x="36255" y="6272"/>
                    <a:pt x="36203" y="6272"/>
                    <a:pt x="36156" y="6295"/>
                  </a:cubicBezTo>
                  <a:lnTo>
                    <a:pt x="36156" y="6395"/>
                  </a:lnTo>
                  <a:cubicBezTo>
                    <a:pt x="36203" y="6371"/>
                    <a:pt x="36255" y="6371"/>
                    <a:pt x="36302" y="6371"/>
                  </a:cubicBezTo>
                  <a:cubicBezTo>
                    <a:pt x="36425" y="6371"/>
                    <a:pt x="36519" y="6342"/>
                    <a:pt x="36642" y="6342"/>
                  </a:cubicBezTo>
                  <a:lnTo>
                    <a:pt x="36642" y="6248"/>
                  </a:lnTo>
                  <a:close/>
                  <a:moveTo>
                    <a:pt x="32836" y="6272"/>
                  </a:moveTo>
                  <a:lnTo>
                    <a:pt x="32836" y="6371"/>
                  </a:lnTo>
                  <a:cubicBezTo>
                    <a:pt x="33006" y="6395"/>
                    <a:pt x="33152" y="6395"/>
                    <a:pt x="33328" y="6418"/>
                  </a:cubicBezTo>
                  <a:lnTo>
                    <a:pt x="33328" y="6319"/>
                  </a:lnTo>
                  <a:cubicBezTo>
                    <a:pt x="33181" y="6295"/>
                    <a:pt x="33006" y="6295"/>
                    <a:pt x="32836" y="6272"/>
                  </a:cubicBezTo>
                  <a:close/>
                  <a:moveTo>
                    <a:pt x="56696" y="5903"/>
                  </a:moveTo>
                  <a:lnTo>
                    <a:pt x="56602" y="5932"/>
                  </a:lnTo>
                  <a:cubicBezTo>
                    <a:pt x="56625" y="6079"/>
                    <a:pt x="56625" y="6248"/>
                    <a:pt x="56649" y="6418"/>
                  </a:cubicBezTo>
                  <a:lnTo>
                    <a:pt x="56748" y="6395"/>
                  </a:lnTo>
                  <a:cubicBezTo>
                    <a:pt x="56719" y="6248"/>
                    <a:pt x="56719" y="6079"/>
                    <a:pt x="56696" y="5903"/>
                  </a:cubicBezTo>
                  <a:close/>
                  <a:moveTo>
                    <a:pt x="33667" y="6319"/>
                  </a:moveTo>
                  <a:lnTo>
                    <a:pt x="33667" y="6418"/>
                  </a:lnTo>
                  <a:cubicBezTo>
                    <a:pt x="33837" y="6442"/>
                    <a:pt x="33983" y="6442"/>
                    <a:pt x="34153" y="6442"/>
                  </a:cubicBezTo>
                  <a:lnTo>
                    <a:pt x="34153" y="6342"/>
                  </a:lnTo>
                  <a:cubicBezTo>
                    <a:pt x="34007" y="6342"/>
                    <a:pt x="33837" y="6342"/>
                    <a:pt x="33667" y="6319"/>
                  </a:cubicBezTo>
                  <a:close/>
                  <a:moveTo>
                    <a:pt x="34499" y="6342"/>
                  </a:moveTo>
                  <a:lnTo>
                    <a:pt x="34499" y="6442"/>
                  </a:lnTo>
                  <a:lnTo>
                    <a:pt x="34985" y="6442"/>
                  </a:lnTo>
                  <a:lnTo>
                    <a:pt x="34985" y="6342"/>
                  </a:lnTo>
                  <a:close/>
                  <a:moveTo>
                    <a:pt x="35816" y="6319"/>
                  </a:moveTo>
                  <a:cubicBezTo>
                    <a:pt x="35640" y="6319"/>
                    <a:pt x="35494" y="6342"/>
                    <a:pt x="35324" y="6342"/>
                  </a:cubicBezTo>
                  <a:lnTo>
                    <a:pt x="35324" y="6442"/>
                  </a:lnTo>
                  <a:cubicBezTo>
                    <a:pt x="35494" y="6442"/>
                    <a:pt x="35670" y="6418"/>
                    <a:pt x="35816" y="6418"/>
                  </a:cubicBezTo>
                  <a:lnTo>
                    <a:pt x="35816" y="6319"/>
                  </a:lnTo>
                  <a:close/>
                  <a:moveTo>
                    <a:pt x="8806" y="5979"/>
                  </a:moveTo>
                  <a:lnTo>
                    <a:pt x="8806" y="6272"/>
                  </a:lnTo>
                  <a:lnTo>
                    <a:pt x="8806" y="6465"/>
                  </a:lnTo>
                  <a:lnTo>
                    <a:pt x="8906" y="6465"/>
                  </a:lnTo>
                  <a:lnTo>
                    <a:pt x="8906" y="6272"/>
                  </a:lnTo>
                  <a:lnTo>
                    <a:pt x="8906" y="5979"/>
                  </a:lnTo>
                  <a:close/>
                  <a:moveTo>
                    <a:pt x="56748" y="6734"/>
                  </a:moveTo>
                  <a:lnTo>
                    <a:pt x="56649" y="6758"/>
                  </a:lnTo>
                  <a:cubicBezTo>
                    <a:pt x="56672" y="6904"/>
                    <a:pt x="56672" y="7074"/>
                    <a:pt x="56672" y="7250"/>
                  </a:cubicBezTo>
                  <a:lnTo>
                    <a:pt x="56772" y="7250"/>
                  </a:lnTo>
                  <a:cubicBezTo>
                    <a:pt x="56772" y="7074"/>
                    <a:pt x="56772" y="6904"/>
                    <a:pt x="56748" y="6734"/>
                  </a:cubicBezTo>
                  <a:close/>
                  <a:moveTo>
                    <a:pt x="8830" y="6810"/>
                  </a:moveTo>
                  <a:cubicBezTo>
                    <a:pt x="8830" y="6980"/>
                    <a:pt x="8853" y="7150"/>
                    <a:pt x="8882" y="7296"/>
                  </a:cubicBezTo>
                  <a:lnTo>
                    <a:pt x="8976" y="7296"/>
                  </a:lnTo>
                  <a:cubicBezTo>
                    <a:pt x="8953" y="7127"/>
                    <a:pt x="8929" y="6957"/>
                    <a:pt x="8929" y="6810"/>
                  </a:cubicBezTo>
                  <a:close/>
                  <a:moveTo>
                    <a:pt x="56672" y="7589"/>
                  </a:moveTo>
                  <a:lnTo>
                    <a:pt x="56672" y="8052"/>
                  </a:lnTo>
                  <a:lnTo>
                    <a:pt x="56772" y="8075"/>
                  </a:lnTo>
                  <a:lnTo>
                    <a:pt x="56772" y="7589"/>
                  </a:lnTo>
                  <a:close/>
                  <a:moveTo>
                    <a:pt x="9052" y="7613"/>
                  </a:moveTo>
                  <a:lnTo>
                    <a:pt x="8953" y="7636"/>
                  </a:lnTo>
                  <a:cubicBezTo>
                    <a:pt x="8999" y="7782"/>
                    <a:pt x="9029" y="7952"/>
                    <a:pt x="9076" y="8099"/>
                  </a:cubicBezTo>
                  <a:lnTo>
                    <a:pt x="9175" y="8075"/>
                  </a:lnTo>
                  <a:cubicBezTo>
                    <a:pt x="9122" y="7929"/>
                    <a:pt x="9099" y="7759"/>
                    <a:pt x="9052" y="7613"/>
                  </a:cubicBezTo>
                  <a:close/>
                  <a:moveTo>
                    <a:pt x="56649" y="8391"/>
                  </a:moveTo>
                  <a:lnTo>
                    <a:pt x="56649" y="8883"/>
                  </a:lnTo>
                  <a:lnTo>
                    <a:pt x="56748" y="8883"/>
                  </a:lnTo>
                  <a:lnTo>
                    <a:pt x="56748" y="8421"/>
                  </a:lnTo>
                  <a:lnTo>
                    <a:pt x="56649" y="8391"/>
                  </a:lnTo>
                  <a:close/>
                  <a:moveTo>
                    <a:pt x="9269" y="8421"/>
                  </a:moveTo>
                  <a:lnTo>
                    <a:pt x="9175" y="8444"/>
                  </a:lnTo>
                  <a:cubicBezTo>
                    <a:pt x="9222" y="8590"/>
                    <a:pt x="9292" y="8760"/>
                    <a:pt x="9345" y="8907"/>
                  </a:cubicBezTo>
                  <a:lnTo>
                    <a:pt x="9439" y="8883"/>
                  </a:lnTo>
                  <a:cubicBezTo>
                    <a:pt x="9368" y="8713"/>
                    <a:pt x="9321" y="8567"/>
                    <a:pt x="9269" y="8421"/>
                  </a:cubicBezTo>
                  <a:close/>
                  <a:moveTo>
                    <a:pt x="9538" y="9199"/>
                  </a:moveTo>
                  <a:lnTo>
                    <a:pt x="9468" y="9223"/>
                  </a:lnTo>
                  <a:cubicBezTo>
                    <a:pt x="9515" y="9369"/>
                    <a:pt x="9562" y="9539"/>
                    <a:pt x="9614" y="9685"/>
                  </a:cubicBezTo>
                  <a:lnTo>
                    <a:pt x="9708" y="9638"/>
                  </a:lnTo>
                  <a:cubicBezTo>
                    <a:pt x="9661" y="9492"/>
                    <a:pt x="9614" y="9346"/>
                    <a:pt x="9538" y="9199"/>
                  </a:cubicBezTo>
                  <a:close/>
                  <a:moveTo>
                    <a:pt x="56649" y="9223"/>
                  </a:moveTo>
                  <a:cubicBezTo>
                    <a:pt x="56649" y="9393"/>
                    <a:pt x="56649" y="9562"/>
                    <a:pt x="56672" y="9738"/>
                  </a:cubicBezTo>
                  <a:lnTo>
                    <a:pt x="56772" y="9709"/>
                  </a:lnTo>
                  <a:cubicBezTo>
                    <a:pt x="56748" y="9562"/>
                    <a:pt x="56748" y="9393"/>
                    <a:pt x="56748" y="9223"/>
                  </a:cubicBezTo>
                  <a:close/>
                  <a:moveTo>
                    <a:pt x="9831" y="9978"/>
                  </a:moveTo>
                  <a:lnTo>
                    <a:pt x="9731" y="10001"/>
                  </a:lnTo>
                  <a:cubicBezTo>
                    <a:pt x="9784" y="10148"/>
                    <a:pt x="9854" y="10323"/>
                    <a:pt x="9907" y="10470"/>
                  </a:cubicBezTo>
                  <a:lnTo>
                    <a:pt x="10001" y="10441"/>
                  </a:lnTo>
                  <a:cubicBezTo>
                    <a:pt x="9930" y="10271"/>
                    <a:pt x="9878" y="10124"/>
                    <a:pt x="9831" y="9978"/>
                  </a:cubicBezTo>
                  <a:close/>
                  <a:moveTo>
                    <a:pt x="56772" y="10054"/>
                  </a:moveTo>
                  <a:lnTo>
                    <a:pt x="56672" y="10078"/>
                  </a:lnTo>
                  <a:cubicBezTo>
                    <a:pt x="56696" y="10201"/>
                    <a:pt x="56696" y="10347"/>
                    <a:pt x="56719" y="10470"/>
                  </a:cubicBezTo>
                  <a:lnTo>
                    <a:pt x="56719" y="10564"/>
                  </a:lnTo>
                  <a:lnTo>
                    <a:pt x="56819" y="10540"/>
                  </a:lnTo>
                  <a:lnTo>
                    <a:pt x="56819" y="10470"/>
                  </a:lnTo>
                  <a:cubicBezTo>
                    <a:pt x="56795" y="10323"/>
                    <a:pt x="56795" y="10201"/>
                    <a:pt x="56772" y="10054"/>
                  </a:cubicBezTo>
                  <a:close/>
                  <a:moveTo>
                    <a:pt x="10100" y="10763"/>
                  </a:moveTo>
                  <a:lnTo>
                    <a:pt x="10001" y="10786"/>
                  </a:lnTo>
                  <a:cubicBezTo>
                    <a:pt x="10053" y="10932"/>
                    <a:pt x="10100" y="11102"/>
                    <a:pt x="10147" y="11249"/>
                  </a:cubicBezTo>
                  <a:lnTo>
                    <a:pt x="10247" y="11225"/>
                  </a:lnTo>
                  <a:cubicBezTo>
                    <a:pt x="10200" y="11079"/>
                    <a:pt x="10147" y="10909"/>
                    <a:pt x="10100" y="10763"/>
                  </a:cubicBezTo>
                  <a:close/>
                  <a:moveTo>
                    <a:pt x="56772" y="10880"/>
                  </a:moveTo>
                  <a:cubicBezTo>
                    <a:pt x="56795" y="11055"/>
                    <a:pt x="56842" y="11225"/>
                    <a:pt x="56895" y="11372"/>
                  </a:cubicBezTo>
                  <a:lnTo>
                    <a:pt x="56988" y="11348"/>
                  </a:lnTo>
                  <a:cubicBezTo>
                    <a:pt x="56942" y="11202"/>
                    <a:pt x="56895" y="11026"/>
                    <a:pt x="56865" y="10880"/>
                  </a:cubicBezTo>
                  <a:close/>
                  <a:moveTo>
                    <a:pt x="10317" y="11565"/>
                  </a:moveTo>
                  <a:lnTo>
                    <a:pt x="10223" y="11588"/>
                  </a:lnTo>
                  <a:cubicBezTo>
                    <a:pt x="10247" y="11735"/>
                    <a:pt x="10293" y="11904"/>
                    <a:pt x="10317" y="12051"/>
                  </a:cubicBezTo>
                  <a:lnTo>
                    <a:pt x="10416" y="12051"/>
                  </a:lnTo>
                  <a:cubicBezTo>
                    <a:pt x="10393" y="11881"/>
                    <a:pt x="10346" y="11711"/>
                    <a:pt x="10317" y="11565"/>
                  </a:cubicBezTo>
                  <a:close/>
                  <a:moveTo>
                    <a:pt x="57088" y="11664"/>
                  </a:moveTo>
                  <a:lnTo>
                    <a:pt x="56988" y="11711"/>
                  </a:lnTo>
                  <a:cubicBezTo>
                    <a:pt x="57041" y="11858"/>
                    <a:pt x="57111" y="12004"/>
                    <a:pt x="57187" y="12150"/>
                  </a:cubicBezTo>
                  <a:lnTo>
                    <a:pt x="57258" y="12127"/>
                  </a:lnTo>
                  <a:cubicBezTo>
                    <a:pt x="57187" y="11980"/>
                    <a:pt x="57135" y="11811"/>
                    <a:pt x="57088" y="11664"/>
                  </a:cubicBezTo>
                  <a:close/>
                  <a:moveTo>
                    <a:pt x="10346" y="12396"/>
                  </a:moveTo>
                  <a:cubicBezTo>
                    <a:pt x="10370" y="12543"/>
                    <a:pt x="10370" y="12689"/>
                    <a:pt x="10370" y="12835"/>
                  </a:cubicBezTo>
                  <a:lnTo>
                    <a:pt x="10370" y="12882"/>
                  </a:lnTo>
                  <a:lnTo>
                    <a:pt x="10463" y="12882"/>
                  </a:lnTo>
                  <a:lnTo>
                    <a:pt x="10463" y="12835"/>
                  </a:lnTo>
                  <a:cubicBezTo>
                    <a:pt x="10463" y="12689"/>
                    <a:pt x="10463" y="12543"/>
                    <a:pt x="10440" y="12396"/>
                  </a:cubicBezTo>
                  <a:close/>
                  <a:moveTo>
                    <a:pt x="57428" y="12420"/>
                  </a:moveTo>
                  <a:lnTo>
                    <a:pt x="57334" y="12466"/>
                  </a:lnTo>
                  <a:cubicBezTo>
                    <a:pt x="57428" y="12613"/>
                    <a:pt x="57504" y="12736"/>
                    <a:pt x="57597" y="12882"/>
                  </a:cubicBezTo>
                  <a:lnTo>
                    <a:pt x="57673" y="12812"/>
                  </a:lnTo>
                  <a:cubicBezTo>
                    <a:pt x="57597" y="12689"/>
                    <a:pt x="57504" y="12543"/>
                    <a:pt x="57428" y="12420"/>
                  </a:cubicBezTo>
                  <a:close/>
                  <a:moveTo>
                    <a:pt x="57867" y="13105"/>
                  </a:moveTo>
                  <a:lnTo>
                    <a:pt x="57796" y="13152"/>
                  </a:lnTo>
                  <a:cubicBezTo>
                    <a:pt x="57890" y="13298"/>
                    <a:pt x="57990" y="13421"/>
                    <a:pt x="58113" y="13544"/>
                  </a:cubicBezTo>
                  <a:lnTo>
                    <a:pt x="58183" y="13468"/>
                  </a:lnTo>
                  <a:cubicBezTo>
                    <a:pt x="58066" y="13345"/>
                    <a:pt x="57966" y="13222"/>
                    <a:pt x="57867" y="13105"/>
                  </a:cubicBezTo>
                  <a:close/>
                  <a:moveTo>
                    <a:pt x="10370" y="13198"/>
                  </a:moveTo>
                  <a:cubicBezTo>
                    <a:pt x="10346" y="13368"/>
                    <a:pt x="10317" y="13515"/>
                    <a:pt x="10293" y="13690"/>
                  </a:cubicBezTo>
                  <a:lnTo>
                    <a:pt x="10393" y="13714"/>
                  </a:lnTo>
                  <a:cubicBezTo>
                    <a:pt x="10416" y="13544"/>
                    <a:pt x="10440" y="13368"/>
                    <a:pt x="10463" y="13222"/>
                  </a:cubicBezTo>
                  <a:lnTo>
                    <a:pt x="10370" y="13198"/>
                  </a:lnTo>
                  <a:close/>
                  <a:moveTo>
                    <a:pt x="58405" y="13737"/>
                  </a:moveTo>
                  <a:lnTo>
                    <a:pt x="58329" y="13807"/>
                  </a:lnTo>
                  <a:cubicBezTo>
                    <a:pt x="58429" y="13930"/>
                    <a:pt x="58552" y="14030"/>
                    <a:pt x="58675" y="14153"/>
                  </a:cubicBezTo>
                  <a:lnTo>
                    <a:pt x="58745" y="14077"/>
                  </a:lnTo>
                  <a:cubicBezTo>
                    <a:pt x="58622" y="13983"/>
                    <a:pt x="58505" y="13860"/>
                    <a:pt x="58405" y="13737"/>
                  </a:cubicBezTo>
                  <a:close/>
                  <a:moveTo>
                    <a:pt x="10200" y="14006"/>
                  </a:moveTo>
                  <a:cubicBezTo>
                    <a:pt x="10147" y="14176"/>
                    <a:pt x="10100" y="14323"/>
                    <a:pt x="10024" y="14469"/>
                  </a:cubicBezTo>
                  <a:lnTo>
                    <a:pt x="10124" y="14492"/>
                  </a:lnTo>
                  <a:cubicBezTo>
                    <a:pt x="10200" y="14346"/>
                    <a:pt x="10247" y="14200"/>
                    <a:pt x="10293" y="14030"/>
                  </a:cubicBezTo>
                  <a:lnTo>
                    <a:pt x="10200" y="14006"/>
                  </a:lnTo>
                  <a:close/>
                  <a:moveTo>
                    <a:pt x="58967" y="14323"/>
                  </a:moveTo>
                  <a:lnTo>
                    <a:pt x="58915" y="14393"/>
                  </a:lnTo>
                  <a:cubicBezTo>
                    <a:pt x="59038" y="14492"/>
                    <a:pt x="59161" y="14615"/>
                    <a:pt x="59284" y="14715"/>
                  </a:cubicBezTo>
                  <a:lnTo>
                    <a:pt x="59330" y="14639"/>
                  </a:lnTo>
                  <a:cubicBezTo>
                    <a:pt x="59208" y="14539"/>
                    <a:pt x="59090" y="14445"/>
                    <a:pt x="58967" y="14323"/>
                  </a:cubicBezTo>
                  <a:close/>
                  <a:moveTo>
                    <a:pt x="9907" y="14762"/>
                  </a:moveTo>
                  <a:cubicBezTo>
                    <a:pt x="9831" y="14908"/>
                    <a:pt x="9731" y="15054"/>
                    <a:pt x="9661" y="15201"/>
                  </a:cubicBezTo>
                  <a:lnTo>
                    <a:pt x="9731" y="15248"/>
                  </a:lnTo>
                  <a:cubicBezTo>
                    <a:pt x="9831" y="15101"/>
                    <a:pt x="9907" y="14955"/>
                    <a:pt x="9977" y="14809"/>
                  </a:cubicBezTo>
                  <a:lnTo>
                    <a:pt x="9907" y="14762"/>
                  </a:lnTo>
                  <a:close/>
                  <a:moveTo>
                    <a:pt x="59600" y="14861"/>
                  </a:moveTo>
                  <a:lnTo>
                    <a:pt x="59530" y="14955"/>
                  </a:lnTo>
                  <a:cubicBezTo>
                    <a:pt x="59647" y="15054"/>
                    <a:pt x="59770" y="15154"/>
                    <a:pt x="59916" y="15248"/>
                  </a:cubicBezTo>
                  <a:lnTo>
                    <a:pt x="59969" y="15177"/>
                  </a:lnTo>
                  <a:cubicBezTo>
                    <a:pt x="59846" y="15078"/>
                    <a:pt x="59723" y="14978"/>
                    <a:pt x="59600" y="14861"/>
                  </a:cubicBezTo>
                  <a:close/>
                  <a:moveTo>
                    <a:pt x="60232" y="15394"/>
                  </a:moveTo>
                  <a:lnTo>
                    <a:pt x="60162" y="15470"/>
                  </a:lnTo>
                  <a:cubicBezTo>
                    <a:pt x="60308" y="15564"/>
                    <a:pt x="60431" y="15687"/>
                    <a:pt x="60554" y="15786"/>
                  </a:cubicBezTo>
                  <a:lnTo>
                    <a:pt x="60601" y="15710"/>
                  </a:lnTo>
                  <a:cubicBezTo>
                    <a:pt x="60478" y="15617"/>
                    <a:pt x="60355" y="15494"/>
                    <a:pt x="60232" y="15394"/>
                  </a:cubicBezTo>
                  <a:close/>
                  <a:moveTo>
                    <a:pt x="9468" y="15470"/>
                  </a:moveTo>
                  <a:cubicBezTo>
                    <a:pt x="9368" y="15593"/>
                    <a:pt x="9269" y="15710"/>
                    <a:pt x="9146" y="15833"/>
                  </a:cubicBezTo>
                  <a:lnTo>
                    <a:pt x="9222" y="15909"/>
                  </a:lnTo>
                  <a:cubicBezTo>
                    <a:pt x="9345" y="15786"/>
                    <a:pt x="9439" y="15663"/>
                    <a:pt x="9538" y="15517"/>
                  </a:cubicBezTo>
                  <a:lnTo>
                    <a:pt x="9468" y="15470"/>
                  </a:lnTo>
                  <a:close/>
                  <a:moveTo>
                    <a:pt x="60870" y="15933"/>
                  </a:moveTo>
                  <a:lnTo>
                    <a:pt x="60818" y="16003"/>
                  </a:lnTo>
                  <a:cubicBezTo>
                    <a:pt x="60941" y="16102"/>
                    <a:pt x="61064" y="16202"/>
                    <a:pt x="61187" y="16325"/>
                  </a:cubicBezTo>
                  <a:lnTo>
                    <a:pt x="61233" y="16249"/>
                  </a:lnTo>
                  <a:cubicBezTo>
                    <a:pt x="61110" y="16126"/>
                    <a:pt x="60993" y="16032"/>
                    <a:pt x="60870" y="15933"/>
                  </a:cubicBezTo>
                  <a:close/>
                  <a:moveTo>
                    <a:pt x="8929" y="16079"/>
                  </a:moveTo>
                  <a:cubicBezTo>
                    <a:pt x="8806" y="16179"/>
                    <a:pt x="8683" y="16296"/>
                    <a:pt x="8560" y="16395"/>
                  </a:cubicBezTo>
                  <a:lnTo>
                    <a:pt x="8613" y="16471"/>
                  </a:lnTo>
                  <a:cubicBezTo>
                    <a:pt x="8736" y="16372"/>
                    <a:pt x="8882" y="16249"/>
                    <a:pt x="8976" y="16149"/>
                  </a:cubicBezTo>
                  <a:lnTo>
                    <a:pt x="8929" y="16079"/>
                  </a:lnTo>
                  <a:close/>
                  <a:moveTo>
                    <a:pt x="61503" y="16471"/>
                  </a:moveTo>
                  <a:lnTo>
                    <a:pt x="61432" y="16542"/>
                  </a:lnTo>
                  <a:cubicBezTo>
                    <a:pt x="61550" y="16665"/>
                    <a:pt x="61673" y="16764"/>
                    <a:pt x="61772" y="16881"/>
                  </a:cubicBezTo>
                  <a:lnTo>
                    <a:pt x="61842" y="16811"/>
                  </a:lnTo>
                  <a:cubicBezTo>
                    <a:pt x="61749" y="16688"/>
                    <a:pt x="61626" y="16588"/>
                    <a:pt x="61503" y="16471"/>
                  </a:cubicBezTo>
                  <a:close/>
                  <a:moveTo>
                    <a:pt x="8297" y="16588"/>
                  </a:moveTo>
                  <a:cubicBezTo>
                    <a:pt x="8150" y="16688"/>
                    <a:pt x="8027" y="16788"/>
                    <a:pt x="7881" y="16858"/>
                  </a:cubicBezTo>
                  <a:lnTo>
                    <a:pt x="7928" y="16934"/>
                  </a:lnTo>
                  <a:cubicBezTo>
                    <a:pt x="8074" y="16858"/>
                    <a:pt x="8197" y="16764"/>
                    <a:pt x="8344" y="16665"/>
                  </a:cubicBezTo>
                  <a:lnTo>
                    <a:pt x="8297" y="16588"/>
                  </a:lnTo>
                  <a:close/>
                  <a:moveTo>
                    <a:pt x="7588" y="17028"/>
                  </a:moveTo>
                  <a:lnTo>
                    <a:pt x="7149" y="17250"/>
                  </a:lnTo>
                  <a:lnTo>
                    <a:pt x="7196" y="17350"/>
                  </a:lnTo>
                  <a:lnTo>
                    <a:pt x="7635" y="17127"/>
                  </a:lnTo>
                  <a:lnTo>
                    <a:pt x="7588" y="17028"/>
                  </a:lnTo>
                  <a:close/>
                  <a:moveTo>
                    <a:pt x="62088" y="17057"/>
                  </a:moveTo>
                  <a:lnTo>
                    <a:pt x="62018" y="17127"/>
                  </a:lnTo>
                  <a:cubicBezTo>
                    <a:pt x="62112" y="17250"/>
                    <a:pt x="62235" y="17373"/>
                    <a:pt x="62334" y="17496"/>
                  </a:cubicBezTo>
                  <a:lnTo>
                    <a:pt x="62404" y="17443"/>
                  </a:lnTo>
                  <a:cubicBezTo>
                    <a:pt x="62311" y="17297"/>
                    <a:pt x="62188" y="17174"/>
                    <a:pt x="62088" y="17057"/>
                  </a:cubicBezTo>
                  <a:close/>
                  <a:moveTo>
                    <a:pt x="6856" y="17396"/>
                  </a:moveTo>
                  <a:lnTo>
                    <a:pt x="6417" y="17613"/>
                  </a:lnTo>
                  <a:lnTo>
                    <a:pt x="6441" y="17689"/>
                  </a:lnTo>
                  <a:cubicBezTo>
                    <a:pt x="6587" y="17642"/>
                    <a:pt x="6733" y="17566"/>
                    <a:pt x="6880" y="17496"/>
                  </a:cubicBezTo>
                  <a:lnTo>
                    <a:pt x="6856" y="17396"/>
                  </a:lnTo>
                  <a:close/>
                  <a:moveTo>
                    <a:pt x="6101" y="17736"/>
                  </a:moveTo>
                  <a:cubicBezTo>
                    <a:pt x="6048" y="17759"/>
                    <a:pt x="6002" y="17789"/>
                    <a:pt x="5955" y="17789"/>
                  </a:cubicBezTo>
                  <a:cubicBezTo>
                    <a:pt x="5855" y="17836"/>
                    <a:pt x="5756" y="17882"/>
                    <a:pt x="5633" y="17935"/>
                  </a:cubicBezTo>
                  <a:lnTo>
                    <a:pt x="5685" y="18029"/>
                  </a:lnTo>
                  <a:cubicBezTo>
                    <a:pt x="5779" y="17982"/>
                    <a:pt x="5902" y="17935"/>
                    <a:pt x="6002" y="17882"/>
                  </a:cubicBezTo>
                  <a:cubicBezTo>
                    <a:pt x="6048" y="17859"/>
                    <a:pt x="6101" y="17859"/>
                    <a:pt x="6125" y="17836"/>
                  </a:cubicBezTo>
                  <a:lnTo>
                    <a:pt x="6101" y="17736"/>
                  </a:lnTo>
                  <a:close/>
                  <a:moveTo>
                    <a:pt x="62604" y="17713"/>
                  </a:moveTo>
                  <a:lnTo>
                    <a:pt x="62527" y="17759"/>
                  </a:lnTo>
                  <a:cubicBezTo>
                    <a:pt x="62627" y="17882"/>
                    <a:pt x="62721" y="18029"/>
                    <a:pt x="62797" y="18175"/>
                  </a:cubicBezTo>
                  <a:lnTo>
                    <a:pt x="62867" y="18128"/>
                  </a:lnTo>
                  <a:cubicBezTo>
                    <a:pt x="62797" y="17982"/>
                    <a:pt x="62697" y="17836"/>
                    <a:pt x="62604" y="17713"/>
                  </a:cubicBezTo>
                  <a:close/>
                  <a:moveTo>
                    <a:pt x="5340" y="18082"/>
                  </a:moveTo>
                  <a:cubicBezTo>
                    <a:pt x="5194" y="18152"/>
                    <a:pt x="5047" y="18228"/>
                    <a:pt x="4901" y="18322"/>
                  </a:cubicBezTo>
                  <a:lnTo>
                    <a:pt x="4953" y="18398"/>
                  </a:lnTo>
                  <a:cubicBezTo>
                    <a:pt x="5100" y="18322"/>
                    <a:pt x="5246" y="18251"/>
                    <a:pt x="5369" y="18175"/>
                  </a:cubicBezTo>
                  <a:lnTo>
                    <a:pt x="5340" y="18082"/>
                  </a:lnTo>
                  <a:close/>
                  <a:moveTo>
                    <a:pt x="4608" y="18491"/>
                  </a:moveTo>
                  <a:cubicBezTo>
                    <a:pt x="4462" y="18567"/>
                    <a:pt x="4345" y="18667"/>
                    <a:pt x="4198" y="18761"/>
                  </a:cubicBezTo>
                  <a:lnTo>
                    <a:pt x="4245" y="18837"/>
                  </a:lnTo>
                  <a:cubicBezTo>
                    <a:pt x="4391" y="18737"/>
                    <a:pt x="4514" y="18667"/>
                    <a:pt x="4661" y="18567"/>
                  </a:cubicBezTo>
                  <a:lnTo>
                    <a:pt x="4608" y="18491"/>
                  </a:lnTo>
                  <a:close/>
                  <a:moveTo>
                    <a:pt x="63043" y="18421"/>
                  </a:moveTo>
                  <a:lnTo>
                    <a:pt x="62967" y="18468"/>
                  </a:lnTo>
                  <a:cubicBezTo>
                    <a:pt x="63043" y="18614"/>
                    <a:pt x="63089" y="18761"/>
                    <a:pt x="63160" y="18907"/>
                  </a:cubicBezTo>
                  <a:lnTo>
                    <a:pt x="63259" y="18860"/>
                  </a:lnTo>
                  <a:cubicBezTo>
                    <a:pt x="63189" y="18714"/>
                    <a:pt x="63113" y="18567"/>
                    <a:pt x="63043" y="18421"/>
                  </a:cubicBezTo>
                  <a:close/>
                  <a:moveTo>
                    <a:pt x="3905" y="18960"/>
                  </a:moveTo>
                  <a:cubicBezTo>
                    <a:pt x="3782" y="19053"/>
                    <a:pt x="3659" y="19153"/>
                    <a:pt x="3513" y="19253"/>
                  </a:cubicBezTo>
                  <a:lnTo>
                    <a:pt x="3583" y="19323"/>
                  </a:lnTo>
                  <a:cubicBezTo>
                    <a:pt x="3706" y="19223"/>
                    <a:pt x="3829" y="19130"/>
                    <a:pt x="3976" y="19030"/>
                  </a:cubicBezTo>
                  <a:lnTo>
                    <a:pt x="3905" y="18960"/>
                  </a:lnTo>
                  <a:close/>
                  <a:moveTo>
                    <a:pt x="63382" y="19176"/>
                  </a:moveTo>
                  <a:lnTo>
                    <a:pt x="63283" y="19223"/>
                  </a:lnTo>
                  <a:cubicBezTo>
                    <a:pt x="63335" y="19370"/>
                    <a:pt x="63382" y="19516"/>
                    <a:pt x="63429" y="19692"/>
                  </a:cubicBezTo>
                  <a:lnTo>
                    <a:pt x="63505" y="19662"/>
                  </a:lnTo>
                  <a:cubicBezTo>
                    <a:pt x="63482" y="19493"/>
                    <a:pt x="63429" y="19346"/>
                    <a:pt x="63382" y="19176"/>
                  </a:cubicBezTo>
                  <a:close/>
                  <a:moveTo>
                    <a:pt x="3244" y="19469"/>
                  </a:moveTo>
                  <a:cubicBezTo>
                    <a:pt x="3121" y="19569"/>
                    <a:pt x="2998" y="19662"/>
                    <a:pt x="2881" y="19785"/>
                  </a:cubicBezTo>
                  <a:lnTo>
                    <a:pt x="2951" y="19861"/>
                  </a:lnTo>
                  <a:cubicBezTo>
                    <a:pt x="3074" y="19739"/>
                    <a:pt x="3197" y="19639"/>
                    <a:pt x="3320" y="19545"/>
                  </a:cubicBezTo>
                  <a:lnTo>
                    <a:pt x="3244" y="19469"/>
                  </a:lnTo>
                  <a:close/>
                  <a:moveTo>
                    <a:pt x="2635" y="20031"/>
                  </a:moveTo>
                  <a:cubicBezTo>
                    <a:pt x="2512" y="20131"/>
                    <a:pt x="2412" y="20248"/>
                    <a:pt x="2295" y="20371"/>
                  </a:cubicBezTo>
                  <a:lnTo>
                    <a:pt x="2366" y="20447"/>
                  </a:lnTo>
                  <a:cubicBezTo>
                    <a:pt x="2488" y="20324"/>
                    <a:pt x="2588" y="20201"/>
                    <a:pt x="2705" y="20078"/>
                  </a:cubicBezTo>
                  <a:lnTo>
                    <a:pt x="2635" y="20031"/>
                  </a:lnTo>
                  <a:close/>
                  <a:moveTo>
                    <a:pt x="63599" y="19984"/>
                  </a:moveTo>
                  <a:lnTo>
                    <a:pt x="63505" y="20008"/>
                  </a:lnTo>
                  <a:cubicBezTo>
                    <a:pt x="63529" y="20154"/>
                    <a:pt x="63552" y="20324"/>
                    <a:pt x="63575" y="20494"/>
                  </a:cubicBezTo>
                  <a:lnTo>
                    <a:pt x="63675" y="20470"/>
                  </a:lnTo>
                  <a:cubicBezTo>
                    <a:pt x="63652" y="20301"/>
                    <a:pt x="63628" y="20154"/>
                    <a:pt x="63599" y="19984"/>
                  </a:cubicBezTo>
                  <a:close/>
                  <a:moveTo>
                    <a:pt x="2073" y="20617"/>
                  </a:moveTo>
                  <a:cubicBezTo>
                    <a:pt x="1950" y="20740"/>
                    <a:pt x="1856" y="20863"/>
                    <a:pt x="1757" y="21009"/>
                  </a:cubicBezTo>
                  <a:lnTo>
                    <a:pt x="1827" y="21056"/>
                  </a:lnTo>
                  <a:cubicBezTo>
                    <a:pt x="1926" y="20933"/>
                    <a:pt x="2026" y="20810"/>
                    <a:pt x="2149" y="20687"/>
                  </a:cubicBezTo>
                  <a:lnTo>
                    <a:pt x="2073" y="20617"/>
                  </a:lnTo>
                  <a:close/>
                  <a:moveTo>
                    <a:pt x="63628" y="20810"/>
                  </a:moveTo>
                  <a:cubicBezTo>
                    <a:pt x="63628" y="20980"/>
                    <a:pt x="63652" y="21126"/>
                    <a:pt x="63652" y="21302"/>
                  </a:cubicBezTo>
                  <a:lnTo>
                    <a:pt x="63745" y="21302"/>
                  </a:lnTo>
                  <a:cubicBezTo>
                    <a:pt x="63745" y="21126"/>
                    <a:pt x="63722" y="20956"/>
                    <a:pt x="63722" y="20810"/>
                  </a:cubicBezTo>
                  <a:close/>
                  <a:moveTo>
                    <a:pt x="1534" y="21273"/>
                  </a:moveTo>
                  <a:cubicBezTo>
                    <a:pt x="1440" y="21396"/>
                    <a:pt x="1341" y="21542"/>
                    <a:pt x="1271" y="21665"/>
                  </a:cubicBezTo>
                  <a:lnTo>
                    <a:pt x="1341" y="21712"/>
                  </a:lnTo>
                  <a:cubicBezTo>
                    <a:pt x="1440" y="21595"/>
                    <a:pt x="1511" y="21472"/>
                    <a:pt x="1610" y="21325"/>
                  </a:cubicBezTo>
                  <a:lnTo>
                    <a:pt x="1534" y="21273"/>
                  </a:lnTo>
                  <a:close/>
                  <a:moveTo>
                    <a:pt x="63652" y="21641"/>
                  </a:moveTo>
                  <a:lnTo>
                    <a:pt x="63652" y="21688"/>
                  </a:lnTo>
                  <a:cubicBezTo>
                    <a:pt x="63652" y="21835"/>
                    <a:pt x="63652" y="21981"/>
                    <a:pt x="63628" y="22127"/>
                  </a:cubicBezTo>
                  <a:lnTo>
                    <a:pt x="63722" y="22127"/>
                  </a:lnTo>
                  <a:cubicBezTo>
                    <a:pt x="63745" y="21981"/>
                    <a:pt x="63745" y="21835"/>
                    <a:pt x="63745" y="21688"/>
                  </a:cubicBezTo>
                  <a:lnTo>
                    <a:pt x="63745" y="21641"/>
                  </a:lnTo>
                  <a:close/>
                  <a:moveTo>
                    <a:pt x="1072" y="21958"/>
                  </a:moveTo>
                  <a:cubicBezTo>
                    <a:pt x="1001" y="22104"/>
                    <a:pt x="902" y="22250"/>
                    <a:pt x="831" y="22373"/>
                  </a:cubicBezTo>
                  <a:lnTo>
                    <a:pt x="925" y="22420"/>
                  </a:lnTo>
                  <a:cubicBezTo>
                    <a:pt x="1001" y="22297"/>
                    <a:pt x="1072" y="22151"/>
                    <a:pt x="1148" y="22004"/>
                  </a:cubicBezTo>
                  <a:lnTo>
                    <a:pt x="1072" y="21958"/>
                  </a:lnTo>
                  <a:close/>
                  <a:moveTo>
                    <a:pt x="63575" y="22444"/>
                  </a:moveTo>
                  <a:cubicBezTo>
                    <a:pt x="63529" y="22619"/>
                    <a:pt x="63505" y="22766"/>
                    <a:pt x="63429" y="22912"/>
                  </a:cubicBezTo>
                  <a:lnTo>
                    <a:pt x="63529" y="22935"/>
                  </a:lnTo>
                  <a:cubicBezTo>
                    <a:pt x="63575" y="22789"/>
                    <a:pt x="63628" y="22643"/>
                    <a:pt x="63675" y="22473"/>
                  </a:cubicBezTo>
                  <a:lnTo>
                    <a:pt x="63575" y="22444"/>
                  </a:lnTo>
                  <a:close/>
                  <a:moveTo>
                    <a:pt x="685" y="22689"/>
                  </a:moveTo>
                  <a:lnTo>
                    <a:pt x="463" y="23129"/>
                  </a:lnTo>
                  <a:lnTo>
                    <a:pt x="562" y="23175"/>
                  </a:lnTo>
                  <a:cubicBezTo>
                    <a:pt x="632" y="23029"/>
                    <a:pt x="685" y="22883"/>
                    <a:pt x="755" y="22736"/>
                  </a:cubicBezTo>
                  <a:lnTo>
                    <a:pt x="685" y="22689"/>
                  </a:lnTo>
                  <a:close/>
                  <a:moveTo>
                    <a:pt x="63306" y="23228"/>
                  </a:moveTo>
                  <a:cubicBezTo>
                    <a:pt x="63236" y="23351"/>
                    <a:pt x="63160" y="23497"/>
                    <a:pt x="63066" y="23644"/>
                  </a:cubicBezTo>
                  <a:lnTo>
                    <a:pt x="63136" y="23691"/>
                  </a:lnTo>
                  <a:cubicBezTo>
                    <a:pt x="63236" y="23544"/>
                    <a:pt x="63306" y="23398"/>
                    <a:pt x="63382" y="23252"/>
                  </a:cubicBezTo>
                  <a:lnTo>
                    <a:pt x="63306" y="23228"/>
                  </a:lnTo>
                  <a:close/>
                  <a:moveTo>
                    <a:pt x="340" y="23445"/>
                  </a:moveTo>
                  <a:cubicBezTo>
                    <a:pt x="293" y="23615"/>
                    <a:pt x="246" y="23761"/>
                    <a:pt x="193" y="23937"/>
                  </a:cubicBezTo>
                  <a:lnTo>
                    <a:pt x="293" y="23960"/>
                  </a:lnTo>
                  <a:cubicBezTo>
                    <a:pt x="340" y="23790"/>
                    <a:pt x="392" y="23644"/>
                    <a:pt x="439" y="23497"/>
                  </a:cubicBezTo>
                  <a:lnTo>
                    <a:pt x="340" y="23445"/>
                  </a:lnTo>
                  <a:close/>
                  <a:moveTo>
                    <a:pt x="62867" y="23907"/>
                  </a:moveTo>
                  <a:cubicBezTo>
                    <a:pt x="62773" y="24030"/>
                    <a:pt x="62674" y="24153"/>
                    <a:pt x="62551" y="24276"/>
                  </a:cubicBezTo>
                  <a:lnTo>
                    <a:pt x="62627" y="24346"/>
                  </a:lnTo>
                  <a:cubicBezTo>
                    <a:pt x="62750" y="24229"/>
                    <a:pt x="62844" y="24106"/>
                    <a:pt x="62943" y="23960"/>
                  </a:cubicBezTo>
                  <a:lnTo>
                    <a:pt x="62867" y="23907"/>
                  </a:lnTo>
                  <a:close/>
                  <a:moveTo>
                    <a:pt x="123" y="24253"/>
                  </a:moveTo>
                  <a:cubicBezTo>
                    <a:pt x="100" y="24423"/>
                    <a:pt x="47" y="24592"/>
                    <a:pt x="47" y="24739"/>
                  </a:cubicBezTo>
                  <a:lnTo>
                    <a:pt x="146" y="24762"/>
                  </a:lnTo>
                  <a:cubicBezTo>
                    <a:pt x="146" y="24592"/>
                    <a:pt x="193" y="24446"/>
                    <a:pt x="217" y="24276"/>
                  </a:cubicBezTo>
                  <a:lnTo>
                    <a:pt x="123" y="24253"/>
                  </a:lnTo>
                  <a:close/>
                  <a:moveTo>
                    <a:pt x="62311" y="24522"/>
                  </a:moveTo>
                  <a:cubicBezTo>
                    <a:pt x="62211" y="24616"/>
                    <a:pt x="62065" y="24715"/>
                    <a:pt x="61942" y="24838"/>
                  </a:cubicBezTo>
                  <a:lnTo>
                    <a:pt x="62018" y="24909"/>
                  </a:lnTo>
                  <a:cubicBezTo>
                    <a:pt x="62135" y="24786"/>
                    <a:pt x="62258" y="24692"/>
                    <a:pt x="62381" y="24592"/>
                  </a:cubicBezTo>
                  <a:lnTo>
                    <a:pt x="62311" y="24522"/>
                  </a:lnTo>
                  <a:close/>
                  <a:moveTo>
                    <a:pt x="61673" y="25032"/>
                  </a:moveTo>
                  <a:cubicBezTo>
                    <a:pt x="61550" y="25131"/>
                    <a:pt x="61403" y="25225"/>
                    <a:pt x="61286" y="25301"/>
                  </a:cubicBezTo>
                  <a:lnTo>
                    <a:pt x="61333" y="25371"/>
                  </a:lnTo>
                  <a:cubicBezTo>
                    <a:pt x="61479" y="25301"/>
                    <a:pt x="61602" y="25201"/>
                    <a:pt x="61749" y="25108"/>
                  </a:cubicBezTo>
                  <a:lnTo>
                    <a:pt x="61673" y="25032"/>
                  </a:lnTo>
                  <a:close/>
                  <a:moveTo>
                    <a:pt x="0" y="25078"/>
                  </a:moveTo>
                  <a:lnTo>
                    <a:pt x="0" y="25447"/>
                  </a:lnTo>
                  <a:lnTo>
                    <a:pt x="0" y="25570"/>
                  </a:lnTo>
                  <a:lnTo>
                    <a:pt x="100" y="25570"/>
                  </a:lnTo>
                  <a:lnTo>
                    <a:pt x="100" y="25447"/>
                  </a:lnTo>
                  <a:lnTo>
                    <a:pt x="100" y="25078"/>
                  </a:lnTo>
                  <a:close/>
                  <a:moveTo>
                    <a:pt x="60993" y="25471"/>
                  </a:moveTo>
                  <a:cubicBezTo>
                    <a:pt x="60847" y="25570"/>
                    <a:pt x="60701" y="25640"/>
                    <a:pt x="60554" y="25717"/>
                  </a:cubicBezTo>
                  <a:lnTo>
                    <a:pt x="60601" y="25810"/>
                  </a:lnTo>
                  <a:cubicBezTo>
                    <a:pt x="60747" y="25717"/>
                    <a:pt x="60894" y="25640"/>
                    <a:pt x="61040" y="25570"/>
                  </a:cubicBezTo>
                  <a:lnTo>
                    <a:pt x="60993" y="25471"/>
                  </a:lnTo>
                  <a:close/>
                  <a:moveTo>
                    <a:pt x="60261" y="25863"/>
                  </a:moveTo>
                  <a:lnTo>
                    <a:pt x="59822" y="26080"/>
                  </a:lnTo>
                  <a:lnTo>
                    <a:pt x="59869" y="26156"/>
                  </a:lnTo>
                  <a:cubicBezTo>
                    <a:pt x="60016" y="26103"/>
                    <a:pt x="60162" y="26033"/>
                    <a:pt x="60308" y="25957"/>
                  </a:cubicBezTo>
                  <a:lnTo>
                    <a:pt x="60261" y="25863"/>
                  </a:lnTo>
                  <a:close/>
                  <a:moveTo>
                    <a:pt x="23" y="25910"/>
                  </a:moveTo>
                  <a:cubicBezTo>
                    <a:pt x="23" y="26080"/>
                    <a:pt x="47" y="26249"/>
                    <a:pt x="70" y="26396"/>
                  </a:cubicBezTo>
                  <a:lnTo>
                    <a:pt x="170" y="26396"/>
                  </a:lnTo>
                  <a:cubicBezTo>
                    <a:pt x="146" y="26226"/>
                    <a:pt x="123" y="26080"/>
                    <a:pt x="100" y="25910"/>
                  </a:cubicBezTo>
                  <a:close/>
                  <a:moveTo>
                    <a:pt x="59500" y="26203"/>
                  </a:moveTo>
                  <a:cubicBezTo>
                    <a:pt x="59354" y="26279"/>
                    <a:pt x="59208" y="26326"/>
                    <a:pt x="59061" y="26396"/>
                  </a:cubicBezTo>
                  <a:lnTo>
                    <a:pt x="59090" y="26472"/>
                  </a:lnTo>
                  <a:cubicBezTo>
                    <a:pt x="59237" y="26425"/>
                    <a:pt x="59407" y="26372"/>
                    <a:pt x="59553" y="26302"/>
                  </a:cubicBezTo>
                  <a:lnTo>
                    <a:pt x="59500" y="26203"/>
                  </a:lnTo>
                  <a:close/>
                  <a:moveTo>
                    <a:pt x="58745" y="26495"/>
                  </a:moveTo>
                  <a:cubicBezTo>
                    <a:pt x="58575" y="26571"/>
                    <a:pt x="58429" y="26618"/>
                    <a:pt x="58282" y="26665"/>
                  </a:cubicBezTo>
                  <a:lnTo>
                    <a:pt x="58306" y="26765"/>
                  </a:lnTo>
                  <a:cubicBezTo>
                    <a:pt x="58452" y="26718"/>
                    <a:pt x="58622" y="26642"/>
                    <a:pt x="58768" y="26595"/>
                  </a:cubicBezTo>
                  <a:lnTo>
                    <a:pt x="58745" y="26495"/>
                  </a:lnTo>
                  <a:close/>
                  <a:moveTo>
                    <a:pt x="57943" y="26765"/>
                  </a:moveTo>
                  <a:cubicBezTo>
                    <a:pt x="57796" y="26811"/>
                    <a:pt x="57650" y="26864"/>
                    <a:pt x="57480" y="26911"/>
                  </a:cubicBezTo>
                  <a:lnTo>
                    <a:pt x="57504" y="27011"/>
                  </a:lnTo>
                  <a:cubicBezTo>
                    <a:pt x="57673" y="26958"/>
                    <a:pt x="57820" y="26911"/>
                    <a:pt x="57990" y="26864"/>
                  </a:cubicBezTo>
                  <a:lnTo>
                    <a:pt x="57943" y="26765"/>
                  </a:lnTo>
                  <a:close/>
                  <a:moveTo>
                    <a:pt x="246" y="26718"/>
                  </a:moveTo>
                  <a:lnTo>
                    <a:pt x="146" y="26741"/>
                  </a:lnTo>
                  <a:cubicBezTo>
                    <a:pt x="193" y="26911"/>
                    <a:pt x="246" y="27057"/>
                    <a:pt x="293" y="27204"/>
                  </a:cubicBezTo>
                  <a:lnTo>
                    <a:pt x="392" y="27180"/>
                  </a:lnTo>
                  <a:cubicBezTo>
                    <a:pt x="340" y="27034"/>
                    <a:pt x="293" y="26864"/>
                    <a:pt x="246" y="26718"/>
                  </a:cubicBezTo>
                  <a:close/>
                  <a:moveTo>
                    <a:pt x="57158" y="27011"/>
                  </a:moveTo>
                  <a:cubicBezTo>
                    <a:pt x="56988" y="27034"/>
                    <a:pt x="56842" y="27081"/>
                    <a:pt x="56672" y="27128"/>
                  </a:cubicBezTo>
                  <a:lnTo>
                    <a:pt x="56696" y="27227"/>
                  </a:lnTo>
                  <a:cubicBezTo>
                    <a:pt x="56865" y="27180"/>
                    <a:pt x="57012" y="27128"/>
                    <a:pt x="57187" y="27104"/>
                  </a:cubicBezTo>
                  <a:lnTo>
                    <a:pt x="57158" y="27011"/>
                  </a:lnTo>
                  <a:close/>
                  <a:moveTo>
                    <a:pt x="56356" y="27204"/>
                  </a:moveTo>
                  <a:cubicBezTo>
                    <a:pt x="56186" y="27251"/>
                    <a:pt x="56040" y="27274"/>
                    <a:pt x="55870" y="27303"/>
                  </a:cubicBezTo>
                  <a:lnTo>
                    <a:pt x="55893" y="27397"/>
                  </a:lnTo>
                  <a:cubicBezTo>
                    <a:pt x="56063" y="27374"/>
                    <a:pt x="56210" y="27327"/>
                    <a:pt x="56379" y="27303"/>
                  </a:cubicBezTo>
                  <a:lnTo>
                    <a:pt x="56356" y="27204"/>
                  </a:lnTo>
                  <a:close/>
                  <a:moveTo>
                    <a:pt x="55548" y="27374"/>
                  </a:moveTo>
                  <a:cubicBezTo>
                    <a:pt x="55378" y="27420"/>
                    <a:pt x="55232" y="27450"/>
                    <a:pt x="55062" y="27473"/>
                  </a:cubicBezTo>
                  <a:lnTo>
                    <a:pt x="55085" y="27567"/>
                  </a:lnTo>
                  <a:cubicBezTo>
                    <a:pt x="55232" y="27543"/>
                    <a:pt x="55402" y="27520"/>
                    <a:pt x="55577" y="27473"/>
                  </a:cubicBezTo>
                  <a:lnTo>
                    <a:pt x="55548" y="27374"/>
                  </a:lnTo>
                  <a:close/>
                  <a:moveTo>
                    <a:pt x="54722" y="27543"/>
                  </a:moveTo>
                  <a:cubicBezTo>
                    <a:pt x="54576" y="27567"/>
                    <a:pt x="54406" y="27596"/>
                    <a:pt x="54260" y="27619"/>
                  </a:cubicBezTo>
                  <a:lnTo>
                    <a:pt x="54260" y="27713"/>
                  </a:lnTo>
                  <a:cubicBezTo>
                    <a:pt x="54430" y="27690"/>
                    <a:pt x="54576" y="27666"/>
                    <a:pt x="54746" y="27643"/>
                  </a:cubicBezTo>
                  <a:lnTo>
                    <a:pt x="54722" y="27543"/>
                  </a:lnTo>
                  <a:close/>
                  <a:moveTo>
                    <a:pt x="509" y="27497"/>
                  </a:moveTo>
                  <a:lnTo>
                    <a:pt x="439" y="27520"/>
                  </a:lnTo>
                  <a:cubicBezTo>
                    <a:pt x="486" y="27690"/>
                    <a:pt x="562" y="27836"/>
                    <a:pt x="656" y="27983"/>
                  </a:cubicBezTo>
                  <a:lnTo>
                    <a:pt x="732" y="27936"/>
                  </a:lnTo>
                  <a:lnTo>
                    <a:pt x="509" y="27497"/>
                  </a:lnTo>
                  <a:close/>
                  <a:moveTo>
                    <a:pt x="902" y="28205"/>
                  </a:moveTo>
                  <a:lnTo>
                    <a:pt x="831" y="28275"/>
                  </a:lnTo>
                  <a:cubicBezTo>
                    <a:pt x="925" y="28398"/>
                    <a:pt x="1001" y="28545"/>
                    <a:pt x="1124" y="28668"/>
                  </a:cubicBezTo>
                  <a:lnTo>
                    <a:pt x="1194" y="28621"/>
                  </a:lnTo>
                  <a:cubicBezTo>
                    <a:pt x="1095" y="28474"/>
                    <a:pt x="1001" y="28351"/>
                    <a:pt x="902" y="28205"/>
                  </a:cubicBezTo>
                  <a:close/>
                  <a:moveTo>
                    <a:pt x="1388" y="28861"/>
                  </a:moveTo>
                  <a:lnTo>
                    <a:pt x="1317" y="28937"/>
                  </a:lnTo>
                  <a:cubicBezTo>
                    <a:pt x="1440" y="29060"/>
                    <a:pt x="1534" y="29177"/>
                    <a:pt x="1657" y="29300"/>
                  </a:cubicBezTo>
                  <a:lnTo>
                    <a:pt x="1733" y="29230"/>
                  </a:lnTo>
                  <a:cubicBezTo>
                    <a:pt x="1610" y="29107"/>
                    <a:pt x="1511" y="29007"/>
                    <a:pt x="1388" y="28861"/>
                  </a:cubicBezTo>
                  <a:close/>
                  <a:moveTo>
                    <a:pt x="1973" y="29470"/>
                  </a:moveTo>
                  <a:lnTo>
                    <a:pt x="1903" y="29546"/>
                  </a:lnTo>
                  <a:cubicBezTo>
                    <a:pt x="2026" y="29645"/>
                    <a:pt x="2149" y="29762"/>
                    <a:pt x="2266" y="29862"/>
                  </a:cubicBezTo>
                  <a:lnTo>
                    <a:pt x="2342" y="29792"/>
                  </a:lnTo>
                  <a:cubicBezTo>
                    <a:pt x="2219" y="29692"/>
                    <a:pt x="2096" y="29569"/>
                    <a:pt x="1973" y="29470"/>
                  </a:cubicBezTo>
                  <a:close/>
                  <a:moveTo>
                    <a:pt x="2611" y="29985"/>
                  </a:moveTo>
                  <a:lnTo>
                    <a:pt x="2535" y="30055"/>
                  </a:lnTo>
                  <a:cubicBezTo>
                    <a:pt x="2682" y="30155"/>
                    <a:pt x="2805" y="30254"/>
                    <a:pt x="2951" y="30348"/>
                  </a:cubicBezTo>
                  <a:lnTo>
                    <a:pt x="2998" y="30278"/>
                  </a:lnTo>
                  <a:cubicBezTo>
                    <a:pt x="2881" y="30178"/>
                    <a:pt x="2734" y="30084"/>
                    <a:pt x="2611" y="29985"/>
                  </a:cubicBezTo>
                  <a:close/>
                  <a:moveTo>
                    <a:pt x="3291" y="30448"/>
                  </a:moveTo>
                  <a:lnTo>
                    <a:pt x="3244" y="30524"/>
                  </a:lnTo>
                  <a:cubicBezTo>
                    <a:pt x="3390" y="30617"/>
                    <a:pt x="3537" y="30693"/>
                    <a:pt x="3659" y="30764"/>
                  </a:cubicBezTo>
                  <a:lnTo>
                    <a:pt x="3706" y="30693"/>
                  </a:lnTo>
                  <a:cubicBezTo>
                    <a:pt x="3560" y="30617"/>
                    <a:pt x="3437" y="30524"/>
                    <a:pt x="3291" y="30448"/>
                  </a:cubicBezTo>
                  <a:close/>
                  <a:moveTo>
                    <a:pt x="4023" y="30840"/>
                  </a:moveTo>
                  <a:lnTo>
                    <a:pt x="3976" y="30910"/>
                  </a:lnTo>
                  <a:lnTo>
                    <a:pt x="4415" y="31133"/>
                  </a:lnTo>
                  <a:lnTo>
                    <a:pt x="4462" y="31033"/>
                  </a:lnTo>
                  <a:cubicBezTo>
                    <a:pt x="4315" y="30963"/>
                    <a:pt x="4169" y="30910"/>
                    <a:pt x="4023" y="30840"/>
                  </a:cubicBezTo>
                  <a:close/>
                  <a:moveTo>
                    <a:pt x="4784" y="31156"/>
                  </a:moveTo>
                  <a:lnTo>
                    <a:pt x="4731" y="31256"/>
                  </a:lnTo>
                  <a:cubicBezTo>
                    <a:pt x="4901" y="31302"/>
                    <a:pt x="5047" y="31349"/>
                    <a:pt x="5223" y="31402"/>
                  </a:cubicBezTo>
                  <a:lnTo>
                    <a:pt x="5246" y="31302"/>
                  </a:lnTo>
                  <a:cubicBezTo>
                    <a:pt x="5076" y="31256"/>
                    <a:pt x="4930" y="31203"/>
                    <a:pt x="4784" y="3115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3" name="Google Shape;3113;p34"/>
            <p:cNvGrpSpPr/>
            <p:nvPr/>
          </p:nvGrpSpPr>
          <p:grpSpPr>
            <a:xfrm>
              <a:off x="403074" y="1188819"/>
              <a:ext cx="8156889" cy="3365214"/>
              <a:chOff x="498324" y="1188819"/>
              <a:chExt cx="8156889" cy="3365214"/>
            </a:xfrm>
          </p:grpSpPr>
          <p:sp>
            <p:nvSpPr>
              <p:cNvPr id="3114" name="Google Shape;3114;p34"/>
              <p:cNvSpPr/>
              <p:nvPr/>
            </p:nvSpPr>
            <p:spPr>
              <a:xfrm>
                <a:off x="7437705" y="3424480"/>
                <a:ext cx="492131" cy="1124058"/>
              </a:xfrm>
              <a:custGeom>
                <a:avLst/>
                <a:gdLst/>
                <a:ahLst/>
                <a:cxnLst/>
                <a:rect l="l" t="t" r="r" b="b"/>
                <a:pathLst>
                  <a:path w="6143" h="14031" extrusionOk="0">
                    <a:moveTo>
                      <a:pt x="4217" y="0"/>
                    </a:moveTo>
                    <a:cubicBezTo>
                      <a:pt x="4194" y="0"/>
                      <a:pt x="4170" y="1"/>
                      <a:pt x="4146" y="2"/>
                    </a:cubicBezTo>
                    <a:cubicBezTo>
                      <a:pt x="2829" y="49"/>
                      <a:pt x="1880" y="1682"/>
                      <a:pt x="1464" y="2736"/>
                    </a:cubicBezTo>
                    <a:cubicBezTo>
                      <a:pt x="1" y="6396"/>
                      <a:pt x="317" y="10172"/>
                      <a:pt x="24" y="14031"/>
                    </a:cubicBezTo>
                    <a:lnTo>
                      <a:pt x="1248" y="14031"/>
                    </a:lnTo>
                    <a:cubicBezTo>
                      <a:pt x="1980" y="12421"/>
                      <a:pt x="2952" y="10079"/>
                      <a:pt x="3613" y="8416"/>
                    </a:cubicBezTo>
                    <a:cubicBezTo>
                      <a:pt x="3976" y="7491"/>
                      <a:pt x="4345" y="6489"/>
                      <a:pt x="4562" y="5517"/>
                    </a:cubicBezTo>
                    <a:cubicBezTo>
                      <a:pt x="4926" y="4019"/>
                      <a:pt x="6142" y="0"/>
                      <a:pt x="42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5" name="Google Shape;3115;p34"/>
              <p:cNvSpPr/>
              <p:nvPr/>
            </p:nvSpPr>
            <p:spPr>
              <a:xfrm flipH="1">
                <a:off x="7483050" y="3532529"/>
                <a:ext cx="273504" cy="1018390"/>
              </a:xfrm>
              <a:custGeom>
                <a:avLst/>
                <a:gdLst/>
                <a:ahLst/>
                <a:cxnLst/>
                <a:rect l="l" t="t" r="r" b="b"/>
                <a:pathLst>
                  <a:path w="3414" h="12712" extrusionOk="0">
                    <a:moveTo>
                      <a:pt x="100" y="0"/>
                    </a:moveTo>
                    <a:lnTo>
                      <a:pt x="0" y="47"/>
                    </a:lnTo>
                    <a:cubicBezTo>
                      <a:pt x="832" y="1733"/>
                      <a:pt x="1634" y="4122"/>
                      <a:pt x="2272" y="6464"/>
                    </a:cubicBezTo>
                    <a:cubicBezTo>
                      <a:pt x="2881" y="8830"/>
                      <a:pt x="3297" y="11148"/>
                      <a:pt x="3320" y="12712"/>
                    </a:cubicBezTo>
                    <a:lnTo>
                      <a:pt x="3414" y="12712"/>
                    </a:lnTo>
                    <a:cubicBezTo>
                      <a:pt x="3391" y="11148"/>
                      <a:pt x="2975" y="8806"/>
                      <a:pt x="2342" y="6441"/>
                    </a:cubicBezTo>
                    <a:cubicBezTo>
                      <a:pt x="1733" y="4076"/>
                      <a:pt x="925" y="1681"/>
                      <a:pt x="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6" name="Google Shape;3116;p34"/>
              <p:cNvSpPr/>
              <p:nvPr/>
            </p:nvSpPr>
            <p:spPr>
              <a:xfrm>
                <a:off x="498324" y="4068574"/>
                <a:ext cx="21630" cy="13699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71" extrusionOk="0">
                    <a:moveTo>
                      <a:pt x="23" y="1"/>
                    </a:moveTo>
                    <a:lnTo>
                      <a:pt x="0" y="95"/>
                    </a:lnTo>
                    <a:cubicBezTo>
                      <a:pt x="70" y="118"/>
                      <a:pt x="146" y="147"/>
                      <a:pt x="240" y="171"/>
                    </a:cubicBezTo>
                    <a:lnTo>
                      <a:pt x="269" y="71"/>
                    </a:lnTo>
                    <a:cubicBezTo>
                      <a:pt x="170" y="48"/>
                      <a:pt x="94" y="24"/>
                      <a:pt x="23" y="1"/>
                    </a:cubicBezTo>
                    <a:close/>
                  </a:path>
                </a:pathLst>
              </a:custGeom>
              <a:solidFill>
                <a:srgbClr val="A9C6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7" name="Google Shape;3117;p34"/>
              <p:cNvSpPr/>
              <p:nvPr/>
            </p:nvSpPr>
            <p:spPr>
              <a:xfrm>
                <a:off x="1157125" y="1365350"/>
                <a:ext cx="537635" cy="537635"/>
              </a:xfrm>
              <a:custGeom>
                <a:avLst/>
                <a:gdLst/>
                <a:ahLst/>
                <a:cxnLst/>
                <a:rect l="l" t="t" r="r" b="b"/>
                <a:pathLst>
                  <a:path w="6711" h="6711" extrusionOk="0">
                    <a:moveTo>
                      <a:pt x="3372" y="1917"/>
                    </a:moveTo>
                    <a:cubicBezTo>
                      <a:pt x="3967" y="1917"/>
                      <a:pt x="4513" y="2300"/>
                      <a:pt x="4709" y="2904"/>
                    </a:cubicBezTo>
                    <a:cubicBezTo>
                      <a:pt x="4954" y="3636"/>
                      <a:pt x="4562" y="4462"/>
                      <a:pt x="3807" y="4708"/>
                    </a:cubicBezTo>
                    <a:cubicBezTo>
                      <a:pt x="3659" y="4756"/>
                      <a:pt x="3509" y="4779"/>
                      <a:pt x="3362" y="4779"/>
                    </a:cubicBezTo>
                    <a:cubicBezTo>
                      <a:pt x="2757" y="4779"/>
                      <a:pt x="2196" y="4394"/>
                      <a:pt x="2003" y="3806"/>
                    </a:cubicBezTo>
                    <a:cubicBezTo>
                      <a:pt x="1758" y="3051"/>
                      <a:pt x="2150" y="2243"/>
                      <a:pt x="2905" y="1997"/>
                    </a:cubicBezTo>
                    <a:cubicBezTo>
                      <a:pt x="3061" y="1943"/>
                      <a:pt x="3218" y="1917"/>
                      <a:pt x="3372" y="1917"/>
                    </a:cubicBezTo>
                    <a:close/>
                    <a:moveTo>
                      <a:pt x="3075" y="0"/>
                    </a:moveTo>
                    <a:cubicBezTo>
                      <a:pt x="2806" y="24"/>
                      <a:pt x="2536" y="70"/>
                      <a:pt x="2296" y="147"/>
                    </a:cubicBezTo>
                    <a:cubicBezTo>
                      <a:pt x="2027" y="240"/>
                      <a:pt x="1804" y="340"/>
                      <a:pt x="1588" y="486"/>
                    </a:cubicBezTo>
                    <a:lnTo>
                      <a:pt x="1904" y="1118"/>
                    </a:lnTo>
                    <a:cubicBezTo>
                      <a:pt x="1711" y="1265"/>
                      <a:pt x="1512" y="1411"/>
                      <a:pt x="1365" y="1587"/>
                    </a:cubicBezTo>
                    <a:lnTo>
                      <a:pt x="780" y="1171"/>
                    </a:lnTo>
                    <a:cubicBezTo>
                      <a:pt x="440" y="1587"/>
                      <a:pt x="194" y="2073"/>
                      <a:pt x="71" y="2582"/>
                    </a:cubicBezTo>
                    <a:lnTo>
                      <a:pt x="756" y="2805"/>
                    </a:lnTo>
                    <a:cubicBezTo>
                      <a:pt x="709" y="3051"/>
                      <a:pt x="686" y="3267"/>
                      <a:pt x="709" y="3513"/>
                    </a:cubicBezTo>
                    <a:lnTo>
                      <a:pt x="1" y="3636"/>
                    </a:lnTo>
                    <a:cubicBezTo>
                      <a:pt x="24" y="3900"/>
                      <a:pt x="71" y="4146"/>
                      <a:pt x="171" y="4415"/>
                    </a:cubicBezTo>
                    <a:cubicBezTo>
                      <a:pt x="247" y="4661"/>
                      <a:pt x="364" y="4901"/>
                      <a:pt x="487" y="5123"/>
                    </a:cubicBezTo>
                    <a:lnTo>
                      <a:pt x="1149" y="4807"/>
                    </a:lnTo>
                    <a:cubicBezTo>
                      <a:pt x="1272" y="5000"/>
                      <a:pt x="1418" y="5170"/>
                      <a:pt x="1611" y="5340"/>
                    </a:cubicBezTo>
                    <a:lnTo>
                      <a:pt x="1195" y="5925"/>
                    </a:lnTo>
                    <a:cubicBezTo>
                      <a:pt x="1588" y="6271"/>
                      <a:pt x="2074" y="6511"/>
                      <a:pt x="2589" y="6634"/>
                    </a:cubicBezTo>
                    <a:lnTo>
                      <a:pt x="2806" y="5949"/>
                    </a:lnTo>
                    <a:cubicBezTo>
                      <a:pt x="3052" y="6002"/>
                      <a:pt x="3268" y="6002"/>
                      <a:pt x="3514" y="6002"/>
                    </a:cubicBezTo>
                    <a:lnTo>
                      <a:pt x="3637" y="6710"/>
                    </a:lnTo>
                    <a:cubicBezTo>
                      <a:pt x="3906" y="6681"/>
                      <a:pt x="4170" y="6634"/>
                      <a:pt x="4416" y="6534"/>
                    </a:cubicBezTo>
                    <a:cubicBezTo>
                      <a:pt x="4685" y="6464"/>
                      <a:pt x="4902" y="6341"/>
                      <a:pt x="5124" y="6195"/>
                    </a:cubicBezTo>
                    <a:lnTo>
                      <a:pt x="4808" y="5562"/>
                    </a:lnTo>
                    <a:cubicBezTo>
                      <a:pt x="5001" y="5440"/>
                      <a:pt x="5195" y="5270"/>
                      <a:pt x="5341" y="5100"/>
                    </a:cubicBezTo>
                    <a:lnTo>
                      <a:pt x="5926" y="5510"/>
                    </a:lnTo>
                    <a:cubicBezTo>
                      <a:pt x="6272" y="5100"/>
                      <a:pt x="6512" y="4632"/>
                      <a:pt x="6635" y="4122"/>
                    </a:cubicBezTo>
                    <a:lnTo>
                      <a:pt x="5956" y="3876"/>
                    </a:lnTo>
                    <a:cubicBezTo>
                      <a:pt x="6003" y="3660"/>
                      <a:pt x="6026" y="3414"/>
                      <a:pt x="6003" y="3197"/>
                    </a:cubicBezTo>
                    <a:lnTo>
                      <a:pt x="6711" y="3051"/>
                    </a:lnTo>
                    <a:cubicBezTo>
                      <a:pt x="6688" y="2805"/>
                      <a:pt x="6635" y="2535"/>
                      <a:pt x="6541" y="2289"/>
                    </a:cubicBezTo>
                    <a:cubicBezTo>
                      <a:pt x="6465" y="2026"/>
                      <a:pt x="6342" y="1780"/>
                      <a:pt x="6219" y="1558"/>
                    </a:cubicBezTo>
                    <a:lnTo>
                      <a:pt x="5563" y="1903"/>
                    </a:lnTo>
                    <a:cubicBezTo>
                      <a:pt x="5440" y="1681"/>
                      <a:pt x="5294" y="1511"/>
                      <a:pt x="5101" y="1364"/>
                    </a:cubicBezTo>
                    <a:lnTo>
                      <a:pt x="5517" y="779"/>
                    </a:lnTo>
                    <a:cubicBezTo>
                      <a:pt x="5124" y="439"/>
                      <a:pt x="4638" y="193"/>
                      <a:pt x="4123" y="70"/>
                    </a:cubicBezTo>
                    <a:lnTo>
                      <a:pt x="3906" y="755"/>
                    </a:lnTo>
                    <a:cubicBezTo>
                      <a:pt x="3729" y="722"/>
                      <a:pt x="3563" y="697"/>
                      <a:pt x="3394" y="697"/>
                    </a:cubicBezTo>
                    <a:cubicBezTo>
                      <a:pt x="3329" y="697"/>
                      <a:pt x="3264" y="700"/>
                      <a:pt x="3198" y="709"/>
                    </a:cubicBezTo>
                    <a:lnTo>
                      <a:pt x="3075" y="0"/>
                    </a:lnTo>
                    <a:close/>
                  </a:path>
                </a:pathLst>
              </a:custGeom>
              <a:solidFill>
                <a:srgbClr val="E4EC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8" name="Google Shape;3118;p34"/>
              <p:cNvSpPr/>
              <p:nvPr/>
            </p:nvSpPr>
            <p:spPr>
              <a:xfrm>
                <a:off x="799846" y="2035638"/>
                <a:ext cx="402485" cy="403046"/>
              </a:xfrm>
              <a:custGeom>
                <a:avLst/>
                <a:gdLst/>
                <a:ahLst/>
                <a:cxnLst/>
                <a:rect l="l" t="t" r="r" b="b"/>
                <a:pathLst>
                  <a:path w="5024" h="5031" extrusionOk="0">
                    <a:moveTo>
                      <a:pt x="2513" y="1573"/>
                    </a:moveTo>
                    <a:cubicBezTo>
                      <a:pt x="2099" y="1573"/>
                      <a:pt x="1731" y="1843"/>
                      <a:pt x="1610" y="2249"/>
                    </a:cubicBezTo>
                    <a:cubicBezTo>
                      <a:pt x="1464" y="2758"/>
                      <a:pt x="1757" y="3274"/>
                      <a:pt x="2243" y="3420"/>
                    </a:cubicBezTo>
                    <a:cubicBezTo>
                      <a:pt x="2333" y="3446"/>
                      <a:pt x="2423" y="3458"/>
                      <a:pt x="2511" y="3458"/>
                    </a:cubicBezTo>
                    <a:cubicBezTo>
                      <a:pt x="2925" y="3458"/>
                      <a:pt x="3293" y="3187"/>
                      <a:pt x="3414" y="2782"/>
                    </a:cubicBezTo>
                    <a:cubicBezTo>
                      <a:pt x="3560" y="2272"/>
                      <a:pt x="3267" y="1757"/>
                      <a:pt x="2781" y="1611"/>
                    </a:cubicBezTo>
                    <a:cubicBezTo>
                      <a:pt x="2691" y="1585"/>
                      <a:pt x="2601" y="1573"/>
                      <a:pt x="2513" y="1573"/>
                    </a:cubicBezTo>
                    <a:close/>
                    <a:moveTo>
                      <a:pt x="2522" y="1245"/>
                    </a:moveTo>
                    <a:cubicBezTo>
                      <a:pt x="2639" y="1245"/>
                      <a:pt x="2757" y="1261"/>
                      <a:pt x="2875" y="1294"/>
                    </a:cubicBezTo>
                    <a:cubicBezTo>
                      <a:pt x="3537" y="1494"/>
                      <a:pt x="3929" y="2196"/>
                      <a:pt x="3730" y="2858"/>
                    </a:cubicBezTo>
                    <a:cubicBezTo>
                      <a:pt x="3570" y="3424"/>
                      <a:pt x="3059" y="3786"/>
                      <a:pt x="2500" y="3786"/>
                    </a:cubicBezTo>
                    <a:cubicBezTo>
                      <a:pt x="2382" y="3786"/>
                      <a:pt x="2262" y="3770"/>
                      <a:pt x="2143" y="3736"/>
                    </a:cubicBezTo>
                    <a:cubicBezTo>
                      <a:pt x="1487" y="3543"/>
                      <a:pt x="1095" y="2834"/>
                      <a:pt x="1294" y="2149"/>
                    </a:cubicBezTo>
                    <a:cubicBezTo>
                      <a:pt x="1454" y="1607"/>
                      <a:pt x="1966" y="1245"/>
                      <a:pt x="2522" y="1245"/>
                    </a:cubicBezTo>
                    <a:close/>
                    <a:moveTo>
                      <a:pt x="2635" y="1"/>
                    </a:moveTo>
                    <a:lnTo>
                      <a:pt x="2559" y="516"/>
                    </a:lnTo>
                    <a:cubicBezTo>
                      <a:pt x="2389" y="516"/>
                      <a:pt x="2196" y="539"/>
                      <a:pt x="2026" y="586"/>
                    </a:cubicBezTo>
                    <a:lnTo>
                      <a:pt x="1850" y="77"/>
                    </a:lnTo>
                    <a:cubicBezTo>
                      <a:pt x="1464" y="176"/>
                      <a:pt x="1119" y="369"/>
                      <a:pt x="802" y="639"/>
                    </a:cubicBezTo>
                    <a:lnTo>
                      <a:pt x="1148" y="1078"/>
                    </a:lnTo>
                    <a:cubicBezTo>
                      <a:pt x="1025" y="1201"/>
                      <a:pt x="902" y="1318"/>
                      <a:pt x="802" y="1494"/>
                    </a:cubicBezTo>
                    <a:lnTo>
                      <a:pt x="316" y="1271"/>
                    </a:lnTo>
                    <a:cubicBezTo>
                      <a:pt x="217" y="1441"/>
                      <a:pt x="147" y="1611"/>
                      <a:pt x="94" y="1810"/>
                    </a:cubicBezTo>
                    <a:cubicBezTo>
                      <a:pt x="24" y="2003"/>
                      <a:pt x="0" y="2196"/>
                      <a:pt x="0" y="2395"/>
                    </a:cubicBezTo>
                    <a:lnTo>
                      <a:pt x="533" y="2466"/>
                    </a:lnTo>
                    <a:cubicBezTo>
                      <a:pt x="510" y="2635"/>
                      <a:pt x="533" y="2834"/>
                      <a:pt x="586" y="2981"/>
                    </a:cubicBezTo>
                    <a:lnTo>
                      <a:pt x="70" y="3174"/>
                    </a:lnTo>
                    <a:cubicBezTo>
                      <a:pt x="193" y="3566"/>
                      <a:pt x="387" y="3906"/>
                      <a:pt x="633" y="4199"/>
                    </a:cubicBezTo>
                    <a:lnTo>
                      <a:pt x="1072" y="3882"/>
                    </a:lnTo>
                    <a:cubicBezTo>
                      <a:pt x="1195" y="4005"/>
                      <a:pt x="1341" y="4128"/>
                      <a:pt x="1487" y="4222"/>
                    </a:cubicBezTo>
                    <a:lnTo>
                      <a:pt x="1265" y="4714"/>
                    </a:lnTo>
                    <a:cubicBezTo>
                      <a:pt x="1441" y="4808"/>
                      <a:pt x="1610" y="4884"/>
                      <a:pt x="1804" y="4931"/>
                    </a:cubicBezTo>
                    <a:cubicBezTo>
                      <a:pt x="1997" y="4977"/>
                      <a:pt x="2196" y="5030"/>
                      <a:pt x="2389" y="5030"/>
                    </a:cubicBezTo>
                    <a:lnTo>
                      <a:pt x="2465" y="4491"/>
                    </a:lnTo>
                    <a:cubicBezTo>
                      <a:pt x="2511" y="4498"/>
                      <a:pt x="2558" y="4501"/>
                      <a:pt x="2606" y="4501"/>
                    </a:cubicBezTo>
                    <a:cubicBezTo>
                      <a:pt x="2737" y="4501"/>
                      <a:pt x="2874" y="4479"/>
                      <a:pt x="2998" y="4445"/>
                    </a:cubicBezTo>
                    <a:lnTo>
                      <a:pt x="3168" y="4954"/>
                    </a:lnTo>
                    <a:cubicBezTo>
                      <a:pt x="3560" y="4831"/>
                      <a:pt x="3929" y="4638"/>
                      <a:pt x="4222" y="4368"/>
                    </a:cubicBezTo>
                    <a:lnTo>
                      <a:pt x="3876" y="3953"/>
                    </a:lnTo>
                    <a:cubicBezTo>
                      <a:pt x="3999" y="3836"/>
                      <a:pt x="4122" y="3689"/>
                      <a:pt x="4222" y="3543"/>
                    </a:cubicBezTo>
                    <a:lnTo>
                      <a:pt x="4708" y="3760"/>
                    </a:lnTo>
                    <a:cubicBezTo>
                      <a:pt x="4807" y="3590"/>
                      <a:pt x="4878" y="3420"/>
                      <a:pt x="4924" y="3221"/>
                    </a:cubicBezTo>
                    <a:cubicBezTo>
                      <a:pt x="5000" y="3028"/>
                      <a:pt x="5024" y="2834"/>
                      <a:pt x="5024" y="2635"/>
                    </a:cubicBezTo>
                    <a:lnTo>
                      <a:pt x="4515" y="2565"/>
                    </a:lnTo>
                    <a:cubicBezTo>
                      <a:pt x="4515" y="2372"/>
                      <a:pt x="4485" y="2196"/>
                      <a:pt x="4438" y="2026"/>
                    </a:cubicBezTo>
                    <a:lnTo>
                      <a:pt x="4954" y="1833"/>
                    </a:lnTo>
                    <a:cubicBezTo>
                      <a:pt x="4831" y="1464"/>
                      <a:pt x="4661" y="1101"/>
                      <a:pt x="4392" y="809"/>
                    </a:cubicBezTo>
                    <a:lnTo>
                      <a:pt x="3952" y="1148"/>
                    </a:lnTo>
                    <a:cubicBezTo>
                      <a:pt x="3829" y="1002"/>
                      <a:pt x="3683" y="908"/>
                      <a:pt x="3537" y="809"/>
                    </a:cubicBezTo>
                    <a:lnTo>
                      <a:pt x="3753" y="323"/>
                    </a:lnTo>
                    <a:cubicBezTo>
                      <a:pt x="3584" y="223"/>
                      <a:pt x="3414" y="147"/>
                      <a:pt x="3221" y="77"/>
                    </a:cubicBezTo>
                    <a:cubicBezTo>
                      <a:pt x="3021" y="30"/>
                      <a:pt x="2828" y="1"/>
                      <a:pt x="2635" y="1"/>
                    </a:cubicBezTo>
                    <a:close/>
                  </a:path>
                </a:pathLst>
              </a:custGeom>
              <a:solidFill>
                <a:srgbClr val="E4EC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9" name="Google Shape;3119;p34"/>
              <p:cNvSpPr/>
              <p:nvPr/>
            </p:nvSpPr>
            <p:spPr>
              <a:xfrm>
                <a:off x="2165768" y="4199157"/>
                <a:ext cx="394554" cy="354097"/>
              </a:xfrm>
              <a:custGeom>
                <a:avLst/>
                <a:gdLst/>
                <a:ahLst/>
                <a:cxnLst/>
                <a:rect l="l" t="t" r="r" b="b"/>
                <a:pathLst>
                  <a:path w="4925" h="4420" extrusionOk="0">
                    <a:moveTo>
                      <a:pt x="4237" y="0"/>
                    </a:moveTo>
                    <a:cubicBezTo>
                      <a:pt x="4207" y="0"/>
                      <a:pt x="4176" y="2"/>
                      <a:pt x="4146" y="4"/>
                    </a:cubicBezTo>
                    <a:cubicBezTo>
                      <a:pt x="3900" y="4"/>
                      <a:pt x="3683" y="127"/>
                      <a:pt x="3490" y="221"/>
                    </a:cubicBezTo>
                    <a:cubicBezTo>
                      <a:pt x="1850" y="1123"/>
                      <a:pt x="293" y="3810"/>
                      <a:pt x="0" y="4419"/>
                    </a:cubicBezTo>
                    <a:lnTo>
                      <a:pt x="1757" y="4419"/>
                    </a:lnTo>
                    <a:cubicBezTo>
                      <a:pt x="2682" y="3172"/>
                      <a:pt x="4585" y="2540"/>
                      <a:pt x="4878" y="859"/>
                    </a:cubicBezTo>
                    <a:cubicBezTo>
                      <a:pt x="4924" y="637"/>
                      <a:pt x="4901" y="391"/>
                      <a:pt x="4778" y="221"/>
                    </a:cubicBezTo>
                    <a:cubicBezTo>
                      <a:pt x="4650" y="72"/>
                      <a:pt x="4450" y="0"/>
                      <a:pt x="42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0" name="Google Shape;3120;p34"/>
              <p:cNvSpPr/>
              <p:nvPr/>
            </p:nvSpPr>
            <p:spPr>
              <a:xfrm>
                <a:off x="2048484" y="3916040"/>
                <a:ext cx="457442" cy="635292"/>
              </a:xfrm>
              <a:custGeom>
                <a:avLst/>
                <a:gdLst/>
                <a:ahLst/>
                <a:cxnLst/>
                <a:rect l="l" t="t" r="r" b="b"/>
                <a:pathLst>
                  <a:path w="5710" h="7930" extrusionOk="0">
                    <a:moveTo>
                      <a:pt x="4393" y="0"/>
                    </a:moveTo>
                    <a:cubicBezTo>
                      <a:pt x="3520" y="0"/>
                      <a:pt x="2720" y="1158"/>
                      <a:pt x="2319" y="1782"/>
                    </a:cubicBezTo>
                    <a:cubicBezTo>
                      <a:pt x="1587" y="2930"/>
                      <a:pt x="1048" y="4194"/>
                      <a:pt x="633" y="5512"/>
                    </a:cubicBezTo>
                    <a:cubicBezTo>
                      <a:pt x="586" y="5681"/>
                      <a:pt x="24" y="7930"/>
                      <a:pt x="0" y="7930"/>
                    </a:cubicBezTo>
                    <a:lnTo>
                      <a:pt x="1464" y="7930"/>
                    </a:lnTo>
                    <a:cubicBezTo>
                      <a:pt x="1464" y="7930"/>
                      <a:pt x="2998" y="4903"/>
                      <a:pt x="4515" y="3099"/>
                    </a:cubicBezTo>
                    <a:cubicBezTo>
                      <a:pt x="5217" y="2244"/>
                      <a:pt x="5709" y="658"/>
                      <a:pt x="4954" y="172"/>
                    </a:cubicBezTo>
                    <a:cubicBezTo>
                      <a:pt x="4766" y="52"/>
                      <a:pt x="4578" y="0"/>
                      <a:pt x="43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1" name="Google Shape;3121;p34"/>
              <p:cNvSpPr/>
              <p:nvPr/>
            </p:nvSpPr>
            <p:spPr>
              <a:xfrm>
                <a:off x="2128676" y="3998235"/>
                <a:ext cx="275427" cy="555019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6928" extrusionOk="0">
                    <a:moveTo>
                      <a:pt x="3367" y="1"/>
                    </a:moveTo>
                    <a:cubicBezTo>
                      <a:pt x="1950" y="1804"/>
                      <a:pt x="779" y="4439"/>
                      <a:pt x="1" y="6904"/>
                    </a:cubicBezTo>
                    <a:lnTo>
                      <a:pt x="71" y="6927"/>
                    </a:lnTo>
                    <a:cubicBezTo>
                      <a:pt x="850" y="4486"/>
                      <a:pt x="2021" y="1827"/>
                      <a:pt x="3438" y="47"/>
                    </a:cubicBezTo>
                    <a:lnTo>
                      <a:pt x="33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2" name="Google Shape;3122;p34"/>
              <p:cNvSpPr/>
              <p:nvPr/>
            </p:nvSpPr>
            <p:spPr>
              <a:xfrm>
                <a:off x="1472395" y="3894169"/>
                <a:ext cx="435411" cy="657163"/>
              </a:xfrm>
              <a:custGeom>
                <a:avLst/>
                <a:gdLst/>
                <a:ahLst/>
                <a:cxnLst/>
                <a:rect l="l" t="t" r="r" b="b"/>
                <a:pathLst>
                  <a:path w="5435" h="8203" extrusionOk="0">
                    <a:moveTo>
                      <a:pt x="738" y="1"/>
                    </a:moveTo>
                    <a:cubicBezTo>
                      <a:pt x="0" y="1"/>
                      <a:pt x="33" y="1019"/>
                      <a:pt x="189" y="1709"/>
                    </a:cubicBezTo>
                    <a:cubicBezTo>
                      <a:pt x="435" y="2664"/>
                      <a:pt x="1213" y="3249"/>
                      <a:pt x="1775" y="3981"/>
                    </a:cubicBezTo>
                    <a:cubicBezTo>
                      <a:pt x="2823" y="5299"/>
                      <a:pt x="3432" y="6154"/>
                      <a:pt x="4211" y="8203"/>
                    </a:cubicBezTo>
                    <a:lnTo>
                      <a:pt x="5435" y="8203"/>
                    </a:lnTo>
                    <a:cubicBezTo>
                      <a:pt x="5435" y="8203"/>
                      <a:pt x="5265" y="3542"/>
                      <a:pt x="3186" y="1393"/>
                    </a:cubicBezTo>
                    <a:cubicBezTo>
                      <a:pt x="2630" y="808"/>
                      <a:pt x="1723" y="199"/>
                      <a:pt x="967" y="29"/>
                    </a:cubicBezTo>
                    <a:cubicBezTo>
                      <a:pt x="884" y="10"/>
                      <a:pt x="808" y="1"/>
                      <a:pt x="7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3" name="Google Shape;3123;p34"/>
              <p:cNvSpPr/>
              <p:nvPr/>
            </p:nvSpPr>
            <p:spPr>
              <a:xfrm>
                <a:off x="1604741" y="3661683"/>
                <a:ext cx="396877" cy="889649"/>
              </a:xfrm>
              <a:custGeom>
                <a:avLst/>
                <a:gdLst/>
                <a:ahLst/>
                <a:cxnLst/>
                <a:rect l="l" t="t" r="r" b="b"/>
                <a:pathLst>
                  <a:path w="4954" h="11105" extrusionOk="0">
                    <a:moveTo>
                      <a:pt x="977" y="0"/>
                    </a:moveTo>
                    <a:cubicBezTo>
                      <a:pt x="809" y="0"/>
                      <a:pt x="651" y="46"/>
                      <a:pt x="510" y="150"/>
                    </a:cubicBezTo>
                    <a:cubicBezTo>
                      <a:pt x="0" y="489"/>
                      <a:pt x="756" y="1783"/>
                      <a:pt x="978" y="2176"/>
                    </a:cubicBezTo>
                    <a:cubicBezTo>
                      <a:pt x="1611" y="3417"/>
                      <a:pt x="2149" y="4758"/>
                      <a:pt x="2536" y="6128"/>
                    </a:cubicBezTo>
                    <a:cubicBezTo>
                      <a:pt x="2998" y="7715"/>
                      <a:pt x="3367" y="9372"/>
                      <a:pt x="3490" y="11052"/>
                    </a:cubicBezTo>
                    <a:lnTo>
                      <a:pt x="3490" y="11105"/>
                    </a:lnTo>
                    <a:lnTo>
                      <a:pt x="4415" y="11105"/>
                    </a:lnTo>
                    <a:cubicBezTo>
                      <a:pt x="4954" y="10104"/>
                      <a:pt x="4755" y="5736"/>
                      <a:pt x="4491" y="4371"/>
                    </a:cubicBezTo>
                    <a:cubicBezTo>
                      <a:pt x="4292" y="3417"/>
                      <a:pt x="3906" y="2492"/>
                      <a:pt x="3344" y="1737"/>
                    </a:cubicBezTo>
                    <a:cubicBezTo>
                      <a:pt x="2933" y="1165"/>
                      <a:pt x="1828" y="0"/>
                      <a:pt x="97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4" name="Google Shape;3124;p34"/>
              <p:cNvSpPr/>
              <p:nvPr/>
            </p:nvSpPr>
            <p:spPr>
              <a:xfrm>
                <a:off x="1950426" y="3653191"/>
                <a:ext cx="403046" cy="898141"/>
              </a:xfrm>
              <a:custGeom>
                <a:avLst/>
                <a:gdLst/>
                <a:ahLst/>
                <a:cxnLst/>
                <a:rect l="l" t="t" r="r" b="b"/>
                <a:pathLst>
                  <a:path w="5031" h="11211" extrusionOk="0">
                    <a:moveTo>
                      <a:pt x="3957" y="0"/>
                    </a:moveTo>
                    <a:cubicBezTo>
                      <a:pt x="3343" y="0"/>
                      <a:pt x="2170" y="1077"/>
                      <a:pt x="1224" y="2914"/>
                    </a:cubicBezTo>
                    <a:cubicBezTo>
                      <a:pt x="124" y="5040"/>
                      <a:pt x="1" y="8769"/>
                      <a:pt x="200" y="11211"/>
                    </a:cubicBezTo>
                    <a:lnTo>
                      <a:pt x="1494" y="11211"/>
                    </a:lnTo>
                    <a:cubicBezTo>
                      <a:pt x="2272" y="10356"/>
                      <a:pt x="5030" y="3060"/>
                      <a:pt x="4345" y="326"/>
                    </a:cubicBezTo>
                    <a:cubicBezTo>
                      <a:pt x="4287" y="106"/>
                      <a:pt x="4149" y="0"/>
                      <a:pt x="39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5" name="Google Shape;3125;p34"/>
              <p:cNvSpPr/>
              <p:nvPr/>
            </p:nvSpPr>
            <p:spPr>
              <a:xfrm>
                <a:off x="1526391" y="3955055"/>
                <a:ext cx="328461" cy="598200"/>
              </a:xfrm>
              <a:custGeom>
                <a:avLst/>
                <a:gdLst/>
                <a:ahLst/>
                <a:cxnLst/>
                <a:rect l="l" t="t" r="r" b="b"/>
                <a:pathLst>
                  <a:path w="4100" h="7467" extrusionOk="0">
                    <a:moveTo>
                      <a:pt x="53" y="1"/>
                    </a:moveTo>
                    <a:lnTo>
                      <a:pt x="1" y="100"/>
                    </a:lnTo>
                    <a:cubicBezTo>
                      <a:pt x="2196" y="1635"/>
                      <a:pt x="3736" y="4562"/>
                      <a:pt x="4029" y="7466"/>
                    </a:cubicBezTo>
                    <a:lnTo>
                      <a:pt x="4099" y="7443"/>
                    </a:lnTo>
                    <a:cubicBezTo>
                      <a:pt x="3830" y="4515"/>
                      <a:pt x="2296" y="1564"/>
                      <a:pt x="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6" name="Google Shape;3126;p34"/>
              <p:cNvSpPr/>
              <p:nvPr/>
            </p:nvSpPr>
            <p:spPr>
              <a:xfrm>
                <a:off x="1708406" y="3732262"/>
                <a:ext cx="224716" cy="81907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10224" extrusionOk="0">
                    <a:moveTo>
                      <a:pt x="47" y="1"/>
                    </a:moveTo>
                    <a:lnTo>
                      <a:pt x="0" y="71"/>
                    </a:lnTo>
                    <a:cubicBezTo>
                      <a:pt x="1072" y="1049"/>
                      <a:pt x="1634" y="2559"/>
                      <a:pt x="1950" y="4023"/>
                    </a:cubicBezTo>
                    <a:cubicBezTo>
                      <a:pt x="2413" y="6049"/>
                      <a:pt x="2635" y="8151"/>
                      <a:pt x="2705" y="10224"/>
                    </a:cubicBezTo>
                    <a:lnTo>
                      <a:pt x="2805" y="10224"/>
                    </a:lnTo>
                    <a:cubicBezTo>
                      <a:pt x="2729" y="8122"/>
                      <a:pt x="2512" y="6049"/>
                      <a:pt x="2050" y="4000"/>
                    </a:cubicBezTo>
                    <a:cubicBezTo>
                      <a:pt x="1704" y="2536"/>
                      <a:pt x="1171" y="1002"/>
                      <a:pt x="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7" name="Google Shape;3127;p34"/>
              <p:cNvSpPr/>
              <p:nvPr/>
            </p:nvSpPr>
            <p:spPr>
              <a:xfrm>
                <a:off x="2025011" y="3761343"/>
                <a:ext cx="221030" cy="791912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9885" extrusionOk="0">
                    <a:moveTo>
                      <a:pt x="2659" y="1"/>
                    </a:moveTo>
                    <a:cubicBezTo>
                      <a:pt x="1318" y="3075"/>
                      <a:pt x="170" y="6418"/>
                      <a:pt x="1" y="9861"/>
                    </a:cubicBezTo>
                    <a:lnTo>
                      <a:pt x="94" y="9884"/>
                    </a:lnTo>
                    <a:cubicBezTo>
                      <a:pt x="270" y="6441"/>
                      <a:pt x="1412" y="3127"/>
                      <a:pt x="2758" y="30"/>
                    </a:cubicBezTo>
                    <a:lnTo>
                      <a:pt x="26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8" name="Google Shape;3128;p34"/>
              <p:cNvSpPr/>
              <p:nvPr/>
            </p:nvSpPr>
            <p:spPr>
              <a:xfrm>
                <a:off x="2226253" y="4242178"/>
                <a:ext cx="271661" cy="311077"/>
              </a:xfrm>
              <a:custGeom>
                <a:avLst/>
                <a:gdLst/>
                <a:ahLst/>
                <a:cxnLst/>
                <a:rect l="l" t="t" r="r" b="b"/>
                <a:pathLst>
                  <a:path w="3391" h="3883" extrusionOk="0">
                    <a:moveTo>
                      <a:pt x="3344" y="0"/>
                    </a:moveTo>
                    <a:cubicBezTo>
                      <a:pt x="3344" y="0"/>
                      <a:pt x="1365" y="1318"/>
                      <a:pt x="0" y="3835"/>
                    </a:cubicBezTo>
                    <a:lnTo>
                      <a:pt x="71" y="3882"/>
                    </a:lnTo>
                    <a:cubicBezTo>
                      <a:pt x="756" y="2635"/>
                      <a:pt x="1587" y="1687"/>
                      <a:pt x="2243" y="1054"/>
                    </a:cubicBezTo>
                    <a:cubicBezTo>
                      <a:pt x="2588" y="732"/>
                      <a:pt x="2852" y="492"/>
                      <a:pt x="3074" y="322"/>
                    </a:cubicBezTo>
                    <a:cubicBezTo>
                      <a:pt x="3174" y="246"/>
                      <a:pt x="3244" y="176"/>
                      <a:pt x="3320" y="147"/>
                    </a:cubicBezTo>
                    <a:cubicBezTo>
                      <a:pt x="3344" y="123"/>
                      <a:pt x="3367" y="100"/>
                      <a:pt x="3367" y="100"/>
                    </a:cubicBezTo>
                    <a:lnTo>
                      <a:pt x="3391" y="76"/>
                    </a:lnTo>
                    <a:lnTo>
                      <a:pt x="334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9" name="Google Shape;3129;p34"/>
              <p:cNvSpPr/>
              <p:nvPr/>
            </p:nvSpPr>
            <p:spPr>
              <a:xfrm>
                <a:off x="1835545" y="2233117"/>
                <a:ext cx="156219" cy="191469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390" extrusionOk="0">
                    <a:moveTo>
                      <a:pt x="1552" y="0"/>
                    </a:moveTo>
                    <a:cubicBezTo>
                      <a:pt x="1469" y="0"/>
                      <a:pt x="1070" y="487"/>
                      <a:pt x="996" y="487"/>
                    </a:cubicBezTo>
                    <a:cubicBezTo>
                      <a:pt x="925" y="463"/>
                      <a:pt x="1171" y="124"/>
                      <a:pt x="1095" y="100"/>
                    </a:cubicBezTo>
                    <a:cubicBezTo>
                      <a:pt x="1094" y="100"/>
                      <a:pt x="1093" y="100"/>
                      <a:pt x="1092" y="100"/>
                    </a:cubicBezTo>
                    <a:cubicBezTo>
                      <a:pt x="1008" y="100"/>
                      <a:pt x="289" y="1076"/>
                      <a:pt x="0" y="1365"/>
                    </a:cubicBezTo>
                    <a:lnTo>
                      <a:pt x="755" y="2390"/>
                    </a:lnTo>
                    <a:cubicBezTo>
                      <a:pt x="1341" y="1711"/>
                      <a:pt x="1950" y="733"/>
                      <a:pt x="1903" y="686"/>
                    </a:cubicBezTo>
                    <a:cubicBezTo>
                      <a:pt x="1898" y="681"/>
                      <a:pt x="1891" y="679"/>
                      <a:pt x="1883" y="679"/>
                    </a:cubicBezTo>
                    <a:cubicBezTo>
                      <a:pt x="1806" y="679"/>
                      <a:pt x="1599" y="891"/>
                      <a:pt x="1487" y="1002"/>
                    </a:cubicBezTo>
                    <a:cubicBezTo>
                      <a:pt x="1657" y="780"/>
                      <a:pt x="1926" y="487"/>
                      <a:pt x="1874" y="417"/>
                    </a:cubicBezTo>
                    <a:cubicBezTo>
                      <a:pt x="1870" y="413"/>
                      <a:pt x="1864" y="411"/>
                      <a:pt x="1856" y="411"/>
                    </a:cubicBezTo>
                    <a:cubicBezTo>
                      <a:pt x="1774" y="411"/>
                      <a:pt x="1498" y="627"/>
                      <a:pt x="1364" y="809"/>
                    </a:cubicBezTo>
                    <a:cubicBezTo>
                      <a:pt x="1487" y="610"/>
                      <a:pt x="1874" y="194"/>
                      <a:pt x="1827" y="124"/>
                    </a:cubicBezTo>
                    <a:cubicBezTo>
                      <a:pt x="1822" y="119"/>
                      <a:pt x="1816" y="116"/>
                      <a:pt x="1807" y="116"/>
                    </a:cubicBezTo>
                    <a:cubicBezTo>
                      <a:pt x="1688" y="116"/>
                      <a:pt x="1218" y="586"/>
                      <a:pt x="1218" y="586"/>
                    </a:cubicBezTo>
                    <a:cubicBezTo>
                      <a:pt x="1218" y="586"/>
                      <a:pt x="1681" y="77"/>
                      <a:pt x="1558" y="1"/>
                    </a:cubicBezTo>
                    <a:cubicBezTo>
                      <a:pt x="1556" y="0"/>
                      <a:pt x="1554" y="0"/>
                      <a:pt x="15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0" name="Google Shape;3130;p34"/>
              <p:cNvSpPr/>
              <p:nvPr/>
            </p:nvSpPr>
            <p:spPr>
              <a:xfrm>
                <a:off x="1528233" y="2299770"/>
                <a:ext cx="418508" cy="422193"/>
              </a:xfrm>
              <a:custGeom>
                <a:avLst/>
                <a:gdLst/>
                <a:ahLst/>
                <a:cxnLst/>
                <a:rect l="l" t="t" r="r" b="b"/>
                <a:pathLst>
                  <a:path w="5224" h="5270" extrusionOk="0">
                    <a:moveTo>
                      <a:pt x="4275" y="0"/>
                    </a:moveTo>
                    <a:cubicBezTo>
                      <a:pt x="4275" y="0"/>
                      <a:pt x="2566" y="1997"/>
                      <a:pt x="1" y="4169"/>
                    </a:cubicBezTo>
                    <a:lnTo>
                      <a:pt x="1517" y="5270"/>
                    </a:lnTo>
                    <a:cubicBezTo>
                      <a:pt x="3614" y="3144"/>
                      <a:pt x="5224" y="656"/>
                      <a:pt x="5224" y="656"/>
                    </a:cubicBezTo>
                    <a:lnTo>
                      <a:pt x="42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1" name="Google Shape;3131;p34"/>
              <p:cNvSpPr/>
              <p:nvPr/>
            </p:nvSpPr>
            <p:spPr>
              <a:xfrm>
                <a:off x="1467748" y="2588736"/>
                <a:ext cx="236492" cy="227039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2834" extrusionOk="0">
                    <a:moveTo>
                      <a:pt x="1394" y="0"/>
                    </a:moveTo>
                    <a:cubicBezTo>
                      <a:pt x="1394" y="0"/>
                      <a:pt x="539" y="638"/>
                      <a:pt x="1" y="1294"/>
                    </a:cubicBezTo>
                    <a:lnTo>
                      <a:pt x="1587" y="2834"/>
                    </a:lnTo>
                    <a:lnTo>
                      <a:pt x="2952" y="1247"/>
                    </a:lnTo>
                    <a:lnTo>
                      <a:pt x="139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2" name="Google Shape;3132;p34"/>
              <p:cNvSpPr/>
              <p:nvPr/>
            </p:nvSpPr>
            <p:spPr>
              <a:xfrm>
                <a:off x="1446198" y="3597192"/>
                <a:ext cx="246346" cy="919611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1479" extrusionOk="0">
                    <a:moveTo>
                      <a:pt x="0" y="1"/>
                    </a:moveTo>
                    <a:lnTo>
                      <a:pt x="439" y="10762"/>
                    </a:lnTo>
                    <a:cubicBezTo>
                      <a:pt x="439" y="10762"/>
                      <a:pt x="246" y="11371"/>
                      <a:pt x="346" y="11447"/>
                    </a:cubicBezTo>
                    <a:cubicBezTo>
                      <a:pt x="363" y="11470"/>
                      <a:pt x="532" y="11479"/>
                      <a:pt x="778" y="11479"/>
                    </a:cubicBezTo>
                    <a:cubicBezTo>
                      <a:pt x="1549" y="11479"/>
                      <a:pt x="3074" y="11395"/>
                      <a:pt x="3074" y="11395"/>
                    </a:cubicBezTo>
                    <a:lnTo>
                      <a:pt x="2126" y="10786"/>
                    </a:lnTo>
                    <a:lnTo>
                      <a:pt x="2928" y="3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3" name="Google Shape;3133;p34"/>
              <p:cNvSpPr/>
              <p:nvPr/>
            </p:nvSpPr>
            <p:spPr>
              <a:xfrm>
                <a:off x="1469671" y="4467294"/>
                <a:ext cx="265974" cy="84038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049" extrusionOk="0">
                    <a:moveTo>
                      <a:pt x="123" y="1"/>
                    </a:moveTo>
                    <a:lnTo>
                      <a:pt x="76" y="194"/>
                    </a:lnTo>
                    <a:lnTo>
                      <a:pt x="469" y="586"/>
                    </a:lnTo>
                    <a:lnTo>
                      <a:pt x="0" y="586"/>
                    </a:lnTo>
                    <a:lnTo>
                      <a:pt x="0" y="1049"/>
                    </a:lnTo>
                    <a:lnTo>
                      <a:pt x="978" y="1049"/>
                    </a:lnTo>
                    <a:lnTo>
                      <a:pt x="978" y="703"/>
                    </a:lnTo>
                    <a:lnTo>
                      <a:pt x="1124" y="703"/>
                    </a:lnTo>
                    <a:lnTo>
                      <a:pt x="1587" y="1049"/>
                    </a:lnTo>
                    <a:lnTo>
                      <a:pt x="3103" y="1049"/>
                    </a:lnTo>
                    <a:cubicBezTo>
                      <a:pt x="3250" y="1049"/>
                      <a:pt x="3320" y="850"/>
                      <a:pt x="3174" y="779"/>
                    </a:cubicBezTo>
                    <a:lnTo>
                      <a:pt x="2049" y="71"/>
                    </a:lnTo>
                    <a:lnTo>
                      <a:pt x="1025" y="586"/>
                    </a:lnTo>
                    <a:lnTo>
                      <a:pt x="732" y="586"/>
                    </a:lnTo>
                    <a:lnTo>
                      <a:pt x="12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4" name="Google Shape;3134;p34"/>
              <p:cNvSpPr/>
              <p:nvPr/>
            </p:nvSpPr>
            <p:spPr>
              <a:xfrm>
                <a:off x="1167086" y="3595350"/>
                <a:ext cx="342000" cy="921454"/>
              </a:xfrm>
              <a:custGeom>
                <a:avLst/>
                <a:gdLst/>
                <a:ahLst/>
                <a:cxnLst/>
                <a:rect l="l" t="t" r="r" b="b"/>
                <a:pathLst>
                  <a:path w="4269" h="11502" extrusionOk="0">
                    <a:moveTo>
                      <a:pt x="902" y="0"/>
                    </a:moveTo>
                    <a:lnTo>
                      <a:pt x="194" y="10785"/>
                    </a:lnTo>
                    <a:cubicBezTo>
                      <a:pt x="194" y="10785"/>
                      <a:pt x="1" y="11394"/>
                      <a:pt x="94" y="11470"/>
                    </a:cubicBezTo>
                    <a:cubicBezTo>
                      <a:pt x="113" y="11493"/>
                      <a:pt x="283" y="11502"/>
                      <a:pt x="530" y="11502"/>
                    </a:cubicBezTo>
                    <a:cubicBezTo>
                      <a:pt x="1303" y="11502"/>
                      <a:pt x="2829" y="11418"/>
                      <a:pt x="2829" y="11418"/>
                    </a:cubicBezTo>
                    <a:lnTo>
                      <a:pt x="1851" y="10809"/>
                    </a:lnTo>
                    <a:lnTo>
                      <a:pt x="426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5" name="Google Shape;3135;p34"/>
              <p:cNvSpPr/>
              <p:nvPr/>
            </p:nvSpPr>
            <p:spPr>
              <a:xfrm>
                <a:off x="1170851" y="4467294"/>
                <a:ext cx="263650" cy="84038"/>
              </a:xfrm>
              <a:custGeom>
                <a:avLst/>
                <a:gdLst/>
                <a:ahLst/>
                <a:cxnLst/>
                <a:rect l="l" t="t" r="r" b="b"/>
                <a:pathLst>
                  <a:path w="3291" h="1049" extrusionOk="0">
                    <a:moveTo>
                      <a:pt x="123" y="1"/>
                    </a:moveTo>
                    <a:lnTo>
                      <a:pt x="71" y="194"/>
                    </a:lnTo>
                    <a:lnTo>
                      <a:pt x="463" y="586"/>
                    </a:lnTo>
                    <a:lnTo>
                      <a:pt x="0" y="586"/>
                    </a:lnTo>
                    <a:lnTo>
                      <a:pt x="0" y="1049"/>
                    </a:lnTo>
                    <a:lnTo>
                      <a:pt x="978" y="1049"/>
                    </a:lnTo>
                    <a:lnTo>
                      <a:pt x="978" y="703"/>
                    </a:lnTo>
                    <a:lnTo>
                      <a:pt x="1095" y="703"/>
                    </a:lnTo>
                    <a:lnTo>
                      <a:pt x="1587" y="1049"/>
                    </a:lnTo>
                    <a:lnTo>
                      <a:pt x="3098" y="1049"/>
                    </a:lnTo>
                    <a:cubicBezTo>
                      <a:pt x="3244" y="1049"/>
                      <a:pt x="3291" y="850"/>
                      <a:pt x="3174" y="779"/>
                    </a:cubicBezTo>
                    <a:lnTo>
                      <a:pt x="2050" y="71"/>
                    </a:lnTo>
                    <a:lnTo>
                      <a:pt x="1025" y="586"/>
                    </a:lnTo>
                    <a:lnTo>
                      <a:pt x="732" y="586"/>
                    </a:lnTo>
                    <a:lnTo>
                      <a:pt x="12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6" name="Google Shape;3136;p34"/>
              <p:cNvSpPr/>
              <p:nvPr/>
            </p:nvSpPr>
            <p:spPr>
              <a:xfrm>
                <a:off x="1199932" y="3147841"/>
                <a:ext cx="492612" cy="533870"/>
              </a:xfrm>
              <a:custGeom>
                <a:avLst/>
                <a:gdLst/>
                <a:ahLst/>
                <a:cxnLst/>
                <a:rect l="l" t="t" r="r" b="b"/>
                <a:pathLst>
                  <a:path w="6149" h="6664" extrusionOk="0">
                    <a:moveTo>
                      <a:pt x="1318" y="0"/>
                    </a:moveTo>
                    <a:cubicBezTo>
                      <a:pt x="0" y="2342"/>
                      <a:pt x="0" y="6663"/>
                      <a:pt x="0" y="6663"/>
                    </a:cubicBezTo>
                    <a:lnTo>
                      <a:pt x="6148" y="6663"/>
                    </a:lnTo>
                    <a:cubicBezTo>
                      <a:pt x="6148" y="6663"/>
                      <a:pt x="6055" y="2858"/>
                      <a:pt x="5370" y="709"/>
                    </a:cubicBezTo>
                    <a:lnTo>
                      <a:pt x="131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7" name="Google Shape;3137;p34"/>
              <p:cNvSpPr/>
              <p:nvPr/>
            </p:nvSpPr>
            <p:spPr>
              <a:xfrm>
                <a:off x="1467748" y="3163303"/>
                <a:ext cx="17945" cy="518408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471" extrusionOk="0">
                    <a:moveTo>
                      <a:pt x="77" y="1"/>
                    </a:moveTo>
                    <a:lnTo>
                      <a:pt x="1" y="30"/>
                    </a:lnTo>
                    <a:lnTo>
                      <a:pt x="147" y="6470"/>
                    </a:lnTo>
                    <a:lnTo>
                      <a:pt x="223" y="6470"/>
                    </a:lnTo>
                    <a:lnTo>
                      <a:pt x="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8" name="Google Shape;3138;p34"/>
              <p:cNvSpPr/>
              <p:nvPr/>
            </p:nvSpPr>
            <p:spPr>
              <a:xfrm>
                <a:off x="1469671" y="3184853"/>
                <a:ext cx="113600" cy="9020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126" extrusionOk="0">
                    <a:moveTo>
                      <a:pt x="1347" y="1"/>
                    </a:moveTo>
                    <a:cubicBezTo>
                      <a:pt x="1294" y="100"/>
                      <a:pt x="978" y="785"/>
                      <a:pt x="0" y="1049"/>
                    </a:cubicBezTo>
                    <a:lnTo>
                      <a:pt x="29" y="1125"/>
                    </a:lnTo>
                    <a:cubicBezTo>
                      <a:pt x="562" y="979"/>
                      <a:pt x="908" y="709"/>
                      <a:pt x="1124" y="463"/>
                    </a:cubicBezTo>
                    <a:cubicBezTo>
                      <a:pt x="1318" y="247"/>
                      <a:pt x="1417" y="24"/>
                      <a:pt x="1417" y="24"/>
                    </a:cubicBezTo>
                    <a:lnTo>
                      <a:pt x="134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9" name="Google Shape;3139;p34"/>
              <p:cNvSpPr/>
              <p:nvPr/>
            </p:nvSpPr>
            <p:spPr>
              <a:xfrm>
                <a:off x="1987999" y="2966306"/>
                <a:ext cx="187704" cy="109113"/>
              </a:xfrm>
              <a:custGeom>
                <a:avLst/>
                <a:gdLst/>
                <a:ahLst/>
                <a:cxnLst/>
                <a:rect l="l" t="t" r="r" b="b"/>
                <a:pathLst>
                  <a:path w="2343" h="1362" extrusionOk="0">
                    <a:moveTo>
                      <a:pt x="340" y="0"/>
                    </a:moveTo>
                    <a:lnTo>
                      <a:pt x="0" y="1119"/>
                    </a:lnTo>
                    <a:cubicBezTo>
                      <a:pt x="725" y="1255"/>
                      <a:pt x="1464" y="1361"/>
                      <a:pt x="1739" y="1361"/>
                    </a:cubicBezTo>
                    <a:cubicBezTo>
                      <a:pt x="1806" y="1361"/>
                      <a:pt x="1846" y="1355"/>
                      <a:pt x="1850" y="1341"/>
                    </a:cubicBezTo>
                    <a:cubicBezTo>
                      <a:pt x="1874" y="1265"/>
                      <a:pt x="1558" y="1171"/>
                      <a:pt x="1364" y="1119"/>
                    </a:cubicBezTo>
                    <a:lnTo>
                      <a:pt x="1364" y="1119"/>
                    </a:lnTo>
                    <a:cubicBezTo>
                      <a:pt x="1582" y="1158"/>
                      <a:pt x="1856" y="1220"/>
                      <a:pt x="1991" y="1220"/>
                    </a:cubicBezTo>
                    <a:cubicBezTo>
                      <a:pt x="2037" y="1220"/>
                      <a:pt x="2067" y="1213"/>
                      <a:pt x="2073" y="1195"/>
                    </a:cubicBezTo>
                    <a:cubicBezTo>
                      <a:pt x="2096" y="1095"/>
                      <a:pt x="1727" y="972"/>
                      <a:pt x="1487" y="925"/>
                    </a:cubicBezTo>
                    <a:lnTo>
                      <a:pt x="1487" y="925"/>
                    </a:lnTo>
                    <a:cubicBezTo>
                      <a:pt x="1654" y="943"/>
                      <a:pt x="2024" y="1020"/>
                      <a:pt x="2198" y="1020"/>
                    </a:cubicBezTo>
                    <a:cubicBezTo>
                      <a:pt x="2250" y="1020"/>
                      <a:pt x="2284" y="1013"/>
                      <a:pt x="2289" y="996"/>
                    </a:cubicBezTo>
                    <a:cubicBezTo>
                      <a:pt x="2342" y="902"/>
                      <a:pt x="1611" y="680"/>
                      <a:pt x="1610" y="680"/>
                    </a:cubicBezTo>
                    <a:lnTo>
                      <a:pt x="1610" y="680"/>
                    </a:lnTo>
                    <a:cubicBezTo>
                      <a:pt x="1610" y="680"/>
                      <a:pt x="1986" y="773"/>
                      <a:pt x="2178" y="773"/>
                    </a:cubicBezTo>
                    <a:cubicBezTo>
                      <a:pt x="2245" y="773"/>
                      <a:pt x="2289" y="762"/>
                      <a:pt x="2289" y="732"/>
                    </a:cubicBezTo>
                    <a:cubicBezTo>
                      <a:pt x="2289" y="633"/>
                      <a:pt x="1634" y="510"/>
                      <a:pt x="1610" y="463"/>
                    </a:cubicBezTo>
                    <a:cubicBezTo>
                      <a:pt x="1581" y="387"/>
                      <a:pt x="1997" y="440"/>
                      <a:pt x="1973" y="340"/>
                    </a:cubicBezTo>
                    <a:cubicBezTo>
                      <a:pt x="1973" y="264"/>
                      <a:pt x="732" y="117"/>
                      <a:pt x="3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0" name="Google Shape;3140;p34"/>
              <p:cNvSpPr/>
              <p:nvPr/>
            </p:nvSpPr>
            <p:spPr>
              <a:xfrm>
                <a:off x="1272594" y="2641690"/>
                <a:ext cx="416184" cy="562951"/>
              </a:xfrm>
              <a:custGeom>
                <a:avLst/>
                <a:gdLst/>
                <a:ahLst/>
                <a:cxnLst/>
                <a:rect l="l" t="t" r="r" b="b"/>
                <a:pathLst>
                  <a:path w="5195" h="7027" extrusionOk="0">
                    <a:moveTo>
                      <a:pt x="2050" y="1"/>
                    </a:moveTo>
                    <a:cubicBezTo>
                      <a:pt x="1242" y="317"/>
                      <a:pt x="487" y="1125"/>
                      <a:pt x="317" y="2149"/>
                    </a:cubicBezTo>
                    <a:cubicBezTo>
                      <a:pt x="1" y="3877"/>
                      <a:pt x="71" y="7027"/>
                      <a:pt x="71" y="7027"/>
                    </a:cubicBezTo>
                    <a:lnTo>
                      <a:pt x="4463" y="7027"/>
                    </a:lnTo>
                    <a:cubicBezTo>
                      <a:pt x="4416" y="6026"/>
                      <a:pt x="4463" y="5100"/>
                      <a:pt x="4586" y="4316"/>
                    </a:cubicBezTo>
                    <a:cubicBezTo>
                      <a:pt x="5124" y="3514"/>
                      <a:pt x="5194" y="2612"/>
                      <a:pt x="4878" y="2196"/>
                    </a:cubicBezTo>
                    <a:cubicBezTo>
                      <a:pt x="3368" y="194"/>
                      <a:pt x="3221" y="71"/>
                      <a:pt x="3221" y="71"/>
                    </a:cubicBezTo>
                    <a:cubicBezTo>
                      <a:pt x="3221" y="71"/>
                      <a:pt x="3075" y="270"/>
                      <a:pt x="2683" y="270"/>
                    </a:cubicBezTo>
                    <a:cubicBezTo>
                      <a:pt x="2144" y="270"/>
                      <a:pt x="2050" y="1"/>
                      <a:pt x="20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1" name="Google Shape;3141;p34"/>
              <p:cNvSpPr/>
              <p:nvPr/>
            </p:nvSpPr>
            <p:spPr>
              <a:xfrm>
                <a:off x="1579425" y="2750964"/>
                <a:ext cx="486523" cy="314842"/>
              </a:xfrm>
              <a:custGeom>
                <a:avLst/>
                <a:gdLst/>
                <a:ahLst/>
                <a:cxnLst/>
                <a:rect l="l" t="t" r="r" b="b"/>
                <a:pathLst>
                  <a:path w="6073" h="3930" extrusionOk="0">
                    <a:moveTo>
                      <a:pt x="1119" y="1"/>
                    </a:moveTo>
                    <a:lnTo>
                      <a:pt x="0" y="1541"/>
                    </a:lnTo>
                    <a:cubicBezTo>
                      <a:pt x="2319" y="3491"/>
                      <a:pt x="5832" y="3930"/>
                      <a:pt x="5832" y="3930"/>
                    </a:cubicBezTo>
                    <a:lnTo>
                      <a:pt x="6072" y="2805"/>
                    </a:lnTo>
                    <a:cubicBezTo>
                      <a:pt x="6072" y="2805"/>
                      <a:pt x="4046" y="2320"/>
                      <a:pt x="111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2" name="Google Shape;3142;p34"/>
              <p:cNvSpPr/>
              <p:nvPr/>
            </p:nvSpPr>
            <p:spPr>
              <a:xfrm>
                <a:off x="1489379" y="2653467"/>
                <a:ext cx="195635" cy="242581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3028" extrusionOk="0">
                    <a:moveTo>
                      <a:pt x="539" y="0"/>
                    </a:moveTo>
                    <a:cubicBezTo>
                      <a:pt x="1294" y="123"/>
                      <a:pt x="2442" y="1218"/>
                      <a:pt x="2442" y="1218"/>
                    </a:cubicBezTo>
                    <a:lnTo>
                      <a:pt x="1218" y="3027"/>
                    </a:lnTo>
                    <a:cubicBezTo>
                      <a:pt x="1218" y="3027"/>
                      <a:pt x="685" y="2658"/>
                      <a:pt x="0" y="204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3" name="Google Shape;3143;p34"/>
              <p:cNvSpPr/>
              <p:nvPr/>
            </p:nvSpPr>
            <p:spPr>
              <a:xfrm>
                <a:off x="1477602" y="2811529"/>
                <a:ext cx="111757" cy="82115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025" extrusionOk="0">
                    <a:moveTo>
                      <a:pt x="47" y="0"/>
                    </a:moveTo>
                    <a:lnTo>
                      <a:pt x="1" y="53"/>
                    </a:lnTo>
                    <a:cubicBezTo>
                      <a:pt x="1" y="53"/>
                      <a:pt x="416" y="469"/>
                      <a:pt x="1341" y="1025"/>
                    </a:cubicBezTo>
                    <a:lnTo>
                      <a:pt x="1394" y="955"/>
                    </a:lnTo>
                    <a:cubicBezTo>
                      <a:pt x="926" y="685"/>
                      <a:pt x="586" y="439"/>
                      <a:pt x="370" y="270"/>
                    </a:cubicBezTo>
                    <a:cubicBezTo>
                      <a:pt x="270" y="176"/>
                      <a:pt x="194" y="100"/>
                      <a:pt x="147" y="53"/>
                    </a:cubicBezTo>
                    <a:cubicBezTo>
                      <a:pt x="100" y="53"/>
                      <a:pt x="100" y="29"/>
                      <a:pt x="7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4" name="Google Shape;3144;p34"/>
              <p:cNvSpPr/>
              <p:nvPr/>
            </p:nvSpPr>
            <p:spPr>
              <a:xfrm>
                <a:off x="1409106" y="2430594"/>
                <a:ext cx="183938" cy="189626"/>
              </a:xfrm>
              <a:custGeom>
                <a:avLst/>
                <a:gdLst/>
                <a:ahLst/>
                <a:cxnLst/>
                <a:rect l="l" t="t" r="r" b="b"/>
                <a:pathLst>
                  <a:path w="2296" h="2367" extrusionOk="0">
                    <a:moveTo>
                      <a:pt x="1857" y="709"/>
                    </a:moveTo>
                    <a:cubicBezTo>
                      <a:pt x="2173" y="1195"/>
                      <a:pt x="2296" y="1711"/>
                      <a:pt x="1857" y="1974"/>
                    </a:cubicBezTo>
                    <a:cubicBezTo>
                      <a:pt x="1441" y="2220"/>
                      <a:pt x="756" y="2366"/>
                      <a:pt x="317" y="1634"/>
                    </a:cubicBezTo>
                    <a:cubicBezTo>
                      <a:pt x="1" y="1125"/>
                      <a:pt x="100" y="510"/>
                      <a:pt x="539" y="247"/>
                    </a:cubicBezTo>
                    <a:cubicBezTo>
                      <a:pt x="955" y="1"/>
                      <a:pt x="1564" y="194"/>
                      <a:pt x="1857" y="7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5" name="Google Shape;3145;p34"/>
              <p:cNvSpPr/>
              <p:nvPr/>
            </p:nvSpPr>
            <p:spPr>
              <a:xfrm>
                <a:off x="1529915" y="2493883"/>
                <a:ext cx="11857" cy="11296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41" extrusionOk="0">
                    <a:moveTo>
                      <a:pt x="26" y="1"/>
                    </a:moveTo>
                    <a:cubicBezTo>
                      <a:pt x="10" y="1"/>
                      <a:pt x="1" y="13"/>
                      <a:pt x="9" y="42"/>
                    </a:cubicBezTo>
                    <a:cubicBezTo>
                      <a:pt x="9" y="83"/>
                      <a:pt x="44" y="141"/>
                      <a:pt x="84" y="141"/>
                    </a:cubicBezTo>
                    <a:cubicBezTo>
                      <a:pt x="90" y="141"/>
                      <a:pt x="97" y="139"/>
                      <a:pt x="103" y="136"/>
                    </a:cubicBezTo>
                    <a:lnTo>
                      <a:pt x="126" y="136"/>
                    </a:lnTo>
                    <a:cubicBezTo>
                      <a:pt x="147" y="70"/>
                      <a:pt x="66" y="1"/>
                      <a:pt x="26" y="1"/>
                    </a:cubicBezTo>
                    <a:close/>
                  </a:path>
                </a:pathLst>
              </a:custGeom>
              <a:solidFill>
                <a:srgbClr val="0B0B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6" name="Google Shape;3146;p34"/>
              <p:cNvSpPr/>
              <p:nvPr/>
            </p:nvSpPr>
            <p:spPr>
              <a:xfrm>
                <a:off x="1510929" y="2477540"/>
                <a:ext cx="27238" cy="17384"/>
              </a:xfrm>
              <a:custGeom>
                <a:avLst/>
                <a:gdLst/>
                <a:ahLst/>
                <a:cxnLst/>
                <a:rect l="l" t="t" r="r" b="b"/>
                <a:pathLst>
                  <a:path w="340" h="217" extrusionOk="0">
                    <a:moveTo>
                      <a:pt x="317" y="0"/>
                    </a:moveTo>
                    <a:cubicBezTo>
                      <a:pt x="217" y="24"/>
                      <a:pt x="100" y="71"/>
                      <a:pt x="24" y="194"/>
                    </a:cubicBezTo>
                    <a:cubicBezTo>
                      <a:pt x="0" y="194"/>
                      <a:pt x="0" y="217"/>
                      <a:pt x="24" y="217"/>
                    </a:cubicBezTo>
                    <a:lnTo>
                      <a:pt x="47" y="217"/>
                    </a:lnTo>
                    <a:cubicBezTo>
                      <a:pt x="123" y="100"/>
                      <a:pt x="217" y="71"/>
                      <a:pt x="317" y="47"/>
                    </a:cubicBezTo>
                    <a:cubicBezTo>
                      <a:pt x="340" y="47"/>
                      <a:pt x="340" y="47"/>
                      <a:pt x="340" y="24"/>
                    </a:cubicBezTo>
                    <a:cubicBezTo>
                      <a:pt x="340" y="24"/>
                      <a:pt x="340" y="0"/>
                      <a:pt x="317" y="0"/>
                    </a:cubicBezTo>
                    <a:close/>
                  </a:path>
                </a:pathLst>
              </a:custGeom>
              <a:solidFill>
                <a:srgbClr val="0B0B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7" name="Google Shape;3147;p34"/>
              <p:cNvSpPr/>
              <p:nvPr/>
            </p:nvSpPr>
            <p:spPr>
              <a:xfrm>
                <a:off x="1544256" y="2532417"/>
                <a:ext cx="31004" cy="27799"/>
              </a:xfrm>
              <a:custGeom>
                <a:avLst/>
                <a:gdLst/>
                <a:ahLst/>
                <a:cxnLst/>
                <a:rect l="l" t="t" r="r" b="b"/>
                <a:pathLst>
                  <a:path w="387" h="347" extrusionOk="0">
                    <a:moveTo>
                      <a:pt x="293" y="0"/>
                    </a:moveTo>
                    <a:lnTo>
                      <a:pt x="0" y="147"/>
                    </a:lnTo>
                    <a:cubicBezTo>
                      <a:pt x="0" y="147"/>
                      <a:pt x="102" y="346"/>
                      <a:pt x="231" y="346"/>
                    </a:cubicBezTo>
                    <a:cubicBezTo>
                      <a:pt x="244" y="346"/>
                      <a:pt x="256" y="344"/>
                      <a:pt x="269" y="340"/>
                    </a:cubicBezTo>
                    <a:cubicBezTo>
                      <a:pt x="387" y="317"/>
                      <a:pt x="293" y="0"/>
                      <a:pt x="2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8" name="Google Shape;3148;p34"/>
              <p:cNvSpPr/>
              <p:nvPr/>
            </p:nvSpPr>
            <p:spPr>
              <a:xfrm>
                <a:off x="1436825" y="2547879"/>
                <a:ext cx="107511" cy="115442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1441" extrusionOk="0">
                    <a:moveTo>
                      <a:pt x="1195" y="1318"/>
                    </a:moveTo>
                    <a:cubicBezTo>
                      <a:pt x="1195" y="1318"/>
                      <a:pt x="949" y="1441"/>
                      <a:pt x="633" y="1441"/>
                    </a:cubicBezTo>
                    <a:cubicBezTo>
                      <a:pt x="193" y="1441"/>
                      <a:pt x="0" y="1242"/>
                      <a:pt x="0" y="1242"/>
                    </a:cubicBezTo>
                    <a:lnTo>
                      <a:pt x="293" y="1"/>
                    </a:lnTo>
                    <a:lnTo>
                      <a:pt x="1341" y="1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9" name="Google Shape;3149;p34"/>
              <p:cNvSpPr/>
              <p:nvPr/>
            </p:nvSpPr>
            <p:spPr>
              <a:xfrm>
                <a:off x="1549863" y="2489236"/>
                <a:ext cx="31484" cy="37172"/>
              </a:xfrm>
              <a:custGeom>
                <a:avLst/>
                <a:gdLst/>
                <a:ahLst/>
                <a:cxnLst/>
                <a:rect l="l" t="t" r="r" b="b"/>
                <a:pathLst>
                  <a:path w="393" h="464" extrusionOk="0">
                    <a:moveTo>
                      <a:pt x="0" y="1"/>
                    </a:moveTo>
                    <a:cubicBezTo>
                      <a:pt x="0" y="1"/>
                      <a:pt x="369" y="247"/>
                      <a:pt x="393" y="293"/>
                    </a:cubicBezTo>
                    <a:cubicBezTo>
                      <a:pt x="393" y="364"/>
                      <a:pt x="246" y="463"/>
                      <a:pt x="246" y="46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0" name="Google Shape;3150;p34"/>
              <p:cNvSpPr/>
              <p:nvPr/>
            </p:nvSpPr>
            <p:spPr>
              <a:xfrm>
                <a:off x="1104198" y="2416414"/>
                <a:ext cx="447589" cy="461368"/>
              </a:xfrm>
              <a:custGeom>
                <a:avLst/>
                <a:gdLst/>
                <a:ahLst/>
                <a:cxnLst/>
                <a:rect l="l" t="t" r="r" b="b"/>
                <a:pathLst>
                  <a:path w="5587" h="5759" extrusionOk="0">
                    <a:moveTo>
                      <a:pt x="4885" y="0"/>
                    </a:moveTo>
                    <a:cubicBezTo>
                      <a:pt x="4763" y="0"/>
                      <a:pt x="4643" y="27"/>
                      <a:pt x="4539" y="78"/>
                    </a:cubicBezTo>
                    <a:cubicBezTo>
                      <a:pt x="4529" y="83"/>
                      <a:pt x="4517" y="85"/>
                      <a:pt x="4503" y="85"/>
                    </a:cubicBezTo>
                    <a:cubicBezTo>
                      <a:pt x="4446" y="85"/>
                      <a:pt x="4360" y="55"/>
                      <a:pt x="4322" y="55"/>
                    </a:cubicBezTo>
                    <a:cubicBezTo>
                      <a:pt x="4246" y="55"/>
                      <a:pt x="4176" y="78"/>
                      <a:pt x="4100" y="78"/>
                    </a:cubicBezTo>
                    <a:cubicBezTo>
                      <a:pt x="3713" y="154"/>
                      <a:pt x="3391" y="494"/>
                      <a:pt x="3198" y="834"/>
                    </a:cubicBezTo>
                    <a:cubicBezTo>
                      <a:pt x="3075" y="1080"/>
                      <a:pt x="2981" y="1325"/>
                      <a:pt x="2735" y="1472"/>
                    </a:cubicBezTo>
                    <a:cubicBezTo>
                      <a:pt x="2249" y="1788"/>
                      <a:pt x="1564" y="1665"/>
                      <a:pt x="1002" y="1858"/>
                    </a:cubicBezTo>
                    <a:cubicBezTo>
                      <a:pt x="440" y="2057"/>
                      <a:pt x="1" y="2643"/>
                      <a:pt x="147" y="3275"/>
                    </a:cubicBezTo>
                    <a:cubicBezTo>
                      <a:pt x="200" y="3468"/>
                      <a:pt x="294" y="3667"/>
                      <a:pt x="370" y="3861"/>
                    </a:cubicBezTo>
                    <a:cubicBezTo>
                      <a:pt x="516" y="4276"/>
                      <a:pt x="440" y="4786"/>
                      <a:pt x="686" y="5155"/>
                    </a:cubicBezTo>
                    <a:cubicBezTo>
                      <a:pt x="756" y="5254"/>
                      <a:pt x="856" y="5324"/>
                      <a:pt x="955" y="5401"/>
                    </a:cubicBezTo>
                    <a:cubicBezTo>
                      <a:pt x="1247" y="5639"/>
                      <a:pt x="1622" y="5759"/>
                      <a:pt x="2004" y="5759"/>
                    </a:cubicBezTo>
                    <a:cubicBezTo>
                      <a:pt x="2166" y="5759"/>
                      <a:pt x="2330" y="5737"/>
                      <a:pt x="2489" y="5693"/>
                    </a:cubicBezTo>
                    <a:cubicBezTo>
                      <a:pt x="3005" y="5547"/>
                      <a:pt x="3444" y="5155"/>
                      <a:pt x="3637" y="4669"/>
                    </a:cubicBezTo>
                    <a:cubicBezTo>
                      <a:pt x="3883" y="4083"/>
                      <a:pt x="3807" y="3422"/>
                      <a:pt x="4152" y="2883"/>
                    </a:cubicBezTo>
                    <a:cubicBezTo>
                      <a:pt x="4299" y="2666"/>
                      <a:pt x="4515" y="2473"/>
                      <a:pt x="4685" y="2227"/>
                    </a:cubicBezTo>
                    <a:cubicBezTo>
                      <a:pt x="4831" y="2005"/>
                      <a:pt x="4908" y="1595"/>
                      <a:pt x="4908" y="1325"/>
                    </a:cubicBezTo>
                    <a:cubicBezTo>
                      <a:pt x="4931" y="1273"/>
                      <a:pt x="4808" y="763"/>
                      <a:pt x="4831" y="763"/>
                    </a:cubicBezTo>
                    <a:cubicBezTo>
                      <a:pt x="5101" y="763"/>
                      <a:pt x="5440" y="594"/>
                      <a:pt x="5587" y="447"/>
                    </a:cubicBezTo>
                    <a:cubicBezTo>
                      <a:pt x="5452" y="141"/>
                      <a:pt x="5164" y="0"/>
                      <a:pt x="488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1" name="Google Shape;3151;p34"/>
              <p:cNvSpPr/>
              <p:nvPr/>
            </p:nvSpPr>
            <p:spPr>
              <a:xfrm>
                <a:off x="1460218" y="2525848"/>
                <a:ext cx="48869" cy="41979"/>
              </a:xfrm>
              <a:custGeom>
                <a:avLst/>
                <a:gdLst/>
                <a:ahLst/>
                <a:cxnLst/>
                <a:rect l="l" t="t" r="r" b="b"/>
                <a:pathLst>
                  <a:path w="610" h="524" extrusionOk="0">
                    <a:moveTo>
                      <a:pt x="269" y="0"/>
                    </a:moveTo>
                    <a:cubicBezTo>
                      <a:pt x="219" y="0"/>
                      <a:pt x="162" y="18"/>
                      <a:pt x="118" y="82"/>
                    </a:cubicBezTo>
                    <a:cubicBezTo>
                      <a:pt x="1" y="276"/>
                      <a:pt x="317" y="522"/>
                      <a:pt x="464" y="522"/>
                    </a:cubicBezTo>
                    <a:cubicBezTo>
                      <a:pt x="473" y="523"/>
                      <a:pt x="482" y="524"/>
                      <a:pt x="490" y="524"/>
                    </a:cubicBezTo>
                    <a:cubicBezTo>
                      <a:pt x="610" y="524"/>
                      <a:pt x="610" y="375"/>
                      <a:pt x="610" y="375"/>
                    </a:cubicBezTo>
                    <a:lnTo>
                      <a:pt x="387" y="30"/>
                    </a:lnTo>
                    <a:cubicBezTo>
                      <a:pt x="387" y="30"/>
                      <a:pt x="334" y="0"/>
                      <a:pt x="26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2" name="Google Shape;3152;p34"/>
              <p:cNvSpPr/>
              <p:nvPr/>
            </p:nvSpPr>
            <p:spPr>
              <a:xfrm>
                <a:off x="1847241" y="2629994"/>
                <a:ext cx="80" cy="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DC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3" name="Google Shape;3153;p34"/>
              <p:cNvSpPr/>
              <p:nvPr/>
            </p:nvSpPr>
            <p:spPr>
              <a:xfrm>
                <a:off x="1847241" y="2631836"/>
                <a:ext cx="1923" cy="8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" extrusionOk="0">
                    <a:moveTo>
                      <a:pt x="1" y="1"/>
                    </a:moveTo>
                    <a:lnTo>
                      <a:pt x="24" y="1"/>
                    </a:lnTo>
                    <a:close/>
                  </a:path>
                </a:pathLst>
              </a:custGeom>
              <a:solidFill>
                <a:srgbClr val="FFDC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4" name="Google Shape;3154;p34"/>
              <p:cNvSpPr/>
              <p:nvPr/>
            </p:nvSpPr>
            <p:spPr>
              <a:xfrm>
                <a:off x="1849084" y="2631836"/>
                <a:ext cx="80" cy="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DC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5" name="Google Shape;3155;p34"/>
              <p:cNvSpPr/>
              <p:nvPr/>
            </p:nvSpPr>
            <p:spPr>
              <a:xfrm>
                <a:off x="1849084" y="2633759"/>
                <a:ext cx="80" cy="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DC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6" name="Google Shape;3156;p34"/>
              <p:cNvSpPr/>
              <p:nvPr/>
            </p:nvSpPr>
            <p:spPr>
              <a:xfrm>
                <a:off x="1851006" y="2633759"/>
                <a:ext cx="80" cy="1923"/>
              </a:xfrm>
              <a:custGeom>
                <a:avLst/>
                <a:gdLst/>
                <a:ahLst/>
                <a:cxnLst/>
                <a:rect l="l" t="t" r="r" b="b"/>
                <a:pathLst>
                  <a:path w="1" h="24" extrusionOk="0">
                    <a:moveTo>
                      <a:pt x="0" y="0"/>
                    </a:move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FDC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7" name="Google Shape;3157;p34"/>
              <p:cNvSpPr/>
              <p:nvPr/>
            </p:nvSpPr>
            <p:spPr>
              <a:xfrm>
                <a:off x="1851006" y="2635602"/>
                <a:ext cx="1923" cy="2403"/>
              </a:xfrm>
              <a:custGeom>
                <a:avLst/>
                <a:gdLst/>
                <a:ahLst/>
                <a:cxnLst/>
                <a:rect l="l" t="t" r="r" b="b"/>
                <a:pathLst>
                  <a:path w="24" h="30" extrusionOk="0">
                    <a:moveTo>
                      <a:pt x="0" y="1"/>
                    </a:moveTo>
                    <a:lnTo>
                      <a:pt x="24" y="30"/>
                    </a:lnTo>
                    <a:close/>
                  </a:path>
                </a:pathLst>
              </a:custGeom>
              <a:solidFill>
                <a:srgbClr val="FFDC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8" name="Google Shape;3158;p34"/>
              <p:cNvSpPr/>
              <p:nvPr/>
            </p:nvSpPr>
            <p:spPr>
              <a:xfrm>
                <a:off x="7838369" y="3770132"/>
                <a:ext cx="19788" cy="11777"/>
              </a:xfrm>
              <a:custGeom>
                <a:avLst/>
                <a:gdLst/>
                <a:ahLst/>
                <a:cxnLst/>
                <a:rect l="l" t="t" r="r" b="b"/>
                <a:pathLst>
                  <a:path w="247" h="147" extrusionOk="0">
                    <a:moveTo>
                      <a:pt x="247" y="0"/>
                    </a:moveTo>
                    <a:cubicBezTo>
                      <a:pt x="147" y="24"/>
                      <a:pt x="77" y="24"/>
                      <a:pt x="1" y="47"/>
                    </a:cubicBezTo>
                    <a:lnTo>
                      <a:pt x="1" y="147"/>
                    </a:lnTo>
                    <a:cubicBezTo>
                      <a:pt x="77" y="123"/>
                      <a:pt x="170" y="123"/>
                      <a:pt x="247" y="100"/>
                    </a:cubicBezTo>
                    <a:lnTo>
                      <a:pt x="247" y="0"/>
                    </a:lnTo>
                    <a:close/>
                  </a:path>
                </a:pathLst>
              </a:custGeom>
              <a:solidFill>
                <a:srgbClr val="A9C6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9" name="Google Shape;3159;p34"/>
              <p:cNvSpPr/>
              <p:nvPr/>
            </p:nvSpPr>
            <p:spPr>
              <a:xfrm>
                <a:off x="7644650" y="1188819"/>
                <a:ext cx="711639" cy="711639"/>
              </a:xfrm>
              <a:custGeom>
                <a:avLst/>
                <a:gdLst/>
                <a:ahLst/>
                <a:cxnLst/>
                <a:rect l="l" t="t" r="r" b="b"/>
                <a:pathLst>
                  <a:path w="8883" h="8883" extrusionOk="0">
                    <a:moveTo>
                      <a:pt x="4425" y="2786"/>
                    </a:moveTo>
                    <a:cubicBezTo>
                      <a:pt x="3711" y="2786"/>
                      <a:pt x="3053" y="3262"/>
                      <a:pt x="2852" y="3982"/>
                    </a:cubicBezTo>
                    <a:cubicBezTo>
                      <a:pt x="2588" y="4860"/>
                      <a:pt x="3097" y="5785"/>
                      <a:pt x="3976" y="6031"/>
                    </a:cubicBezTo>
                    <a:cubicBezTo>
                      <a:pt x="4133" y="6078"/>
                      <a:pt x="4291" y="6100"/>
                      <a:pt x="4447" y="6100"/>
                    </a:cubicBezTo>
                    <a:cubicBezTo>
                      <a:pt x="5163" y="6100"/>
                      <a:pt x="5823" y="5628"/>
                      <a:pt x="6025" y="4907"/>
                    </a:cubicBezTo>
                    <a:cubicBezTo>
                      <a:pt x="6294" y="4028"/>
                      <a:pt x="5779" y="3103"/>
                      <a:pt x="4901" y="2857"/>
                    </a:cubicBezTo>
                    <a:cubicBezTo>
                      <a:pt x="4742" y="2809"/>
                      <a:pt x="4582" y="2786"/>
                      <a:pt x="4425" y="2786"/>
                    </a:cubicBezTo>
                    <a:close/>
                    <a:moveTo>
                      <a:pt x="4421" y="2197"/>
                    </a:moveTo>
                    <a:cubicBezTo>
                      <a:pt x="4637" y="2197"/>
                      <a:pt x="4857" y="2229"/>
                      <a:pt x="5077" y="2295"/>
                    </a:cubicBezTo>
                    <a:cubicBezTo>
                      <a:pt x="6271" y="2635"/>
                      <a:pt x="6950" y="3882"/>
                      <a:pt x="6611" y="5076"/>
                    </a:cubicBezTo>
                    <a:cubicBezTo>
                      <a:pt x="6310" y="6064"/>
                      <a:pt x="5406" y="6703"/>
                      <a:pt x="4427" y="6703"/>
                    </a:cubicBezTo>
                    <a:cubicBezTo>
                      <a:pt x="4221" y="6703"/>
                      <a:pt x="4013" y="6675"/>
                      <a:pt x="3806" y="6616"/>
                    </a:cubicBezTo>
                    <a:cubicBezTo>
                      <a:pt x="2611" y="6248"/>
                      <a:pt x="1926" y="5006"/>
                      <a:pt x="2295" y="3806"/>
                    </a:cubicBezTo>
                    <a:cubicBezTo>
                      <a:pt x="2573" y="2830"/>
                      <a:pt x="3453" y="2197"/>
                      <a:pt x="4421" y="2197"/>
                    </a:cubicBezTo>
                    <a:close/>
                    <a:moveTo>
                      <a:pt x="4661" y="0"/>
                    </a:moveTo>
                    <a:lnTo>
                      <a:pt x="4514" y="931"/>
                    </a:lnTo>
                    <a:cubicBezTo>
                      <a:pt x="4198" y="931"/>
                      <a:pt x="3905" y="954"/>
                      <a:pt x="3583" y="1025"/>
                    </a:cubicBezTo>
                    <a:lnTo>
                      <a:pt x="3267" y="146"/>
                    </a:lnTo>
                    <a:cubicBezTo>
                      <a:pt x="2588" y="346"/>
                      <a:pt x="1973" y="685"/>
                      <a:pt x="1440" y="1148"/>
                    </a:cubicBezTo>
                    <a:lnTo>
                      <a:pt x="2026" y="1903"/>
                    </a:lnTo>
                    <a:cubicBezTo>
                      <a:pt x="1803" y="2126"/>
                      <a:pt x="1587" y="2371"/>
                      <a:pt x="1440" y="2635"/>
                    </a:cubicBezTo>
                    <a:lnTo>
                      <a:pt x="562" y="2248"/>
                    </a:lnTo>
                    <a:cubicBezTo>
                      <a:pt x="392" y="2541"/>
                      <a:pt x="269" y="2857"/>
                      <a:pt x="170" y="3197"/>
                    </a:cubicBezTo>
                    <a:cubicBezTo>
                      <a:pt x="70" y="3542"/>
                      <a:pt x="0" y="3882"/>
                      <a:pt x="0" y="4222"/>
                    </a:cubicBezTo>
                    <a:lnTo>
                      <a:pt x="925" y="4368"/>
                    </a:lnTo>
                    <a:cubicBezTo>
                      <a:pt x="925" y="4684"/>
                      <a:pt x="949" y="4977"/>
                      <a:pt x="1025" y="5299"/>
                    </a:cubicBezTo>
                    <a:lnTo>
                      <a:pt x="146" y="5615"/>
                    </a:lnTo>
                    <a:cubicBezTo>
                      <a:pt x="340" y="6294"/>
                      <a:pt x="685" y="6933"/>
                      <a:pt x="1148" y="7442"/>
                    </a:cubicBezTo>
                    <a:lnTo>
                      <a:pt x="1903" y="6856"/>
                    </a:lnTo>
                    <a:cubicBezTo>
                      <a:pt x="2120" y="7102"/>
                      <a:pt x="2366" y="7296"/>
                      <a:pt x="2635" y="7442"/>
                    </a:cubicBezTo>
                    <a:lnTo>
                      <a:pt x="2243" y="8320"/>
                    </a:lnTo>
                    <a:cubicBezTo>
                      <a:pt x="2535" y="8490"/>
                      <a:pt x="2852" y="8613"/>
                      <a:pt x="3197" y="8713"/>
                    </a:cubicBezTo>
                    <a:cubicBezTo>
                      <a:pt x="3537" y="8835"/>
                      <a:pt x="3876" y="8882"/>
                      <a:pt x="4222" y="8882"/>
                    </a:cubicBezTo>
                    <a:lnTo>
                      <a:pt x="4368" y="7957"/>
                    </a:lnTo>
                    <a:cubicBezTo>
                      <a:pt x="4684" y="7957"/>
                      <a:pt x="4977" y="7934"/>
                      <a:pt x="5293" y="7858"/>
                    </a:cubicBezTo>
                    <a:lnTo>
                      <a:pt x="5609" y="8736"/>
                    </a:lnTo>
                    <a:cubicBezTo>
                      <a:pt x="6294" y="8566"/>
                      <a:pt x="6927" y="8227"/>
                      <a:pt x="7442" y="7735"/>
                    </a:cubicBezTo>
                    <a:lnTo>
                      <a:pt x="6856" y="6979"/>
                    </a:lnTo>
                    <a:cubicBezTo>
                      <a:pt x="7097" y="6763"/>
                      <a:pt x="7296" y="6517"/>
                      <a:pt x="7442" y="6248"/>
                    </a:cubicBezTo>
                    <a:lnTo>
                      <a:pt x="8320" y="6640"/>
                    </a:lnTo>
                    <a:cubicBezTo>
                      <a:pt x="8490" y="6347"/>
                      <a:pt x="8613" y="6031"/>
                      <a:pt x="8707" y="5685"/>
                    </a:cubicBezTo>
                    <a:cubicBezTo>
                      <a:pt x="8806" y="5346"/>
                      <a:pt x="8882" y="5006"/>
                      <a:pt x="8882" y="4661"/>
                    </a:cubicBezTo>
                    <a:lnTo>
                      <a:pt x="7951" y="4514"/>
                    </a:lnTo>
                    <a:cubicBezTo>
                      <a:pt x="7951" y="4222"/>
                      <a:pt x="7928" y="3905"/>
                      <a:pt x="7858" y="3589"/>
                    </a:cubicBezTo>
                    <a:lnTo>
                      <a:pt x="8736" y="3273"/>
                    </a:lnTo>
                    <a:cubicBezTo>
                      <a:pt x="8560" y="2588"/>
                      <a:pt x="8197" y="1979"/>
                      <a:pt x="7735" y="1440"/>
                    </a:cubicBezTo>
                    <a:lnTo>
                      <a:pt x="6979" y="2026"/>
                    </a:lnTo>
                    <a:cubicBezTo>
                      <a:pt x="6757" y="1809"/>
                      <a:pt x="6511" y="1587"/>
                      <a:pt x="6248" y="1440"/>
                    </a:cubicBezTo>
                    <a:lnTo>
                      <a:pt x="6634" y="562"/>
                    </a:lnTo>
                    <a:cubicBezTo>
                      <a:pt x="6341" y="392"/>
                      <a:pt x="6025" y="269"/>
                      <a:pt x="5685" y="176"/>
                    </a:cubicBezTo>
                    <a:cubicBezTo>
                      <a:pt x="5340" y="76"/>
                      <a:pt x="5000" y="0"/>
                      <a:pt x="4661" y="0"/>
                    </a:cubicBezTo>
                    <a:close/>
                  </a:path>
                </a:pathLst>
              </a:custGeom>
              <a:solidFill>
                <a:srgbClr val="E4EC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0" name="Google Shape;3160;p34"/>
              <p:cNvSpPr/>
              <p:nvPr/>
            </p:nvSpPr>
            <p:spPr>
              <a:xfrm>
                <a:off x="8303359" y="1940758"/>
                <a:ext cx="351854" cy="351854"/>
              </a:xfrm>
              <a:custGeom>
                <a:avLst/>
                <a:gdLst/>
                <a:ahLst/>
                <a:cxnLst/>
                <a:rect l="l" t="t" r="r" b="b"/>
                <a:pathLst>
                  <a:path w="4392" h="4392" extrusionOk="0">
                    <a:moveTo>
                      <a:pt x="2176" y="1249"/>
                    </a:moveTo>
                    <a:cubicBezTo>
                      <a:pt x="2578" y="1249"/>
                      <a:pt x="2955" y="1502"/>
                      <a:pt x="3074" y="1904"/>
                    </a:cubicBezTo>
                    <a:cubicBezTo>
                      <a:pt x="3244" y="2390"/>
                      <a:pt x="2981" y="2899"/>
                      <a:pt x="2489" y="3075"/>
                    </a:cubicBezTo>
                    <a:cubicBezTo>
                      <a:pt x="2390" y="3109"/>
                      <a:pt x="2289" y="3126"/>
                      <a:pt x="2189" y="3126"/>
                    </a:cubicBezTo>
                    <a:cubicBezTo>
                      <a:pt x="1800" y="3126"/>
                      <a:pt x="1434" y="2876"/>
                      <a:pt x="1318" y="2489"/>
                    </a:cubicBezTo>
                    <a:cubicBezTo>
                      <a:pt x="1148" y="1997"/>
                      <a:pt x="1417" y="1464"/>
                      <a:pt x="1903" y="1289"/>
                    </a:cubicBezTo>
                    <a:cubicBezTo>
                      <a:pt x="1994" y="1262"/>
                      <a:pt x="2086" y="1249"/>
                      <a:pt x="2176" y="1249"/>
                    </a:cubicBezTo>
                    <a:close/>
                    <a:moveTo>
                      <a:pt x="2003" y="1"/>
                    </a:moveTo>
                    <a:cubicBezTo>
                      <a:pt x="1833" y="24"/>
                      <a:pt x="1663" y="48"/>
                      <a:pt x="1488" y="94"/>
                    </a:cubicBezTo>
                    <a:cubicBezTo>
                      <a:pt x="1341" y="147"/>
                      <a:pt x="1171" y="241"/>
                      <a:pt x="1025" y="317"/>
                    </a:cubicBezTo>
                    <a:lnTo>
                      <a:pt x="1248" y="733"/>
                    </a:lnTo>
                    <a:cubicBezTo>
                      <a:pt x="1125" y="826"/>
                      <a:pt x="1002" y="926"/>
                      <a:pt x="902" y="1049"/>
                    </a:cubicBezTo>
                    <a:lnTo>
                      <a:pt x="516" y="779"/>
                    </a:lnTo>
                    <a:cubicBezTo>
                      <a:pt x="293" y="1049"/>
                      <a:pt x="123" y="1341"/>
                      <a:pt x="53" y="1681"/>
                    </a:cubicBezTo>
                    <a:lnTo>
                      <a:pt x="492" y="1827"/>
                    </a:lnTo>
                    <a:cubicBezTo>
                      <a:pt x="463" y="1974"/>
                      <a:pt x="463" y="2144"/>
                      <a:pt x="463" y="2290"/>
                    </a:cubicBezTo>
                    <a:lnTo>
                      <a:pt x="0" y="2390"/>
                    </a:lnTo>
                    <a:cubicBezTo>
                      <a:pt x="24" y="2536"/>
                      <a:pt x="53" y="2706"/>
                      <a:pt x="100" y="2876"/>
                    </a:cubicBezTo>
                    <a:cubicBezTo>
                      <a:pt x="170" y="3045"/>
                      <a:pt x="246" y="3192"/>
                      <a:pt x="317" y="3338"/>
                    </a:cubicBezTo>
                    <a:lnTo>
                      <a:pt x="732" y="3145"/>
                    </a:lnTo>
                    <a:cubicBezTo>
                      <a:pt x="832" y="3268"/>
                      <a:pt x="931" y="3391"/>
                      <a:pt x="1049" y="3484"/>
                    </a:cubicBezTo>
                    <a:lnTo>
                      <a:pt x="785" y="3877"/>
                    </a:lnTo>
                    <a:cubicBezTo>
                      <a:pt x="1049" y="4099"/>
                      <a:pt x="1371" y="4246"/>
                      <a:pt x="1687" y="4339"/>
                    </a:cubicBezTo>
                    <a:lnTo>
                      <a:pt x="1833" y="3877"/>
                    </a:lnTo>
                    <a:cubicBezTo>
                      <a:pt x="2003" y="3924"/>
                      <a:pt x="2149" y="3924"/>
                      <a:pt x="2296" y="3924"/>
                    </a:cubicBezTo>
                    <a:lnTo>
                      <a:pt x="2395" y="4392"/>
                    </a:lnTo>
                    <a:cubicBezTo>
                      <a:pt x="2565" y="4363"/>
                      <a:pt x="2735" y="4339"/>
                      <a:pt x="2881" y="4269"/>
                    </a:cubicBezTo>
                    <a:cubicBezTo>
                      <a:pt x="3051" y="4216"/>
                      <a:pt x="3221" y="4146"/>
                      <a:pt x="3344" y="4047"/>
                    </a:cubicBezTo>
                    <a:lnTo>
                      <a:pt x="3151" y="3631"/>
                    </a:lnTo>
                    <a:cubicBezTo>
                      <a:pt x="3273" y="3561"/>
                      <a:pt x="3391" y="3438"/>
                      <a:pt x="3490" y="3338"/>
                    </a:cubicBezTo>
                    <a:lnTo>
                      <a:pt x="3882" y="3607"/>
                    </a:lnTo>
                    <a:cubicBezTo>
                      <a:pt x="4099" y="3338"/>
                      <a:pt x="4245" y="3022"/>
                      <a:pt x="4345" y="2682"/>
                    </a:cubicBezTo>
                    <a:lnTo>
                      <a:pt x="3882" y="2536"/>
                    </a:lnTo>
                    <a:cubicBezTo>
                      <a:pt x="3929" y="2390"/>
                      <a:pt x="3929" y="2243"/>
                      <a:pt x="3929" y="2073"/>
                    </a:cubicBezTo>
                    <a:lnTo>
                      <a:pt x="4392" y="1997"/>
                    </a:lnTo>
                    <a:cubicBezTo>
                      <a:pt x="4368" y="1827"/>
                      <a:pt x="4345" y="1658"/>
                      <a:pt x="4269" y="1488"/>
                    </a:cubicBezTo>
                    <a:cubicBezTo>
                      <a:pt x="4222" y="1318"/>
                      <a:pt x="4152" y="1172"/>
                      <a:pt x="4052" y="1025"/>
                    </a:cubicBezTo>
                    <a:lnTo>
                      <a:pt x="3637" y="1242"/>
                    </a:lnTo>
                    <a:cubicBezTo>
                      <a:pt x="3566" y="1096"/>
                      <a:pt x="3467" y="996"/>
                      <a:pt x="3344" y="879"/>
                    </a:cubicBezTo>
                    <a:lnTo>
                      <a:pt x="3613" y="510"/>
                    </a:lnTo>
                    <a:cubicBezTo>
                      <a:pt x="3344" y="293"/>
                      <a:pt x="3028" y="118"/>
                      <a:pt x="2688" y="48"/>
                    </a:cubicBezTo>
                    <a:lnTo>
                      <a:pt x="2542" y="487"/>
                    </a:lnTo>
                    <a:cubicBezTo>
                      <a:pt x="2438" y="470"/>
                      <a:pt x="2335" y="454"/>
                      <a:pt x="2221" y="454"/>
                    </a:cubicBezTo>
                    <a:cubicBezTo>
                      <a:pt x="2174" y="454"/>
                      <a:pt x="2125" y="456"/>
                      <a:pt x="2073" y="463"/>
                    </a:cubicBezTo>
                    <a:lnTo>
                      <a:pt x="2003" y="1"/>
                    </a:lnTo>
                    <a:close/>
                  </a:path>
                </a:pathLst>
              </a:custGeom>
              <a:solidFill>
                <a:srgbClr val="E4EC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1" name="Google Shape;3161;p34"/>
              <p:cNvSpPr/>
              <p:nvPr/>
            </p:nvSpPr>
            <p:spPr>
              <a:xfrm>
                <a:off x="6970488" y="3423118"/>
                <a:ext cx="485161" cy="1125420"/>
              </a:xfrm>
              <a:custGeom>
                <a:avLst/>
                <a:gdLst/>
                <a:ahLst/>
                <a:cxnLst/>
                <a:rect l="l" t="t" r="r" b="b"/>
                <a:pathLst>
                  <a:path w="6056" h="14048" extrusionOk="0">
                    <a:moveTo>
                      <a:pt x="2084" y="0"/>
                    </a:moveTo>
                    <a:cubicBezTo>
                      <a:pt x="1836" y="0"/>
                      <a:pt x="1580" y="74"/>
                      <a:pt x="1318" y="236"/>
                    </a:cubicBezTo>
                    <a:cubicBezTo>
                      <a:pt x="1" y="1020"/>
                      <a:pt x="903" y="3632"/>
                      <a:pt x="1248" y="4773"/>
                    </a:cubicBezTo>
                    <a:cubicBezTo>
                      <a:pt x="1687" y="6266"/>
                      <a:pt x="2343" y="7677"/>
                      <a:pt x="2905" y="9141"/>
                    </a:cubicBezTo>
                    <a:cubicBezTo>
                      <a:pt x="3537" y="10775"/>
                      <a:pt x="4176" y="12414"/>
                      <a:pt x="4808" y="14048"/>
                    </a:cubicBezTo>
                    <a:lnTo>
                      <a:pt x="6026" y="14048"/>
                    </a:lnTo>
                    <a:cubicBezTo>
                      <a:pt x="6002" y="11460"/>
                      <a:pt x="6055" y="8848"/>
                      <a:pt x="5733" y="6266"/>
                    </a:cubicBezTo>
                    <a:cubicBezTo>
                      <a:pt x="5520" y="4532"/>
                      <a:pt x="4036" y="0"/>
                      <a:pt x="20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2" name="Google Shape;3162;p34"/>
              <p:cNvSpPr/>
              <p:nvPr/>
            </p:nvSpPr>
            <p:spPr>
              <a:xfrm>
                <a:off x="6804495" y="3759350"/>
                <a:ext cx="564793" cy="789188"/>
              </a:xfrm>
              <a:custGeom>
                <a:avLst/>
                <a:gdLst/>
                <a:ahLst/>
                <a:cxnLst/>
                <a:rect l="l" t="t" r="r" b="b"/>
                <a:pathLst>
                  <a:path w="7050" h="9851" extrusionOk="0">
                    <a:moveTo>
                      <a:pt x="1686" y="0"/>
                    </a:moveTo>
                    <a:cubicBezTo>
                      <a:pt x="1436" y="0"/>
                      <a:pt x="1175" y="62"/>
                      <a:pt x="955" y="190"/>
                    </a:cubicBezTo>
                    <a:cubicBezTo>
                      <a:pt x="486" y="483"/>
                      <a:pt x="316" y="992"/>
                      <a:pt x="269" y="1455"/>
                    </a:cubicBezTo>
                    <a:cubicBezTo>
                      <a:pt x="0" y="3504"/>
                      <a:pt x="1686" y="5483"/>
                      <a:pt x="3074" y="7310"/>
                    </a:cubicBezTo>
                    <a:cubicBezTo>
                      <a:pt x="3683" y="8118"/>
                      <a:pt x="5024" y="9851"/>
                      <a:pt x="5024" y="9851"/>
                    </a:cubicBezTo>
                    <a:lnTo>
                      <a:pt x="7050" y="9851"/>
                    </a:lnTo>
                    <a:cubicBezTo>
                      <a:pt x="7050" y="9851"/>
                      <a:pt x="5516" y="4189"/>
                      <a:pt x="4538" y="2555"/>
                    </a:cubicBezTo>
                    <a:cubicBezTo>
                      <a:pt x="4052" y="1724"/>
                      <a:pt x="3051" y="114"/>
                      <a:pt x="1926" y="20"/>
                    </a:cubicBezTo>
                    <a:cubicBezTo>
                      <a:pt x="1849" y="7"/>
                      <a:pt x="1768" y="0"/>
                      <a:pt x="1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3" name="Google Shape;3163;p34"/>
              <p:cNvSpPr/>
              <p:nvPr/>
            </p:nvSpPr>
            <p:spPr>
              <a:xfrm>
                <a:off x="7121100" y="3530148"/>
                <a:ext cx="273504" cy="1018390"/>
              </a:xfrm>
              <a:custGeom>
                <a:avLst/>
                <a:gdLst/>
                <a:ahLst/>
                <a:cxnLst/>
                <a:rect l="l" t="t" r="r" b="b"/>
                <a:pathLst>
                  <a:path w="3414" h="12712" extrusionOk="0">
                    <a:moveTo>
                      <a:pt x="100" y="0"/>
                    </a:moveTo>
                    <a:lnTo>
                      <a:pt x="0" y="47"/>
                    </a:lnTo>
                    <a:cubicBezTo>
                      <a:pt x="832" y="1733"/>
                      <a:pt x="1634" y="4122"/>
                      <a:pt x="2272" y="6464"/>
                    </a:cubicBezTo>
                    <a:cubicBezTo>
                      <a:pt x="2881" y="8830"/>
                      <a:pt x="3297" y="11148"/>
                      <a:pt x="3320" y="12712"/>
                    </a:cubicBezTo>
                    <a:lnTo>
                      <a:pt x="3414" y="12712"/>
                    </a:lnTo>
                    <a:cubicBezTo>
                      <a:pt x="3391" y="11148"/>
                      <a:pt x="2975" y="8806"/>
                      <a:pt x="2342" y="6441"/>
                    </a:cubicBezTo>
                    <a:cubicBezTo>
                      <a:pt x="1733" y="4076"/>
                      <a:pt x="925" y="1681"/>
                      <a:pt x="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4" name="Google Shape;3164;p34"/>
              <p:cNvSpPr/>
              <p:nvPr/>
            </p:nvSpPr>
            <p:spPr>
              <a:xfrm>
                <a:off x="6913769" y="3838822"/>
                <a:ext cx="361708" cy="711639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8883" extrusionOk="0">
                    <a:moveTo>
                      <a:pt x="100" y="0"/>
                    </a:moveTo>
                    <a:lnTo>
                      <a:pt x="0" y="53"/>
                    </a:lnTo>
                    <a:cubicBezTo>
                      <a:pt x="732" y="1464"/>
                      <a:pt x="1856" y="3659"/>
                      <a:pt x="2758" y="5516"/>
                    </a:cubicBezTo>
                    <a:cubicBezTo>
                      <a:pt x="3221" y="6441"/>
                      <a:pt x="3636" y="7295"/>
                      <a:pt x="3953" y="7904"/>
                    </a:cubicBezTo>
                    <a:cubicBezTo>
                      <a:pt x="4099" y="8197"/>
                      <a:pt x="4222" y="8443"/>
                      <a:pt x="4298" y="8613"/>
                    </a:cubicBezTo>
                    <a:cubicBezTo>
                      <a:pt x="4392" y="8783"/>
                      <a:pt x="4444" y="8882"/>
                      <a:pt x="4444" y="8882"/>
                    </a:cubicBezTo>
                    <a:lnTo>
                      <a:pt x="4515" y="8835"/>
                    </a:lnTo>
                    <a:cubicBezTo>
                      <a:pt x="4515" y="8835"/>
                      <a:pt x="1564" y="2805"/>
                      <a:pt x="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5" name="Google Shape;3165;p34"/>
              <p:cNvSpPr/>
              <p:nvPr/>
            </p:nvSpPr>
            <p:spPr>
              <a:xfrm>
                <a:off x="7797591" y="3498551"/>
                <a:ext cx="285281" cy="1055482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13175" extrusionOk="0">
                    <a:moveTo>
                      <a:pt x="3490" y="0"/>
                    </a:moveTo>
                    <a:cubicBezTo>
                      <a:pt x="2290" y="2658"/>
                      <a:pt x="656" y="8391"/>
                      <a:pt x="0" y="13151"/>
                    </a:cubicBezTo>
                    <a:lnTo>
                      <a:pt x="94" y="13174"/>
                    </a:lnTo>
                    <a:cubicBezTo>
                      <a:pt x="756" y="8443"/>
                      <a:pt x="2389" y="2682"/>
                      <a:pt x="3560" y="24"/>
                    </a:cubicBezTo>
                    <a:lnTo>
                      <a:pt x="34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6" name="Google Shape;3166;p34"/>
              <p:cNvSpPr/>
              <p:nvPr/>
            </p:nvSpPr>
            <p:spPr>
              <a:xfrm>
                <a:off x="7541370" y="3708238"/>
                <a:ext cx="574727" cy="840300"/>
              </a:xfrm>
              <a:custGeom>
                <a:avLst/>
                <a:gdLst/>
                <a:ahLst/>
                <a:cxnLst/>
                <a:rect l="l" t="t" r="r" b="b"/>
                <a:pathLst>
                  <a:path w="7174" h="10489" extrusionOk="0">
                    <a:moveTo>
                      <a:pt x="5919" y="1"/>
                    </a:moveTo>
                    <a:cubicBezTo>
                      <a:pt x="5645" y="1"/>
                      <a:pt x="5359" y="95"/>
                      <a:pt x="5100" y="219"/>
                    </a:cubicBezTo>
                    <a:cubicBezTo>
                      <a:pt x="3344" y="1021"/>
                      <a:pt x="1658" y="3878"/>
                      <a:pt x="1172" y="5752"/>
                    </a:cubicBezTo>
                    <a:cubicBezTo>
                      <a:pt x="686" y="7462"/>
                      <a:pt x="1" y="10489"/>
                      <a:pt x="1" y="10489"/>
                    </a:cubicBezTo>
                    <a:lnTo>
                      <a:pt x="1681" y="10489"/>
                    </a:lnTo>
                    <a:cubicBezTo>
                      <a:pt x="2805" y="9072"/>
                      <a:pt x="4222" y="6660"/>
                      <a:pt x="5194" y="5143"/>
                    </a:cubicBezTo>
                    <a:cubicBezTo>
                      <a:pt x="5709" y="4364"/>
                      <a:pt x="7173" y="1607"/>
                      <a:pt x="6880" y="752"/>
                    </a:cubicBezTo>
                    <a:cubicBezTo>
                      <a:pt x="6781" y="482"/>
                      <a:pt x="6611" y="242"/>
                      <a:pt x="6394" y="119"/>
                    </a:cubicBezTo>
                    <a:cubicBezTo>
                      <a:pt x="6246" y="35"/>
                      <a:pt x="6085" y="1"/>
                      <a:pt x="5919" y="1"/>
                    </a:cubicBezTo>
                    <a:close/>
                  </a:path>
                </a:pathLst>
              </a:custGeom>
              <a:solidFill>
                <a:srgbClr val="D7E3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7" name="Google Shape;3167;p34"/>
              <p:cNvSpPr/>
              <p:nvPr/>
            </p:nvSpPr>
            <p:spPr>
              <a:xfrm>
                <a:off x="7570451" y="3770325"/>
                <a:ext cx="459766" cy="780136"/>
              </a:xfrm>
              <a:custGeom>
                <a:avLst/>
                <a:gdLst/>
                <a:ahLst/>
                <a:cxnLst/>
                <a:rect l="l" t="t" r="r" b="b"/>
                <a:pathLst>
                  <a:path w="5739" h="9738" extrusionOk="0">
                    <a:moveTo>
                      <a:pt x="5663" y="0"/>
                    </a:moveTo>
                    <a:cubicBezTo>
                      <a:pt x="4614" y="931"/>
                      <a:pt x="3397" y="2811"/>
                      <a:pt x="2343" y="4737"/>
                    </a:cubicBezTo>
                    <a:cubicBezTo>
                      <a:pt x="1295" y="6663"/>
                      <a:pt x="393" y="8636"/>
                      <a:pt x="1" y="9690"/>
                    </a:cubicBezTo>
                    <a:lnTo>
                      <a:pt x="100" y="9737"/>
                    </a:lnTo>
                    <a:cubicBezTo>
                      <a:pt x="492" y="8689"/>
                      <a:pt x="1394" y="6710"/>
                      <a:pt x="2442" y="4784"/>
                    </a:cubicBezTo>
                    <a:cubicBezTo>
                      <a:pt x="3490" y="2857"/>
                      <a:pt x="4685" y="978"/>
                      <a:pt x="5739" y="76"/>
                    </a:cubicBezTo>
                    <a:lnTo>
                      <a:pt x="566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8" name="Google Shape;3168;p34"/>
              <p:cNvSpPr/>
              <p:nvPr/>
            </p:nvSpPr>
            <p:spPr>
              <a:xfrm>
                <a:off x="7725330" y="2720818"/>
                <a:ext cx="42780" cy="64330"/>
              </a:xfrm>
              <a:custGeom>
                <a:avLst/>
                <a:gdLst/>
                <a:ahLst/>
                <a:cxnLst/>
                <a:rect l="l" t="t" r="r" b="b"/>
                <a:pathLst>
                  <a:path w="534" h="803" extrusionOk="0">
                    <a:moveTo>
                      <a:pt x="317" y="0"/>
                    </a:moveTo>
                    <a:cubicBezTo>
                      <a:pt x="147" y="0"/>
                      <a:pt x="1" y="170"/>
                      <a:pt x="1" y="387"/>
                    </a:cubicBezTo>
                    <a:cubicBezTo>
                      <a:pt x="1" y="633"/>
                      <a:pt x="147" y="803"/>
                      <a:pt x="317" y="803"/>
                    </a:cubicBezTo>
                    <a:lnTo>
                      <a:pt x="533" y="803"/>
                    </a:ln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B2C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9" name="Google Shape;3169;p34"/>
              <p:cNvSpPr/>
              <p:nvPr/>
            </p:nvSpPr>
            <p:spPr>
              <a:xfrm>
                <a:off x="7742714" y="2720818"/>
                <a:ext cx="48869" cy="64330"/>
              </a:xfrm>
              <a:custGeom>
                <a:avLst/>
                <a:gdLst/>
                <a:ahLst/>
                <a:cxnLst/>
                <a:rect l="l" t="t" r="r" b="b"/>
                <a:pathLst>
                  <a:path w="610" h="803" extrusionOk="0">
                    <a:moveTo>
                      <a:pt x="316" y="0"/>
                    </a:moveTo>
                    <a:cubicBezTo>
                      <a:pt x="147" y="0"/>
                      <a:pt x="0" y="170"/>
                      <a:pt x="0" y="387"/>
                    </a:cubicBezTo>
                    <a:cubicBezTo>
                      <a:pt x="0" y="633"/>
                      <a:pt x="147" y="803"/>
                      <a:pt x="316" y="803"/>
                    </a:cubicBezTo>
                    <a:cubicBezTo>
                      <a:pt x="486" y="803"/>
                      <a:pt x="609" y="633"/>
                      <a:pt x="609" y="387"/>
                    </a:cubicBezTo>
                    <a:cubicBezTo>
                      <a:pt x="609" y="170"/>
                      <a:pt x="486" y="0"/>
                      <a:pt x="316" y="0"/>
                    </a:cubicBezTo>
                    <a:close/>
                  </a:path>
                </a:pathLst>
              </a:custGeom>
              <a:solidFill>
                <a:srgbClr val="D7E3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0" name="Google Shape;3170;p34"/>
              <p:cNvSpPr/>
              <p:nvPr/>
            </p:nvSpPr>
            <p:spPr>
              <a:xfrm>
                <a:off x="6615051" y="2646709"/>
                <a:ext cx="1923" cy="2003"/>
              </a:xfrm>
              <a:custGeom>
                <a:avLst/>
                <a:gdLst/>
                <a:ahLst/>
                <a:cxnLst/>
                <a:rect l="l" t="t" r="r" b="b"/>
                <a:pathLst>
                  <a:path w="24" h="25" extrusionOk="0">
                    <a:moveTo>
                      <a:pt x="0" y="24"/>
                    </a:moveTo>
                    <a:lnTo>
                      <a:pt x="0" y="24"/>
                    </a:lnTo>
                    <a:lnTo>
                      <a:pt x="0" y="24"/>
                    </a:lnTo>
                    <a:close/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  <a:moveTo>
                      <a:pt x="24" y="1"/>
                    </a:moveTo>
                    <a:lnTo>
                      <a:pt x="24" y="1"/>
                    </a:lnTo>
                    <a:close/>
                  </a:path>
                </a:pathLst>
              </a:custGeom>
              <a:solidFill>
                <a:srgbClr val="E4CC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1" name="Google Shape;3171;p34"/>
              <p:cNvSpPr/>
              <p:nvPr/>
            </p:nvSpPr>
            <p:spPr>
              <a:xfrm>
                <a:off x="6613128" y="2648631"/>
                <a:ext cx="2003" cy="192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24" y="0"/>
                    </a:moveTo>
                    <a:cubicBezTo>
                      <a:pt x="24" y="24"/>
                      <a:pt x="1" y="24"/>
                      <a:pt x="1" y="24"/>
                    </a:cubicBezTo>
                    <a:cubicBezTo>
                      <a:pt x="1" y="24"/>
                      <a:pt x="24" y="24"/>
                      <a:pt x="24" y="0"/>
                    </a:cubicBezTo>
                    <a:close/>
                  </a:path>
                </a:pathLst>
              </a:custGeom>
              <a:solidFill>
                <a:srgbClr val="E4CC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2" name="Google Shape;3172;p34"/>
              <p:cNvSpPr/>
              <p:nvPr/>
            </p:nvSpPr>
            <p:spPr>
              <a:xfrm>
                <a:off x="6613128" y="2650474"/>
                <a:ext cx="80" cy="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4CC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3" name="Google Shape;3173;p34"/>
              <p:cNvSpPr/>
              <p:nvPr/>
            </p:nvSpPr>
            <p:spPr>
              <a:xfrm>
                <a:off x="6611286" y="2652397"/>
                <a:ext cx="1923" cy="8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" extrusionOk="0">
                    <a:moveTo>
                      <a:pt x="24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4CC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4" name="Google Shape;3174;p34"/>
              <p:cNvSpPr/>
              <p:nvPr/>
            </p:nvSpPr>
            <p:spPr>
              <a:xfrm>
                <a:off x="6611286" y="2652397"/>
                <a:ext cx="80" cy="1923"/>
              </a:xfrm>
              <a:custGeom>
                <a:avLst/>
                <a:gdLst/>
                <a:ahLst/>
                <a:cxnLst/>
                <a:rect l="l" t="t" r="r" b="b"/>
                <a:pathLst>
                  <a:path w="1" h="24" extrusionOk="0">
                    <a:moveTo>
                      <a:pt x="1" y="0"/>
                    </a:moveTo>
                    <a:lnTo>
                      <a:pt x="1" y="24"/>
                    </a:lnTo>
                    <a:close/>
                  </a:path>
                </a:pathLst>
              </a:custGeom>
              <a:solidFill>
                <a:srgbClr val="E4CC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5" name="Google Shape;3175;p34"/>
              <p:cNvSpPr/>
              <p:nvPr/>
            </p:nvSpPr>
            <p:spPr>
              <a:xfrm>
                <a:off x="6608962" y="2654239"/>
                <a:ext cx="2403" cy="2403"/>
              </a:xfrm>
              <a:custGeom>
                <a:avLst/>
                <a:gdLst/>
                <a:ahLst/>
                <a:cxnLst/>
                <a:rect l="l" t="t" r="r" b="b"/>
                <a:pathLst>
                  <a:path w="30" h="30" extrusionOk="0">
                    <a:moveTo>
                      <a:pt x="30" y="1"/>
                    </a:move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E4CC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6" name="Google Shape;3176;p34"/>
              <p:cNvSpPr/>
              <p:nvPr/>
            </p:nvSpPr>
            <p:spPr>
              <a:xfrm>
                <a:off x="8055554" y="3330635"/>
                <a:ext cx="124895" cy="175927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2196" extrusionOk="0">
                    <a:moveTo>
                      <a:pt x="387" y="0"/>
                    </a:moveTo>
                    <a:cubicBezTo>
                      <a:pt x="340" y="410"/>
                      <a:pt x="1" y="1581"/>
                      <a:pt x="71" y="1634"/>
                    </a:cubicBezTo>
                    <a:cubicBezTo>
                      <a:pt x="77" y="1639"/>
                      <a:pt x="83" y="1641"/>
                      <a:pt x="89" y="1641"/>
                    </a:cubicBezTo>
                    <a:cubicBezTo>
                      <a:pt x="158" y="1641"/>
                      <a:pt x="255" y="1332"/>
                      <a:pt x="304" y="1332"/>
                    </a:cubicBezTo>
                    <a:cubicBezTo>
                      <a:pt x="309" y="1332"/>
                      <a:pt x="313" y="1335"/>
                      <a:pt x="317" y="1341"/>
                    </a:cubicBezTo>
                    <a:cubicBezTo>
                      <a:pt x="364" y="1388"/>
                      <a:pt x="217" y="2020"/>
                      <a:pt x="293" y="2073"/>
                    </a:cubicBezTo>
                    <a:cubicBezTo>
                      <a:pt x="296" y="2073"/>
                      <a:pt x="298" y="2073"/>
                      <a:pt x="300" y="2073"/>
                    </a:cubicBezTo>
                    <a:cubicBezTo>
                      <a:pt x="420" y="2073"/>
                      <a:pt x="533" y="1435"/>
                      <a:pt x="533" y="1435"/>
                    </a:cubicBezTo>
                    <a:lnTo>
                      <a:pt x="533" y="1435"/>
                    </a:lnTo>
                    <a:cubicBezTo>
                      <a:pt x="533" y="1435"/>
                      <a:pt x="440" y="2166"/>
                      <a:pt x="563" y="2196"/>
                    </a:cubicBezTo>
                    <a:cubicBezTo>
                      <a:pt x="633" y="2196"/>
                      <a:pt x="733" y="1634"/>
                      <a:pt x="779" y="1411"/>
                    </a:cubicBezTo>
                    <a:lnTo>
                      <a:pt x="779" y="1411"/>
                    </a:lnTo>
                    <a:cubicBezTo>
                      <a:pt x="756" y="1657"/>
                      <a:pt x="733" y="2049"/>
                      <a:pt x="803" y="2049"/>
                    </a:cubicBezTo>
                    <a:cubicBezTo>
                      <a:pt x="879" y="2049"/>
                      <a:pt x="949" y="1657"/>
                      <a:pt x="1025" y="1364"/>
                    </a:cubicBezTo>
                    <a:lnTo>
                      <a:pt x="1025" y="1364"/>
                    </a:lnTo>
                    <a:cubicBezTo>
                      <a:pt x="1002" y="1558"/>
                      <a:pt x="973" y="1903"/>
                      <a:pt x="1049" y="1903"/>
                    </a:cubicBezTo>
                    <a:cubicBezTo>
                      <a:pt x="1050" y="1903"/>
                      <a:pt x="1050" y="1903"/>
                      <a:pt x="1051" y="1903"/>
                    </a:cubicBezTo>
                    <a:cubicBezTo>
                      <a:pt x="1125" y="1903"/>
                      <a:pt x="1367" y="985"/>
                      <a:pt x="1558" y="117"/>
                    </a:cubicBezTo>
                    <a:lnTo>
                      <a:pt x="38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7" name="Google Shape;3177;p34"/>
              <p:cNvSpPr/>
              <p:nvPr/>
            </p:nvSpPr>
            <p:spPr>
              <a:xfrm>
                <a:off x="8041935" y="2870949"/>
                <a:ext cx="234650" cy="547409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6833" extrusionOk="0">
                    <a:moveTo>
                      <a:pt x="1927" y="0"/>
                    </a:moveTo>
                    <a:lnTo>
                      <a:pt x="1" y="492"/>
                    </a:lnTo>
                    <a:lnTo>
                      <a:pt x="1096" y="3027"/>
                    </a:lnTo>
                    <a:cubicBezTo>
                      <a:pt x="1096" y="3027"/>
                      <a:pt x="317" y="6247"/>
                      <a:pt x="317" y="6394"/>
                    </a:cubicBezTo>
                    <a:cubicBezTo>
                      <a:pt x="317" y="6517"/>
                      <a:pt x="1412" y="6833"/>
                      <a:pt x="1412" y="6833"/>
                    </a:cubicBezTo>
                    <a:cubicBezTo>
                      <a:pt x="1412" y="6833"/>
                      <a:pt x="2928" y="3759"/>
                      <a:pt x="2682" y="1932"/>
                    </a:cubicBezTo>
                    <a:cubicBezTo>
                      <a:pt x="2583" y="1200"/>
                      <a:pt x="1927" y="0"/>
                      <a:pt x="19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8" name="Google Shape;3178;p34"/>
              <p:cNvSpPr/>
              <p:nvPr/>
            </p:nvSpPr>
            <p:spPr>
              <a:xfrm>
                <a:off x="7821064" y="2554265"/>
                <a:ext cx="122973" cy="131304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639" extrusionOk="0">
                    <a:moveTo>
                      <a:pt x="1388" y="1"/>
                    </a:moveTo>
                    <a:lnTo>
                      <a:pt x="94" y="370"/>
                    </a:lnTo>
                    <a:lnTo>
                      <a:pt x="0" y="1271"/>
                    </a:lnTo>
                    <a:cubicBezTo>
                      <a:pt x="253" y="1549"/>
                      <a:pt x="520" y="1638"/>
                      <a:pt x="760" y="1638"/>
                    </a:cubicBezTo>
                    <a:cubicBezTo>
                      <a:pt x="1192" y="1638"/>
                      <a:pt x="1534" y="1348"/>
                      <a:pt x="1534" y="1348"/>
                    </a:cubicBezTo>
                    <a:lnTo>
                      <a:pt x="13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9" name="Google Shape;3179;p34"/>
              <p:cNvSpPr/>
              <p:nvPr/>
            </p:nvSpPr>
            <p:spPr>
              <a:xfrm>
                <a:off x="7769872" y="2444991"/>
                <a:ext cx="172242" cy="158783"/>
              </a:xfrm>
              <a:custGeom>
                <a:avLst/>
                <a:gdLst/>
                <a:ahLst/>
                <a:cxnLst/>
                <a:rect l="l" t="t" r="r" b="b"/>
                <a:pathLst>
                  <a:path w="2150" h="1982" extrusionOk="0">
                    <a:moveTo>
                      <a:pt x="889" y="1"/>
                    </a:moveTo>
                    <a:cubicBezTo>
                      <a:pt x="883" y="1"/>
                      <a:pt x="879" y="1"/>
                      <a:pt x="879" y="1"/>
                    </a:cubicBezTo>
                    <a:cubicBezTo>
                      <a:pt x="879" y="1"/>
                      <a:pt x="1" y="1219"/>
                      <a:pt x="370" y="1658"/>
                    </a:cubicBezTo>
                    <a:cubicBezTo>
                      <a:pt x="546" y="1884"/>
                      <a:pt x="897" y="1982"/>
                      <a:pt x="1182" y="1982"/>
                    </a:cubicBezTo>
                    <a:cubicBezTo>
                      <a:pt x="1332" y="1982"/>
                      <a:pt x="1464" y="1954"/>
                      <a:pt x="1541" y="1904"/>
                    </a:cubicBezTo>
                    <a:cubicBezTo>
                      <a:pt x="1588" y="1658"/>
                      <a:pt x="2150" y="855"/>
                      <a:pt x="2079" y="662"/>
                    </a:cubicBezTo>
                    <a:cubicBezTo>
                      <a:pt x="1734" y="21"/>
                      <a:pt x="984" y="1"/>
                      <a:pt x="8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0" name="Google Shape;3180;p34"/>
              <p:cNvSpPr/>
              <p:nvPr/>
            </p:nvSpPr>
            <p:spPr>
              <a:xfrm>
                <a:off x="7805042" y="2417432"/>
                <a:ext cx="168477" cy="179292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2238" extrusionOk="0">
                    <a:moveTo>
                      <a:pt x="213" y="1"/>
                    </a:moveTo>
                    <a:cubicBezTo>
                      <a:pt x="161" y="1"/>
                      <a:pt x="119" y="13"/>
                      <a:pt x="101" y="52"/>
                    </a:cubicBezTo>
                    <a:cubicBezTo>
                      <a:pt x="30" y="198"/>
                      <a:pt x="1" y="468"/>
                      <a:pt x="147" y="591"/>
                    </a:cubicBezTo>
                    <a:cubicBezTo>
                      <a:pt x="247" y="661"/>
                      <a:pt x="294" y="684"/>
                      <a:pt x="417" y="714"/>
                    </a:cubicBezTo>
                    <a:cubicBezTo>
                      <a:pt x="563" y="760"/>
                      <a:pt x="733" y="907"/>
                      <a:pt x="663" y="1053"/>
                    </a:cubicBezTo>
                    <a:cubicBezTo>
                      <a:pt x="639" y="1100"/>
                      <a:pt x="586" y="1176"/>
                      <a:pt x="616" y="1223"/>
                    </a:cubicBezTo>
                    <a:cubicBezTo>
                      <a:pt x="639" y="1223"/>
                      <a:pt x="686" y="1246"/>
                      <a:pt x="709" y="1270"/>
                    </a:cubicBezTo>
                    <a:cubicBezTo>
                      <a:pt x="762" y="1299"/>
                      <a:pt x="762" y="1393"/>
                      <a:pt x="733" y="1445"/>
                    </a:cubicBezTo>
                    <a:cubicBezTo>
                      <a:pt x="686" y="1516"/>
                      <a:pt x="709" y="1563"/>
                      <a:pt x="663" y="1639"/>
                    </a:cubicBezTo>
                    <a:cubicBezTo>
                      <a:pt x="563" y="1785"/>
                      <a:pt x="686" y="2031"/>
                      <a:pt x="832" y="2125"/>
                    </a:cubicBezTo>
                    <a:cubicBezTo>
                      <a:pt x="909" y="2172"/>
                      <a:pt x="1100" y="2238"/>
                      <a:pt x="1309" y="2238"/>
                    </a:cubicBezTo>
                    <a:cubicBezTo>
                      <a:pt x="1436" y="2238"/>
                      <a:pt x="1568" y="2214"/>
                      <a:pt x="1687" y="2148"/>
                    </a:cubicBezTo>
                    <a:cubicBezTo>
                      <a:pt x="1957" y="2031"/>
                      <a:pt x="2103" y="1639"/>
                      <a:pt x="2103" y="977"/>
                    </a:cubicBezTo>
                    <a:cubicBezTo>
                      <a:pt x="2103" y="733"/>
                      <a:pt x="1932" y="564"/>
                      <a:pt x="1832" y="564"/>
                    </a:cubicBezTo>
                    <a:cubicBezTo>
                      <a:pt x="1824" y="564"/>
                      <a:pt x="1817" y="565"/>
                      <a:pt x="1810" y="567"/>
                    </a:cubicBezTo>
                    <a:cubicBezTo>
                      <a:pt x="1790" y="161"/>
                      <a:pt x="1457" y="19"/>
                      <a:pt x="796" y="19"/>
                    </a:cubicBezTo>
                    <a:cubicBezTo>
                      <a:pt x="695" y="19"/>
                      <a:pt x="586" y="22"/>
                      <a:pt x="469" y="28"/>
                    </a:cubicBezTo>
                    <a:cubicBezTo>
                      <a:pt x="395" y="28"/>
                      <a:pt x="293" y="1"/>
                      <a:pt x="21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1" name="Google Shape;3181;p34"/>
              <p:cNvSpPr/>
              <p:nvPr/>
            </p:nvSpPr>
            <p:spPr>
              <a:xfrm>
                <a:off x="7836526" y="2507239"/>
                <a:ext cx="45103" cy="48388"/>
              </a:xfrm>
              <a:custGeom>
                <a:avLst/>
                <a:gdLst/>
                <a:ahLst/>
                <a:cxnLst/>
                <a:rect l="l" t="t" r="r" b="b"/>
                <a:pathLst>
                  <a:path w="563" h="604" extrusionOk="0">
                    <a:moveTo>
                      <a:pt x="349" y="1"/>
                    </a:moveTo>
                    <a:cubicBezTo>
                      <a:pt x="293" y="1"/>
                      <a:pt x="223" y="37"/>
                      <a:pt x="147" y="125"/>
                    </a:cubicBezTo>
                    <a:lnTo>
                      <a:pt x="0" y="494"/>
                    </a:lnTo>
                    <a:cubicBezTo>
                      <a:pt x="14" y="565"/>
                      <a:pt x="61" y="603"/>
                      <a:pt x="131" y="603"/>
                    </a:cubicBezTo>
                    <a:cubicBezTo>
                      <a:pt x="182" y="603"/>
                      <a:pt x="245" y="583"/>
                      <a:pt x="316" y="541"/>
                    </a:cubicBezTo>
                    <a:cubicBezTo>
                      <a:pt x="393" y="494"/>
                      <a:pt x="562" y="201"/>
                      <a:pt x="463" y="78"/>
                    </a:cubicBezTo>
                    <a:cubicBezTo>
                      <a:pt x="440" y="31"/>
                      <a:pt x="401" y="1"/>
                      <a:pt x="3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2" name="Google Shape;3182;p34"/>
              <p:cNvSpPr/>
              <p:nvPr/>
            </p:nvSpPr>
            <p:spPr>
              <a:xfrm>
                <a:off x="7813053" y="2494501"/>
                <a:ext cx="13539" cy="12978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62" extrusionOk="0">
                    <a:moveTo>
                      <a:pt x="125" y="1"/>
                    </a:moveTo>
                    <a:cubicBezTo>
                      <a:pt x="118" y="1"/>
                      <a:pt x="110" y="5"/>
                      <a:pt x="100" y="15"/>
                    </a:cubicBezTo>
                    <a:cubicBezTo>
                      <a:pt x="47" y="44"/>
                      <a:pt x="1" y="115"/>
                      <a:pt x="24" y="161"/>
                    </a:cubicBezTo>
                    <a:lnTo>
                      <a:pt x="77" y="161"/>
                    </a:lnTo>
                    <a:cubicBezTo>
                      <a:pt x="157" y="161"/>
                      <a:pt x="168" y="1"/>
                      <a:pt x="125" y="1"/>
                    </a:cubicBezTo>
                    <a:close/>
                  </a:path>
                </a:pathLst>
              </a:custGeom>
              <a:solidFill>
                <a:srgbClr val="2836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3" name="Google Shape;3183;p34"/>
              <p:cNvSpPr/>
              <p:nvPr/>
            </p:nvSpPr>
            <p:spPr>
              <a:xfrm>
                <a:off x="7821064" y="2478318"/>
                <a:ext cx="17384" cy="15542"/>
              </a:xfrm>
              <a:custGeom>
                <a:avLst/>
                <a:gdLst/>
                <a:ahLst/>
                <a:cxnLst/>
                <a:rect l="l" t="t" r="r" b="b"/>
                <a:pathLst>
                  <a:path w="217" h="194" extrusionOk="0">
                    <a:moveTo>
                      <a:pt x="23" y="0"/>
                    </a:moveTo>
                    <a:lnTo>
                      <a:pt x="0" y="71"/>
                    </a:lnTo>
                    <a:cubicBezTo>
                      <a:pt x="23" y="100"/>
                      <a:pt x="47" y="100"/>
                      <a:pt x="70" y="123"/>
                    </a:cubicBezTo>
                    <a:cubicBezTo>
                      <a:pt x="123" y="147"/>
                      <a:pt x="146" y="170"/>
                      <a:pt x="146" y="194"/>
                    </a:cubicBezTo>
                    <a:lnTo>
                      <a:pt x="217" y="170"/>
                    </a:lnTo>
                    <a:cubicBezTo>
                      <a:pt x="193" y="123"/>
                      <a:pt x="170" y="100"/>
                      <a:pt x="123" y="71"/>
                    </a:cubicBezTo>
                    <a:cubicBezTo>
                      <a:pt x="94" y="47"/>
                      <a:pt x="47" y="24"/>
                      <a:pt x="23" y="0"/>
                    </a:cubicBezTo>
                    <a:close/>
                  </a:path>
                </a:pathLst>
              </a:custGeom>
              <a:solidFill>
                <a:srgbClr val="2836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4" name="Google Shape;3184;p34"/>
              <p:cNvSpPr/>
              <p:nvPr/>
            </p:nvSpPr>
            <p:spPr>
              <a:xfrm>
                <a:off x="7795669" y="2538803"/>
                <a:ext cx="25476" cy="24034"/>
              </a:xfrm>
              <a:custGeom>
                <a:avLst/>
                <a:gdLst/>
                <a:ahLst/>
                <a:cxnLst/>
                <a:rect l="l" t="t" r="r" b="b"/>
                <a:pathLst>
                  <a:path w="318" h="300" extrusionOk="0">
                    <a:moveTo>
                      <a:pt x="118" y="1"/>
                    </a:moveTo>
                    <a:cubicBezTo>
                      <a:pt x="118" y="1"/>
                      <a:pt x="1" y="247"/>
                      <a:pt x="71" y="293"/>
                    </a:cubicBezTo>
                    <a:cubicBezTo>
                      <a:pt x="82" y="298"/>
                      <a:pt x="93" y="299"/>
                      <a:pt x="104" y="299"/>
                    </a:cubicBezTo>
                    <a:cubicBezTo>
                      <a:pt x="215" y="299"/>
                      <a:pt x="317" y="100"/>
                      <a:pt x="317" y="100"/>
                    </a:cubicBezTo>
                    <a:lnTo>
                      <a:pt x="11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5" name="Google Shape;3185;p34"/>
              <p:cNvSpPr/>
              <p:nvPr/>
            </p:nvSpPr>
            <p:spPr>
              <a:xfrm>
                <a:off x="7578484" y="4540334"/>
                <a:ext cx="254357" cy="11777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147" extrusionOk="0">
                    <a:moveTo>
                      <a:pt x="3174" y="0"/>
                    </a:moveTo>
                    <a:lnTo>
                      <a:pt x="1" y="24"/>
                    </a:lnTo>
                    <a:lnTo>
                      <a:pt x="1" y="147"/>
                    </a:lnTo>
                    <a:lnTo>
                      <a:pt x="3174" y="147"/>
                    </a:lnTo>
                    <a:lnTo>
                      <a:pt x="317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6" name="Google Shape;3186;p34"/>
              <p:cNvSpPr/>
              <p:nvPr/>
            </p:nvSpPr>
            <p:spPr>
              <a:xfrm>
                <a:off x="7578484" y="4446522"/>
                <a:ext cx="254357" cy="9573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1195" extrusionOk="0">
                    <a:moveTo>
                      <a:pt x="2735" y="0"/>
                    </a:moveTo>
                    <a:lnTo>
                      <a:pt x="1295" y="94"/>
                    </a:lnTo>
                    <a:cubicBezTo>
                      <a:pt x="1295" y="94"/>
                      <a:pt x="1149" y="293"/>
                      <a:pt x="832" y="463"/>
                    </a:cubicBezTo>
                    <a:cubicBezTo>
                      <a:pt x="77" y="902"/>
                      <a:pt x="1" y="1195"/>
                      <a:pt x="1" y="1195"/>
                    </a:cubicBezTo>
                    <a:lnTo>
                      <a:pt x="3174" y="1171"/>
                    </a:lnTo>
                    <a:cubicBezTo>
                      <a:pt x="3174" y="1171"/>
                      <a:pt x="3174" y="926"/>
                      <a:pt x="3151" y="680"/>
                    </a:cubicBezTo>
                    <a:cubicBezTo>
                      <a:pt x="3098" y="440"/>
                      <a:pt x="3005" y="71"/>
                      <a:pt x="3005" y="71"/>
                    </a:cubicBezTo>
                    <a:lnTo>
                      <a:pt x="27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7" name="Google Shape;3187;p34"/>
              <p:cNvSpPr/>
              <p:nvPr/>
            </p:nvSpPr>
            <p:spPr>
              <a:xfrm>
                <a:off x="7672295" y="4323149"/>
                <a:ext cx="150692" cy="142680"/>
              </a:xfrm>
              <a:custGeom>
                <a:avLst/>
                <a:gdLst/>
                <a:ahLst/>
                <a:cxnLst/>
                <a:rect l="l" t="t" r="r" b="b"/>
                <a:pathLst>
                  <a:path w="1881" h="1781" extrusionOk="0">
                    <a:moveTo>
                      <a:pt x="1" y="1"/>
                    </a:moveTo>
                    <a:lnTo>
                      <a:pt x="124" y="1634"/>
                    </a:lnTo>
                    <a:cubicBezTo>
                      <a:pt x="124" y="1634"/>
                      <a:pt x="610" y="1780"/>
                      <a:pt x="1149" y="1780"/>
                    </a:cubicBezTo>
                    <a:cubicBezTo>
                      <a:pt x="1687" y="1780"/>
                      <a:pt x="1834" y="1611"/>
                      <a:pt x="1834" y="1611"/>
                    </a:cubicBezTo>
                    <a:lnTo>
                      <a:pt x="1880" y="41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2B1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8" name="Google Shape;3188;p34"/>
              <p:cNvSpPr/>
              <p:nvPr/>
            </p:nvSpPr>
            <p:spPr>
              <a:xfrm>
                <a:off x="7940192" y="4540334"/>
                <a:ext cx="254277" cy="11777"/>
              </a:xfrm>
              <a:custGeom>
                <a:avLst/>
                <a:gdLst/>
                <a:ahLst/>
                <a:cxnLst/>
                <a:rect l="l" t="t" r="r" b="b"/>
                <a:pathLst>
                  <a:path w="3174" h="147" extrusionOk="0">
                    <a:moveTo>
                      <a:pt x="3174" y="0"/>
                    </a:moveTo>
                    <a:lnTo>
                      <a:pt x="0" y="24"/>
                    </a:lnTo>
                    <a:lnTo>
                      <a:pt x="0" y="147"/>
                    </a:lnTo>
                    <a:lnTo>
                      <a:pt x="3174" y="147"/>
                    </a:lnTo>
                    <a:lnTo>
                      <a:pt x="317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9" name="Google Shape;3189;p34"/>
              <p:cNvSpPr/>
              <p:nvPr/>
            </p:nvSpPr>
            <p:spPr>
              <a:xfrm>
                <a:off x="7940192" y="4446522"/>
                <a:ext cx="256200" cy="95734"/>
              </a:xfrm>
              <a:custGeom>
                <a:avLst/>
                <a:gdLst/>
                <a:ahLst/>
                <a:cxnLst/>
                <a:rect l="l" t="t" r="r" b="b"/>
                <a:pathLst>
                  <a:path w="3198" h="1195" extrusionOk="0">
                    <a:moveTo>
                      <a:pt x="2735" y="0"/>
                    </a:moveTo>
                    <a:lnTo>
                      <a:pt x="1294" y="94"/>
                    </a:lnTo>
                    <a:cubicBezTo>
                      <a:pt x="1294" y="94"/>
                      <a:pt x="1148" y="293"/>
                      <a:pt x="855" y="463"/>
                    </a:cubicBezTo>
                    <a:cubicBezTo>
                      <a:pt x="100" y="902"/>
                      <a:pt x="0" y="1195"/>
                      <a:pt x="0" y="1195"/>
                    </a:cubicBezTo>
                    <a:lnTo>
                      <a:pt x="3174" y="1171"/>
                    </a:lnTo>
                    <a:cubicBezTo>
                      <a:pt x="3174" y="1171"/>
                      <a:pt x="3197" y="926"/>
                      <a:pt x="3144" y="680"/>
                    </a:cubicBezTo>
                    <a:cubicBezTo>
                      <a:pt x="3098" y="440"/>
                      <a:pt x="2998" y="71"/>
                      <a:pt x="2998" y="71"/>
                    </a:cubicBezTo>
                    <a:lnTo>
                      <a:pt x="27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0" name="Google Shape;3190;p34"/>
              <p:cNvSpPr/>
              <p:nvPr/>
            </p:nvSpPr>
            <p:spPr>
              <a:xfrm>
                <a:off x="8024150" y="4323149"/>
                <a:ext cx="156299" cy="142680"/>
              </a:xfrm>
              <a:custGeom>
                <a:avLst/>
                <a:gdLst/>
                <a:ahLst/>
                <a:cxnLst/>
                <a:rect l="l" t="t" r="r" b="b"/>
                <a:pathLst>
                  <a:path w="1951" h="1781" extrusionOk="0">
                    <a:moveTo>
                      <a:pt x="0" y="1"/>
                    </a:moveTo>
                    <a:lnTo>
                      <a:pt x="246" y="1634"/>
                    </a:lnTo>
                    <a:cubicBezTo>
                      <a:pt x="246" y="1634"/>
                      <a:pt x="732" y="1780"/>
                      <a:pt x="1271" y="1780"/>
                    </a:cubicBezTo>
                    <a:cubicBezTo>
                      <a:pt x="1804" y="1780"/>
                      <a:pt x="1950" y="1611"/>
                      <a:pt x="1950" y="1611"/>
                    </a:cubicBezTo>
                    <a:lnTo>
                      <a:pt x="1856" y="36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2B1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1" name="Google Shape;3191;p34"/>
              <p:cNvSpPr/>
              <p:nvPr/>
            </p:nvSpPr>
            <p:spPr>
              <a:xfrm>
                <a:off x="7822907" y="3025727"/>
                <a:ext cx="373484" cy="1393156"/>
              </a:xfrm>
              <a:custGeom>
                <a:avLst/>
                <a:gdLst/>
                <a:ahLst/>
                <a:cxnLst/>
                <a:rect l="l" t="t" r="r" b="b"/>
                <a:pathLst>
                  <a:path w="4662" h="17390" extrusionOk="0">
                    <a:moveTo>
                      <a:pt x="0" y="0"/>
                    </a:moveTo>
                    <a:cubicBezTo>
                      <a:pt x="0" y="1"/>
                      <a:pt x="270" y="4316"/>
                      <a:pt x="656" y="7852"/>
                    </a:cubicBezTo>
                    <a:cubicBezTo>
                      <a:pt x="1025" y="11025"/>
                      <a:pt x="1657" y="17390"/>
                      <a:pt x="1657" y="17390"/>
                    </a:cubicBezTo>
                    <a:lnTo>
                      <a:pt x="4661" y="17390"/>
                    </a:lnTo>
                    <a:cubicBezTo>
                      <a:pt x="4661" y="17390"/>
                      <a:pt x="4146" y="11488"/>
                      <a:pt x="3953" y="7073"/>
                    </a:cubicBezTo>
                    <a:cubicBezTo>
                      <a:pt x="4345" y="5094"/>
                      <a:pt x="3853" y="4070"/>
                      <a:pt x="3853" y="407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2" name="Google Shape;3192;p34"/>
              <p:cNvSpPr/>
              <p:nvPr/>
            </p:nvSpPr>
            <p:spPr>
              <a:xfrm>
                <a:off x="7912953" y="3654690"/>
                <a:ext cx="84038" cy="764193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9539" extrusionOk="0">
                    <a:moveTo>
                      <a:pt x="1" y="1"/>
                    </a:moveTo>
                    <a:cubicBezTo>
                      <a:pt x="170" y="1588"/>
                      <a:pt x="411" y="3977"/>
                      <a:pt x="633" y="5956"/>
                    </a:cubicBezTo>
                    <a:cubicBezTo>
                      <a:pt x="733" y="6957"/>
                      <a:pt x="803" y="7859"/>
                      <a:pt x="879" y="8491"/>
                    </a:cubicBezTo>
                    <a:cubicBezTo>
                      <a:pt x="902" y="8807"/>
                      <a:pt x="926" y="9076"/>
                      <a:pt x="949" y="9246"/>
                    </a:cubicBezTo>
                    <a:cubicBezTo>
                      <a:pt x="973" y="9445"/>
                      <a:pt x="973" y="9539"/>
                      <a:pt x="973" y="9539"/>
                    </a:cubicBezTo>
                    <a:lnTo>
                      <a:pt x="1049" y="9539"/>
                    </a:lnTo>
                    <a:cubicBezTo>
                      <a:pt x="1049" y="9539"/>
                      <a:pt x="440" y="3174"/>
                      <a:pt x="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3" name="Google Shape;3193;p34"/>
              <p:cNvSpPr/>
              <p:nvPr/>
            </p:nvSpPr>
            <p:spPr>
              <a:xfrm>
                <a:off x="7631518" y="3150462"/>
                <a:ext cx="410496" cy="1268421"/>
              </a:xfrm>
              <a:custGeom>
                <a:avLst/>
                <a:gdLst/>
                <a:ahLst/>
                <a:cxnLst/>
                <a:rect l="l" t="t" r="r" b="b"/>
                <a:pathLst>
                  <a:path w="5124" h="15833" extrusionOk="0">
                    <a:moveTo>
                      <a:pt x="1804" y="1"/>
                    </a:moveTo>
                    <a:lnTo>
                      <a:pt x="463" y="2712"/>
                    </a:lnTo>
                    <a:cubicBezTo>
                      <a:pt x="463" y="2712"/>
                      <a:pt x="147" y="7343"/>
                      <a:pt x="147" y="9591"/>
                    </a:cubicBezTo>
                    <a:cubicBezTo>
                      <a:pt x="147" y="11810"/>
                      <a:pt x="1" y="15833"/>
                      <a:pt x="1" y="15833"/>
                    </a:cubicBezTo>
                    <a:lnTo>
                      <a:pt x="3045" y="15833"/>
                    </a:lnTo>
                    <a:lnTo>
                      <a:pt x="4193" y="5294"/>
                    </a:lnTo>
                    <a:cubicBezTo>
                      <a:pt x="5124" y="4199"/>
                      <a:pt x="5048" y="1757"/>
                      <a:pt x="4831" y="832"/>
                    </a:cubicBezTo>
                    <a:lnTo>
                      <a:pt x="180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4" name="Google Shape;3194;p34"/>
              <p:cNvSpPr/>
              <p:nvPr/>
            </p:nvSpPr>
            <p:spPr>
              <a:xfrm>
                <a:off x="7914876" y="3418278"/>
                <a:ext cx="117285" cy="621673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7760" extrusionOk="0">
                    <a:moveTo>
                      <a:pt x="1388" y="1"/>
                    </a:moveTo>
                    <a:lnTo>
                      <a:pt x="1388" y="48"/>
                    </a:lnTo>
                    <a:cubicBezTo>
                      <a:pt x="1388" y="270"/>
                      <a:pt x="1294" y="1195"/>
                      <a:pt x="632" y="1927"/>
                    </a:cubicBezTo>
                    <a:lnTo>
                      <a:pt x="609" y="1951"/>
                    </a:lnTo>
                    <a:lnTo>
                      <a:pt x="0" y="7736"/>
                    </a:lnTo>
                    <a:lnTo>
                      <a:pt x="70" y="7759"/>
                    </a:lnTo>
                    <a:lnTo>
                      <a:pt x="679" y="1980"/>
                    </a:lnTo>
                    <a:cubicBezTo>
                      <a:pt x="1464" y="1102"/>
                      <a:pt x="1464" y="1"/>
                      <a:pt x="14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5" name="Google Shape;3195;p34"/>
              <p:cNvSpPr/>
              <p:nvPr/>
            </p:nvSpPr>
            <p:spPr>
              <a:xfrm>
                <a:off x="7658756" y="3330635"/>
                <a:ext cx="64330" cy="1088248"/>
              </a:xfrm>
              <a:custGeom>
                <a:avLst/>
                <a:gdLst/>
                <a:ahLst/>
                <a:cxnLst/>
                <a:rect l="l" t="t" r="r" b="b"/>
                <a:pathLst>
                  <a:path w="803" h="13584" extrusionOk="0">
                    <a:moveTo>
                      <a:pt x="732" y="0"/>
                    </a:moveTo>
                    <a:lnTo>
                      <a:pt x="0" y="13584"/>
                    </a:lnTo>
                    <a:lnTo>
                      <a:pt x="70" y="13584"/>
                    </a:lnTo>
                    <a:lnTo>
                      <a:pt x="8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6" name="Google Shape;3196;p34"/>
              <p:cNvSpPr/>
              <p:nvPr/>
            </p:nvSpPr>
            <p:spPr>
              <a:xfrm>
                <a:off x="7879627" y="3426289"/>
                <a:ext cx="119288" cy="7611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95" extrusionOk="0">
                    <a:moveTo>
                      <a:pt x="1" y="1"/>
                    </a:moveTo>
                    <a:lnTo>
                      <a:pt x="1" y="71"/>
                    </a:lnTo>
                    <a:lnTo>
                      <a:pt x="1488" y="94"/>
                    </a:lnTo>
                    <a:lnTo>
                      <a:pt x="1488" y="2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7" name="Google Shape;3197;p34"/>
              <p:cNvSpPr/>
              <p:nvPr/>
            </p:nvSpPr>
            <p:spPr>
              <a:xfrm>
                <a:off x="8084634" y="3420201"/>
                <a:ext cx="45103" cy="8011"/>
              </a:xfrm>
              <a:custGeom>
                <a:avLst/>
                <a:gdLst/>
                <a:ahLst/>
                <a:cxnLst/>
                <a:rect l="l" t="t" r="r" b="b"/>
                <a:pathLst>
                  <a:path w="563" h="100" extrusionOk="0">
                    <a:moveTo>
                      <a:pt x="563" y="0"/>
                    </a:moveTo>
                    <a:lnTo>
                      <a:pt x="1" y="24"/>
                    </a:lnTo>
                    <a:lnTo>
                      <a:pt x="1" y="100"/>
                    </a:lnTo>
                    <a:lnTo>
                      <a:pt x="563" y="77"/>
                    </a:lnTo>
                    <a:lnTo>
                      <a:pt x="56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8" name="Google Shape;3198;p34"/>
              <p:cNvSpPr/>
              <p:nvPr/>
            </p:nvSpPr>
            <p:spPr>
              <a:xfrm>
                <a:off x="7256271" y="2610664"/>
                <a:ext cx="205088" cy="278151"/>
              </a:xfrm>
              <a:custGeom>
                <a:avLst/>
                <a:gdLst/>
                <a:ahLst/>
                <a:cxnLst/>
                <a:rect l="l" t="t" r="r" b="b"/>
                <a:pathLst>
                  <a:path w="2560" h="3472" extrusionOk="0">
                    <a:moveTo>
                      <a:pt x="235" y="1"/>
                    </a:moveTo>
                    <a:cubicBezTo>
                      <a:pt x="228" y="1"/>
                      <a:pt x="222" y="2"/>
                      <a:pt x="217" y="5"/>
                    </a:cubicBezTo>
                    <a:cubicBezTo>
                      <a:pt x="94" y="69"/>
                      <a:pt x="523" y="649"/>
                      <a:pt x="661" y="830"/>
                    </a:cubicBezTo>
                    <a:lnTo>
                      <a:pt x="661" y="830"/>
                    </a:lnTo>
                    <a:cubicBezTo>
                      <a:pt x="603" y="758"/>
                      <a:pt x="492" y="640"/>
                      <a:pt x="404" y="640"/>
                    </a:cubicBezTo>
                    <a:cubicBezTo>
                      <a:pt x="380" y="640"/>
                      <a:pt x="359" y="648"/>
                      <a:pt x="340" y="667"/>
                    </a:cubicBezTo>
                    <a:cubicBezTo>
                      <a:pt x="240" y="737"/>
                      <a:pt x="293" y="907"/>
                      <a:pt x="463" y="1176"/>
                    </a:cubicBezTo>
                    <a:cubicBezTo>
                      <a:pt x="404" y="1089"/>
                      <a:pt x="336" y="1046"/>
                      <a:pt x="276" y="1046"/>
                    </a:cubicBezTo>
                    <a:cubicBezTo>
                      <a:pt x="236" y="1046"/>
                      <a:pt x="199" y="1066"/>
                      <a:pt x="170" y="1106"/>
                    </a:cubicBezTo>
                    <a:cubicBezTo>
                      <a:pt x="71" y="1176"/>
                      <a:pt x="170" y="1323"/>
                      <a:pt x="264" y="1493"/>
                    </a:cubicBezTo>
                    <a:cubicBezTo>
                      <a:pt x="205" y="1434"/>
                      <a:pt x="144" y="1382"/>
                      <a:pt x="95" y="1382"/>
                    </a:cubicBezTo>
                    <a:cubicBezTo>
                      <a:pt x="66" y="1382"/>
                      <a:pt x="41" y="1400"/>
                      <a:pt x="24" y="1446"/>
                    </a:cubicBezTo>
                    <a:cubicBezTo>
                      <a:pt x="0" y="1569"/>
                      <a:pt x="340" y="2301"/>
                      <a:pt x="1119" y="3472"/>
                    </a:cubicBezTo>
                    <a:lnTo>
                      <a:pt x="2559" y="2371"/>
                    </a:lnTo>
                    <a:cubicBezTo>
                      <a:pt x="2146" y="1911"/>
                      <a:pt x="1063" y="151"/>
                      <a:pt x="928" y="151"/>
                    </a:cubicBezTo>
                    <a:cubicBezTo>
                      <a:pt x="927" y="151"/>
                      <a:pt x="926" y="152"/>
                      <a:pt x="926" y="152"/>
                    </a:cubicBezTo>
                    <a:cubicBezTo>
                      <a:pt x="803" y="204"/>
                      <a:pt x="1119" y="737"/>
                      <a:pt x="1025" y="737"/>
                    </a:cubicBezTo>
                    <a:cubicBezTo>
                      <a:pt x="930" y="737"/>
                      <a:pt x="388" y="1"/>
                      <a:pt x="2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9" name="Google Shape;3199;p34"/>
              <p:cNvSpPr/>
              <p:nvPr/>
            </p:nvSpPr>
            <p:spPr>
              <a:xfrm>
                <a:off x="7643215" y="2648076"/>
                <a:ext cx="511839" cy="735112"/>
              </a:xfrm>
              <a:custGeom>
                <a:avLst/>
                <a:gdLst/>
                <a:ahLst/>
                <a:cxnLst/>
                <a:rect l="l" t="t" r="r" b="b"/>
                <a:pathLst>
                  <a:path w="6389" h="9176" extrusionOk="0">
                    <a:moveTo>
                      <a:pt x="2220" y="1"/>
                    </a:moveTo>
                    <a:cubicBezTo>
                      <a:pt x="2220" y="1"/>
                      <a:pt x="487" y="147"/>
                      <a:pt x="241" y="2343"/>
                    </a:cubicBezTo>
                    <a:cubicBezTo>
                      <a:pt x="95" y="3567"/>
                      <a:pt x="1" y="9129"/>
                      <a:pt x="1" y="9129"/>
                    </a:cubicBezTo>
                    <a:lnTo>
                      <a:pt x="6389" y="9176"/>
                    </a:lnTo>
                    <a:cubicBezTo>
                      <a:pt x="6389" y="9176"/>
                      <a:pt x="6243" y="3005"/>
                      <a:pt x="6002" y="2103"/>
                    </a:cubicBezTo>
                    <a:cubicBezTo>
                      <a:pt x="5487" y="124"/>
                      <a:pt x="3731" y="54"/>
                      <a:pt x="3731" y="54"/>
                    </a:cubicBezTo>
                    <a:cubicBezTo>
                      <a:pt x="3731" y="54"/>
                      <a:pt x="3660" y="200"/>
                      <a:pt x="2975" y="200"/>
                    </a:cubicBezTo>
                    <a:cubicBezTo>
                      <a:pt x="2314" y="200"/>
                      <a:pt x="2220" y="1"/>
                      <a:pt x="222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0" name="Google Shape;3200;p34"/>
              <p:cNvSpPr/>
              <p:nvPr/>
            </p:nvSpPr>
            <p:spPr>
              <a:xfrm>
                <a:off x="7942034" y="2652322"/>
                <a:ext cx="269819" cy="281515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3514" extrusionOk="0">
                    <a:moveTo>
                      <a:pt x="1" y="1"/>
                    </a:moveTo>
                    <a:lnTo>
                      <a:pt x="2050" y="3514"/>
                    </a:lnTo>
                    <a:lnTo>
                      <a:pt x="3367" y="2852"/>
                    </a:lnTo>
                    <a:cubicBezTo>
                      <a:pt x="3367" y="2852"/>
                      <a:pt x="2073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1" name="Google Shape;3201;p34"/>
              <p:cNvSpPr/>
              <p:nvPr/>
            </p:nvSpPr>
            <p:spPr>
              <a:xfrm>
                <a:off x="7293283" y="2726426"/>
                <a:ext cx="429804" cy="385341"/>
              </a:xfrm>
              <a:custGeom>
                <a:avLst/>
                <a:gdLst/>
                <a:ahLst/>
                <a:cxnLst/>
                <a:rect l="l" t="t" r="r" b="b"/>
                <a:pathLst>
                  <a:path w="5365" h="4810" extrusionOk="0">
                    <a:moveTo>
                      <a:pt x="1365" y="1"/>
                    </a:moveTo>
                    <a:lnTo>
                      <a:pt x="1" y="902"/>
                    </a:lnTo>
                    <a:cubicBezTo>
                      <a:pt x="1" y="902"/>
                      <a:pt x="2092" y="4810"/>
                      <a:pt x="3300" y="4810"/>
                    </a:cubicBezTo>
                    <a:cubicBezTo>
                      <a:pt x="3315" y="4810"/>
                      <a:pt x="3330" y="4809"/>
                      <a:pt x="3344" y="4808"/>
                    </a:cubicBezTo>
                    <a:cubicBezTo>
                      <a:pt x="4246" y="4708"/>
                      <a:pt x="5364" y="3121"/>
                      <a:pt x="5364" y="3121"/>
                    </a:cubicBezTo>
                    <a:lnTo>
                      <a:pt x="3830" y="1394"/>
                    </a:lnTo>
                    <a:lnTo>
                      <a:pt x="3221" y="2319"/>
                    </a:lnTo>
                    <a:lnTo>
                      <a:pt x="13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2" name="Google Shape;3202;p34"/>
              <p:cNvSpPr/>
              <p:nvPr/>
            </p:nvSpPr>
            <p:spPr>
              <a:xfrm>
                <a:off x="7572876" y="2648076"/>
                <a:ext cx="263730" cy="342561"/>
              </a:xfrm>
              <a:custGeom>
                <a:avLst/>
                <a:gdLst/>
                <a:ahLst/>
                <a:cxnLst/>
                <a:rect l="l" t="t" r="r" b="b"/>
                <a:pathLst>
                  <a:path w="3292" h="4276" extrusionOk="0">
                    <a:moveTo>
                      <a:pt x="3098" y="1"/>
                    </a:moveTo>
                    <a:cubicBezTo>
                      <a:pt x="1318" y="100"/>
                      <a:pt x="1" y="2782"/>
                      <a:pt x="1" y="2782"/>
                    </a:cubicBezTo>
                    <a:lnTo>
                      <a:pt x="2097" y="4275"/>
                    </a:lnTo>
                    <a:lnTo>
                      <a:pt x="3291" y="2735"/>
                    </a:lnTo>
                    <a:lnTo>
                      <a:pt x="309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3" name="Google Shape;3203;p34"/>
              <p:cNvSpPr/>
              <p:nvPr/>
            </p:nvSpPr>
            <p:spPr>
              <a:xfrm>
                <a:off x="7732861" y="2878880"/>
                <a:ext cx="86361" cy="109354"/>
              </a:xfrm>
              <a:custGeom>
                <a:avLst/>
                <a:gdLst/>
                <a:ahLst/>
                <a:cxnLst/>
                <a:rect l="l" t="t" r="r" b="b"/>
                <a:pathLst>
                  <a:path w="1078" h="1365" extrusionOk="0">
                    <a:moveTo>
                      <a:pt x="1025" y="1"/>
                    </a:moveTo>
                    <a:lnTo>
                      <a:pt x="0" y="1318"/>
                    </a:lnTo>
                    <a:lnTo>
                      <a:pt x="53" y="1365"/>
                    </a:lnTo>
                    <a:lnTo>
                      <a:pt x="1078" y="47"/>
                    </a:lnTo>
                    <a:lnTo>
                      <a:pt x="10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4" name="Google Shape;3204;p34"/>
              <p:cNvSpPr/>
              <p:nvPr/>
            </p:nvSpPr>
            <p:spPr>
              <a:xfrm>
                <a:off x="8104342" y="2791157"/>
                <a:ext cx="37172" cy="126738"/>
              </a:xfrm>
              <a:custGeom>
                <a:avLst/>
                <a:gdLst/>
                <a:ahLst/>
                <a:cxnLst/>
                <a:rect l="l" t="t" r="r" b="b"/>
                <a:pathLst>
                  <a:path w="464" h="1582" extrusionOk="0">
                    <a:moveTo>
                      <a:pt x="71" y="1"/>
                    </a:moveTo>
                    <a:lnTo>
                      <a:pt x="1" y="24"/>
                    </a:lnTo>
                    <a:lnTo>
                      <a:pt x="1" y="71"/>
                    </a:lnTo>
                    <a:cubicBezTo>
                      <a:pt x="71" y="217"/>
                      <a:pt x="293" y="850"/>
                      <a:pt x="393" y="1582"/>
                    </a:cubicBezTo>
                    <a:lnTo>
                      <a:pt x="463" y="1558"/>
                    </a:lnTo>
                    <a:cubicBezTo>
                      <a:pt x="340" y="733"/>
                      <a:pt x="71" y="1"/>
                      <a:pt x="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5" name="Google Shape;3205;p34"/>
              <p:cNvSpPr/>
              <p:nvPr/>
            </p:nvSpPr>
            <p:spPr>
              <a:xfrm>
                <a:off x="7791503" y="2503633"/>
                <a:ext cx="23473" cy="29642"/>
              </a:xfrm>
              <a:custGeom>
                <a:avLst/>
                <a:gdLst/>
                <a:ahLst/>
                <a:cxnLst/>
                <a:rect l="l" t="t" r="r" b="b"/>
                <a:pathLst>
                  <a:path w="293" h="370" extrusionOk="0">
                    <a:moveTo>
                      <a:pt x="293" y="1"/>
                    </a:moveTo>
                    <a:cubicBezTo>
                      <a:pt x="293" y="1"/>
                      <a:pt x="0" y="147"/>
                      <a:pt x="0" y="194"/>
                    </a:cubicBezTo>
                    <a:cubicBezTo>
                      <a:pt x="24" y="246"/>
                      <a:pt x="123" y="369"/>
                      <a:pt x="123" y="369"/>
                    </a:cubicBezTo>
                    <a:lnTo>
                      <a:pt x="2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6" name="Google Shape;3206;p34"/>
              <p:cNvSpPr/>
              <p:nvPr/>
            </p:nvSpPr>
            <p:spPr>
              <a:xfrm>
                <a:off x="7631518" y="4362564"/>
                <a:ext cx="248189" cy="5688"/>
              </a:xfrm>
              <a:custGeom>
                <a:avLst/>
                <a:gdLst/>
                <a:ahLst/>
                <a:cxnLst/>
                <a:rect l="l" t="t" r="r" b="b"/>
                <a:pathLst>
                  <a:path w="3098" h="71" extrusionOk="0">
                    <a:moveTo>
                      <a:pt x="1" y="0"/>
                    </a:moveTo>
                    <a:lnTo>
                      <a:pt x="1" y="71"/>
                    </a:lnTo>
                    <a:lnTo>
                      <a:pt x="3098" y="71"/>
                    </a:lnTo>
                    <a:lnTo>
                      <a:pt x="309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7" name="Google Shape;3207;p34"/>
              <p:cNvSpPr/>
              <p:nvPr/>
            </p:nvSpPr>
            <p:spPr>
              <a:xfrm>
                <a:off x="7950045" y="4366329"/>
                <a:ext cx="242100" cy="5688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71" extrusionOk="0">
                    <a:moveTo>
                      <a:pt x="0" y="0"/>
                    </a:moveTo>
                    <a:lnTo>
                      <a:pt x="0" y="70"/>
                    </a:lnTo>
                    <a:lnTo>
                      <a:pt x="3021" y="70"/>
                    </a:lnTo>
                    <a:lnTo>
                      <a:pt x="30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HR Newsletter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B54A1"/>
      </a:accent1>
      <a:accent2>
        <a:srgbClr val="94A2D3"/>
      </a:accent2>
      <a:accent3>
        <a:srgbClr val="EC646E"/>
      </a:accent3>
      <a:accent4>
        <a:srgbClr val="D7DFF2"/>
      </a:accent4>
      <a:accent5>
        <a:srgbClr val="FACABC"/>
      </a:accent5>
      <a:accent6>
        <a:srgbClr val="212237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3643</Words>
  <Application>Microsoft Office PowerPoint</Application>
  <PresentationFormat>Экран (16:9)</PresentationFormat>
  <Paragraphs>430</Paragraphs>
  <Slides>34</Slides>
  <Notes>34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3" baseType="lpstr">
      <vt:lpstr>Arial</vt:lpstr>
      <vt:lpstr>Courier New</vt:lpstr>
      <vt:lpstr>Comfortaa</vt:lpstr>
      <vt:lpstr>Catamaran</vt:lpstr>
      <vt:lpstr>PT Sans</vt:lpstr>
      <vt:lpstr>Montserrat SemiBold</vt:lpstr>
      <vt:lpstr>Montserrat</vt:lpstr>
      <vt:lpstr>Proxima Nova</vt:lpstr>
      <vt:lpstr>HR Newsletter by Slidesgo</vt:lpstr>
      <vt:lpstr>Проработка концепции проекта</vt:lpstr>
      <vt:lpstr>Оглавление</vt:lpstr>
      <vt:lpstr>Введение</vt:lpstr>
      <vt:lpstr>Презентация PowerPoint</vt:lpstr>
      <vt:lpstr>Презентация PowerPoint</vt:lpstr>
      <vt:lpstr>Вот краткий обзор того, что мы предлагаем вам сделать: </vt:lpstr>
      <vt:lpstr>Как увидеть свои пробелы в понимании </vt:lpstr>
      <vt:lpstr>Презентация PowerPoint</vt:lpstr>
      <vt:lpstr>Основные этапы работы</vt:lpstr>
      <vt:lpstr>Презентация PowerPoint</vt:lpstr>
      <vt:lpstr>Кстати, что такое HADI? </vt:lpstr>
      <vt:lpstr>Презентация PowerPoint</vt:lpstr>
      <vt:lpstr>2. Проверьте свой паспорт проекта </vt:lpstr>
      <vt:lpstr>Паспорт проекта — типичные ошибки</vt:lpstr>
      <vt:lpstr>Паспорт проекта — типичные ошибки</vt:lpstr>
      <vt:lpstr>Презентация PowerPoint</vt:lpstr>
      <vt:lpstr>3. Уточнённые формулировки</vt:lpstr>
      <vt:lpstr>3. Уточнённые формулировки. Постановка проблемы</vt:lpstr>
      <vt:lpstr>3. Уточнённые формулировки. Значимость проблемы</vt:lpstr>
      <vt:lpstr>3. Уточнённые формулировки. Значимость проблемы</vt:lpstr>
      <vt:lpstr>3. Уточнённые формулировки. Решение</vt:lpstr>
      <vt:lpstr>3. Уточнённые формулировки. MVP</vt:lpstr>
      <vt:lpstr>3. Скорректированные формулировки. MVP</vt:lpstr>
      <vt:lpstr>4. Стейкхолдеры </vt:lpstr>
      <vt:lpstr>4. Стейкхолдеры</vt:lpstr>
      <vt:lpstr>5. Сценарий. Как устроен сценарный анализ</vt:lpstr>
      <vt:lpstr>5. Сценарий. Шаблон сценария</vt:lpstr>
      <vt:lpstr>5. Сценарий. Пример сценария AS IS</vt:lpstr>
      <vt:lpstr>5. Сценарий. Ситуация AS IS.</vt:lpstr>
      <vt:lpstr>5. Сценарий. Ситуация TO BE.</vt:lpstr>
      <vt:lpstr>6. Ревизия реестра открытых вопросов</vt:lpstr>
      <vt:lpstr>7. Проблемное интервью</vt:lpstr>
      <vt:lpstr>Итоги</vt:lpstr>
      <vt:lpstr>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Проработка концепции проекта</dc:title>
  <dc:creator>Иван Котовщиков</dc:creator>
  <cp:lastModifiedBy>Игорь Кисин</cp:lastModifiedBy>
  <cp:revision>20</cp:revision>
  <dcterms:modified xsi:type="dcterms:W3CDTF">2020-10-24T16:35:13Z</dcterms:modified>
</cp:coreProperties>
</file>