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ontserrat SemiBold"/>
      <p:regular r:id="rId12"/>
      <p:bold r:id="rId13"/>
      <p:italic r:id="rId14"/>
      <p:boldItalic r:id="rId15"/>
    </p:embeddedFont>
    <p:embeddedFont>
      <p:font typeface="Roboto"/>
      <p:regular r:id="rId16"/>
      <p:bold r:id="rId17"/>
      <p:italic r:id="rId18"/>
      <p:boldItalic r:id="rId19"/>
    </p:embeddedFont>
    <p:embeddedFont>
      <p:font typeface="Montserrat"/>
      <p:regular r:id="rId20"/>
      <p:bold r:id="rId21"/>
      <p:italic r:id="rId22"/>
      <p:boldItalic r:id="rId23"/>
    </p:embeddedFont>
    <p:embeddedFont>
      <p:font typeface="PT Sans"/>
      <p:regular r:id="rId24"/>
      <p:bold r:id="rId25"/>
      <p:italic r:id="rId26"/>
      <p:boldItalic r:id="rId27"/>
    </p:embeddedFont>
    <p:embeddedFont>
      <p:font typeface="Comfortaa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30" roundtripDataSignature="AMtx7mifCEgbGFdtnQmlXYl6tg3lKR1z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6B88C7-7789-49C0-9675-243EFE0524ED}">
  <a:tblStyle styleId="{2B6B88C7-7789-49C0-9675-243EFE0524E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regular.fntdata"/><Relationship Id="rId22" Type="http://schemas.openxmlformats.org/officeDocument/2006/relationships/font" Target="fonts/Montserrat-italic.fntdata"/><Relationship Id="rId21" Type="http://schemas.openxmlformats.org/officeDocument/2006/relationships/font" Target="fonts/Montserrat-bold.fntdata"/><Relationship Id="rId24" Type="http://schemas.openxmlformats.org/officeDocument/2006/relationships/font" Target="fonts/PTSans-regular.fntdata"/><Relationship Id="rId23" Type="http://schemas.openxmlformats.org/officeDocument/2006/relationships/font" Target="fonts/Montserrat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TSans-italic.fntdata"/><Relationship Id="rId25" Type="http://schemas.openxmlformats.org/officeDocument/2006/relationships/font" Target="fonts/PTSans-bold.fntdata"/><Relationship Id="rId28" Type="http://schemas.openxmlformats.org/officeDocument/2006/relationships/font" Target="fonts/Comfortaa-regular.fntdata"/><Relationship Id="rId27" Type="http://schemas.openxmlformats.org/officeDocument/2006/relationships/font" Target="fonts/PT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Comfortaa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SemiBold-bold.fntdata"/><Relationship Id="rId12" Type="http://schemas.openxmlformats.org/officeDocument/2006/relationships/font" Target="fonts/MontserratSemiBold-regular.fntdata"/><Relationship Id="rId15" Type="http://schemas.openxmlformats.org/officeDocument/2006/relationships/font" Target="fonts/MontserratSemiBold-boldItalic.fntdata"/><Relationship Id="rId14" Type="http://schemas.openxmlformats.org/officeDocument/2006/relationships/font" Target="fonts/MontserratSemiBold-italic.fntdata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19" Type="http://schemas.openxmlformats.org/officeDocument/2006/relationships/font" Target="fonts/Roboto-boldItalic.fntdata"/><Relationship Id="rId18" Type="http://schemas.openxmlformats.org/officeDocument/2006/relationships/font" Target="fonts/Robo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2" name="Google Shape;12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7" name="Shape 1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8" name="Google Shape;15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9" name="Google Shape;15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6" name="Google Shape;156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9f8b64387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3" name="Google Shape;1583;g9f8b64387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8" name="Shape 1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9" name="Google Shape;1589;g9f8b64387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0" name="Google Shape;1590;g9f8b64387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5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9f8b64387c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9f8b64387c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36"/>
          <p:cNvGrpSpPr/>
          <p:nvPr/>
        </p:nvGrpSpPr>
        <p:grpSpPr>
          <a:xfrm>
            <a:off x="204436" y="-57983"/>
            <a:ext cx="8738598" cy="5659608"/>
            <a:chOff x="204436" y="-57983"/>
            <a:chExt cx="8738598" cy="5659608"/>
          </a:xfrm>
        </p:grpSpPr>
        <p:sp>
          <p:nvSpPr>
            <p:cNvPr id="10" name="Google Shape;10;p36"/>
            <p:cNvSpPr/>
            <p:nvPr/>
          </p:nvSpPr>
          <p:spPr>
            <a:xfrm>
              <a:off x="7373430" y="3691477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36"/>
            <p:cNvSpPr/>
            <p:nvPr/>
          </p:nvSpPr>
          <p:spPr>
            <a:xfrm>
              <a:off x="7918898" y="978127"/>
              <a:ext cx="49" cy="64036"/>
            </a:xfrm>
            <a:custGeom>
              <a:rect b="b" l="l" r="r" t="t"/>
              <a:pathLst>
                <a:path extrusionOk="0" fill="none" h="1320" w="1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36"/>
            <p:cNvSpPr/>
            <p:nvPr/>
          </p:nvSpPr>
          <p:spPr>
            <a:xfrm>
              <a:off x="7886686" y="1009854"/>
              <a:ext cx="64037" cy="49"/>
            </a:xfrm>
            <a:custGeom>
              <a:rect b="b" l="l" r="r" t="t"/>
              <a:pathLst>
                <a:path extrusionOk="0" fill="none" h="1" w="132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36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36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36"/>
            <p:cNvSpPr/>
            <p:nvPr/>
          </p:nvSpPr>
          <p:spPr>
            <a:xfrm>
              <a:off x="1365132" y="9040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>
              <a:off x="1332921" y="9377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6"/>
            <p:cNvSpPr/>
            <p:nvPr/>
          </p:nvSpPr>
          <p:spPr>
            <a:xfrm>
              <a:off x="4306992" y="-2814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25"/>
                  </a:moveTo>
                  <a:cubicBezTo>
                    <a:pt x="124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25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6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6"/>
            <p:cNvSpPr/>
            <p:nvPr/>
          </p:nvSpPr>
          <p:spPr>
            <a:xfrm>
              <a:off x="6718321" y="-28149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65"/>
                  </a:moveTo>
                  <a:cubicBezTo>
                    <a:pt x="1280" y="992"/>
                    <a:pt x="992" y="1280"/>
                    <a:pt x="66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65" y="1"/>
                  </a:cubicBezTo>
                  <a:cubicBezTo>
                    <a:pt x="992" y="1"/>
                    <a:pt x="1280" y="288"/>
                    <a:pt x="128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6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36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6"/>
            <p:cNvSpPr/>
            <p:nvPr/>
          </p:nvSpPr>
          <p:spPr>
            <a:xfrm>
              <a:off x="7555030" y="399011"/>
              <a:ext cx="346379" cy="49"/>
            </a:xfrm>
            <a:custGeom>
              <a:rect b="b" l="l" r="r" t="t"/>
              <a:pathLst>
                <a:path extrusionOk="0" fill="none" h="1" w="7140">
                  <a:moveTo>
                    <a:pt x="1" y="0"/>
                  </a:moveTo>
                  <a:lnTo>
                    <a:pt x="7140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36"/>
            <p:cNvSpPr/>
            <p:nvPr/>
          </p:nvSpPr>
          <p:spPr>
            <a:xfrm>
              <a:off x="7036757" y="707336"/>
              <a:ext cx="154464" cy="49"/>
            </a:xfrm>
            <a:custGeom>
              <a:rect b="b" l="l" r="r" t="t"/>
              <a:pathLst>
                <a:path extrusionOk="0" fill="none" h="1" w="3184">
                  <a:moveTo>
                    <a:pt x="0" y="0"/>
                  </a:moveTo>
                  <a:lnTo>
                    <a:pt x="3183" y="0"/>
                  </a:lnTo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36"/>
            <p:cNvSpPr/>
            <p:nvPr/>
          </p:nvSpPr>
          <p:spPr>
            <a:xfrm>
              <a:off x="2976504" y="-57983"/>
              <a:ext cx="236256" cy="49"/>
            </a:xfrm>
            <a:custGeom>
              <a:rect b="b" l="l" r="r" t="t"/>
              <a:pathLst>
                <a:path extrusionOk="0" fill="none" h="1" w="4870">
                  <a:moveTo>
                    <a:pt x="486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36"/>
            <p:cNvSpPr/>
            <p:nvPr/>
          </p:nvSpPr>
          <p:spPr>
            <a:xfrm>
              <a:off x="2236800" y="-57983"/>
              <a:ext cx="126084" cy="49"/>
            </a:xfrm>
            <a:custGeom>
              <a:rect b="b" l="l" r="r" t="t"/>
              <a:pathLst>
                <a:path extrusionOk="0" fill="none" h="1" w="2599">
                  <a:moveTo>
                    <a:pt x="259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36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6"/>
            <p:cNvSpPr/>
            <p:nvPr/>
          </p:nvSpPr>
          <p:spPr>
            <a:xfrm>
              <a:off x="1196796" y="2314864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36"/>
            <p:cNvSpPr/>
            <p:nvPr/>
          </p:nvSpPr>
          <p:spPr>
            <a:xfrm>
              <a:off x="1164536" y="2349016"/>
              <a:ext cx="64036" cy="49"/>
            </a:xfrm>
            <a:custGeom>
              <a:rect b="b" l="l" r="r" t="t"/>
              <a:pathLst>
                <a:path extrusionOk="0" fill="none" h="1" w="132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36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36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6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36"/>
            <p:cNvSpPr/>
            <p:nvPr/>
          </p:nvSpPr>
          <p:spPr>
            <a:xfrm>
              <a:off x="220338" y="475379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36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36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36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36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36"/>
            <p:cNvSpPr/>
            <p:nvPr/>
          </p:nvSpPr>
          <p:spPr>
            <a:xfrm>
              <a:off x="1168417" y="32465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36"/>
            <p:cNvSpPr/>
            <p:nvPr/>
          </p:nvSpPr>
          <p:spPr>
            <a:xfrm>
              <a:off x="1134264" y="32787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6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36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36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36"/>
            <p:cNvSpPr/>
            <p:nvPr/>
          </p:nvSpPr>
          <p:spPr>
            <a:xfrm>
              <a:off x="1170309" y="36395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36"/>
            <p:cNvSpPr/>
            <p:nvPr/>
          </p:nvSpPr>
          <p:spPr>
            <a:xfrm>
              <a:off x="535385" y="644922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36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36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36"/>
            <p:cNvSpPr/>
            <p:nvPr/>
          </p:nvSpPr>
          <p:spPr>
            <a:xfrm flipH="1">
              <a:off x="944100" y="4932025"/>
              <a:ext cx="7255800" cy="669600"/>
            </a:xfrm>
            <a:prstGeom prst="roundRect">
              <a:avLst>
                <a:gd fmla="val 50000" name="adj"/>
              </a:avLst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" name="Google Shape;50;p36"/>
          <p:cNvSpPr/>
          <p:nvPr/>
        </p:nvSpPr>
        <p:spPr>
          <a:xfrm>
            <a:off x="-430973" y="4593355"/>
            <a:ext cx="60204" cy="62581"/>
          </a:xfrm>
          <a:custGeom>
            <a:rect b="b" l="l" r="r" t="t"/>
            <a:pathLst>
              <a:path extrusionOk="0" fill="none" h="1290" w="1241">
                <a:moveTo>
                  <a:pt x="1240" y="626"/>
                </a:moveTo>
                <a:cubicBezTo>
                  <a:pt x="1240" y="993"/>
                  <a:pt x="953" y="1290"/>
                  <a:pt x="625" y="1290"/>
                </a:cubicBezTo>
                <a:cubicBezTo>
                  <a:pt x="288" y="1290"/>
                  <a:pt x="1" y="993"/>
                  <a:pt x="1" y="626"/>
                </a:cubicBezTo>
                <a:cubicBezTo>
                  <a:pt x="1" y="298"/>
                  <a:pt x="288" y="1"/>
                  <a:pt x="625" y="1"/>
                </a:cubicBezTo>
                <a:cubicBezTo>
                  <a:pt x="953" y="1"/>
                  <a:pt x="1240" y="298"/>
                  <a:pt x="1240" y="626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6"/>
          <p:cNvSpPr txBox="1"/>
          <p:nvPr>
            <p:ph idx="1" type="subTitle"/>
          </p:nvPr>
        </p:nvSpPr>
        <p:spPr>
          <a:xfrm>
            <a:off x="2714625" y="2238375"/>
            <a:ext cx="3789300" cy="8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12237"/>
              </a:buClr>
              <a:buSzPts val="1400"/>
              <a:buFont typeface="Montserrat"/>
              <a:buNone/>
              <a:defRPr sz="1400">
                <a:solidFill>
                  <a:srgbClr val="212237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6"/>
          <p:cNvSpPr/>
          <p:nvPr/>
        </p:nvSpPr>
        <p:spPr>
          <a:xfrm>
            <a:off x="-449875" y="82400"/>
            <a:ext cx="2185800" cy="675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6"/>
          <p:cNvSpPr/>
          <p:nvPr/>
        </p:nvSpPr>
        <p:spPr>
          <a:xfrm>
            <a:off x="-1011450" y="2211372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36"/>
          <p:cNvSpPr/>
          <p:nvPr/>
        </p:nvSpPr>
        <p:spPr>
          <a:xfrm>
            <a:off x="8165100" y="3136013"/>
            <a:ext cx="2185800" cy="626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6"/>
          <p:cNvSpPr/>
          <p:nvPr/>
        </p:nvSpPr>
        <p:spPr>
          <a:xfrm>
            <a:off x="7577575" y="672500"/>
            <a:ext cx="2185800" cy="675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6"/>
          <p:cNvSpPr txBox="1"/>
          <p:nvPr>
            <p:ph type="title"/>
          </p:nvPr>
        </p:nvSpPr>
        <p:spPr>
          <a:xfrm>
            <a:off x="1984050" y="638175"/>
            <a:ext cx="51759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3500"/>
              <a:buFont typeface="Comfortaa"/>
              <a:buNone/>
              <a:defRPr b="1" sz="5000">
                <a:solidFill>
                  <a:srgbClr val="EC646E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C646E"/>
              </a:buClr>
              <a:buSzPts val="2800"/>
              <a:buNone/>
              <a:defRPr>
                <a:solidFill>
                  <a:srgbClr val="EC646E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7"/>
          <p:cNvSpPr txBox="1"/>
          <p:nvPr>
            <p:ph idx="1" type="body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/>
        </p:txBody>
      </p:sp>
      <p:sp>
        <p:nvSpPr>
          <p:cNvPr id="59" name="Google Shape;59;p37"/>
          <p:cNvSpPr txBox="1"/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0" name="Google Shape;60;p37"/>
          <p:cNvSpPr/>
          <p:nvPr/>
        </p:nvSpPr>
        <p:spPr>
          <a:xfrm>
            <a:off x="7633500" y="2594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7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3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63" name="Google Shape;63;p37"/>
            <p:cNvSpPr/>
            <p:nvPr/>
          </p:nvSpPr>
          <p:spPr>
            <a:xfrm>
              <a:off x="7373430" y="3691477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37"/>
            <p:cNvSpPr/>
            <p:nvPr/>
          </p:nvSpPr>
          <p:spPr>
            <a:xfrm>
              <a:off x="7918898" y="978127"/>
              <a:ext cx="49" cy="64036"/>
            </a:xfrm>
            <a:custGeom>
              <a:rect b="b" l="l" r="r" t="t"/>
              <a:pathLst>
                <a:path extrusionOk="0" fill="none" h="1320" w="1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>
              <a:off x="7886686" y="1009854"/>
              <a:ext cx="64037" cy="49"/>
            </a:xfrm>
            <a:custGeom>
              <a:rect b="b" l="l" r="r" t="t"/>
              <a:pathLst>
                <a:path extrusionOk="0" fill="none" h="1" w="132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37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37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37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37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37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37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7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37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37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37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37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37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37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37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37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37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37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37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37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37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37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37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37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37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90" name="Google Shape;90;p37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37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37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37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37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37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37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37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37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37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Google Shape;101;p38"/>
          <p:cNvGrpSpPr/>
          <p:nvPr/>
        </p:nvGrpSpPr>
        <p:grpSpPr>
          <a:xfrm>
            <a:off x="168169" y="129458"/>
            <a:ext cx="8873476" cy="4521709"/>
            <a:chOff x="168169" y="129458"/>
            <a:chExt cx="8873476" cy="4521709"/>
          </a:xfrm>
        </p:grpSpPr>
        <p:sp>
          <p:nvSpPr>
            <p:cNvPr id="102" name="Google Shape;102;p38"/>
            <p:cNvSpPr/>
            <p:nvPr/>
          </p:nvSpPr>
          <p:spPr>
            <a:xfrm flipH="1">
              <a:off x="4612091" y="527348"/>
              <a:ext cx="97960" cy="97960"/>
            </a:xfrm>
            <a:custGeom>
              <a:rect b="b" l="l" r="r" t="t"/>
              <a:pathLst>
                <a:path extrusionOk="0" fill="none" h="2768" w="2768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38"/>
            <p:cNvSpPr/>
            <p:nvPr/>
          </p:nvSpPr>
          <p:spPr>
            <a:xfrm flipH="1">
              <a:off x="354391" y="203388"/>
              <a:ext cx="97960" cy="97924"/>
            </a:xfrm>
            <a:custGeom>
              <a:rect b="b" l="l" r="r" t="t"/>
              <a:pathLst>
                <a:path extrusionOk="0" fill="none" h="2767" w="2768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38"/>
            <p:cNvSpPr/>
            <p:nvPr/>
          </p:nvSpPr>
          <p:spPr>
            <a:xfrm flipH="1">
              <a:off x="7777903" y="1113371"/>
              <a:ext cx="97924" cy="97960"/>
            </a:xfrm>
            <a:custGeom>
              <a:rect b="b" l="l" r="r" t="t"/>
              <a:pathLst>
                <a:path extrusionOk="0" fill="none" h="2768" w="2767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38"/>
            <p:cNvSpPr/>
            <p:nvPr/>
          </p:nvSpPr>
          <p:spPr>
            <a:xfrm flipH="1">
              <a:off x="8887557" y="641587"/>
              <a:ext cx="154088" cy="151682"/>
            </a:xfrm>
            <a:custGeom>
              <a:rect b="b" l="l" r="r" t="t"/>
              <a:pathLst>
                <a:path extrusionOk="0" fill="none" h="4286" w="4354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38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38"/>
            <p:cNvSpPr/>
            <p:nvPr/>
          </p:nvSpPr>
          <p:spPr>
            <a:xfrm flipH="1">
              <a:off x="5959946" y="203407"/>
              <a:ext cx="257745" cy="35"/>
            </a:xfrm>
            <a:custGeom>
              <a:rect b="b" l="l" r="r" t="t"/>
              <a:pathLst>
                <a:path extrusionOk="0" fill="none" h="1" w="7283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38"/>
            <p:cNvSpPr/>
            <p:nvPr/>
          </p:nvSpPr>
          <p:spPr>
            <a:xfrm flipH="1">
              <a:off x="7525927" y="129458"/>
              <a:ext cx="132005" cy="35"/>
            </a:xfrm>
            <a:custGeom>
              <a:rect b="b" l="l" r="r" t="t"/>
              <a:pathLst>
                <a:path extrusionOk="0" fill="none" h="1" w="373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38"/>
            <p:cNvSpPr/>
            <p:nvPr/>
          </p:nvSpPr>
          <p:spPr>
            <a:xfrm flipH="1">
              <a:off x="8171476" y="363669"/>
              <a:ext cx="35" cy="84051"/>
            </a:xfrm>
            <a:custGeom>
              <a:rect b="b" l="l" r="r" t="t"/>
              <a:pathLst>
                <a:path extrusionOk="0" fill="none" h="2375" w="1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38"/>
            <p:cNvSpPr/>
            <p:nvPr/>
          </p:nvSpPr>
          <p:spPr>
            <a:xfrm flipH="1">
              <a:off x="8127769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38"/>
            <p:cNvSpPr/>
            <p:nvPr/>
          </p:nvSpPr>
          <p:spPr>
            <a:xfrm flipH="1">
              <a:off x="8127769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38"/>
            <p:cNvSpPr/>
            <p:nvPr/>
          </p:nvSpPr>
          <p:spPr>
            <a:xfrm flipH="1">
              <a:off x="226920" y="11230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8"/>
            <p:cNvSpPr/>
            <p:nvPr/>
          </p:nvSpPr>
          <p:spPr>
            <a:xfrm flipH="1">
              <a:off x="185195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8"/>
            <p:cNvSpPr/>
            <p:nvPr/>
          </p:nvSpPr>
          <p:spPr>
            <a:xfrm flipH="1">
              <a:off x="185195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38"/>
            <p:cNvSpPr/>
            <p:nvPr/>
          </p:nvSpPr>
          <p:spPr>
            <a:xfrm rot="10800000">
              <a:off x="7825875" y="3901013"/>
              <a:ext cx="0" cy="63844"/>
            </a:xfrm>
            <a:custGeom>
              <a:rect b="b" l="l" r="r" t="t"/>
              <a:pathLst>
                <a:path extrusionOk="0" fill="none" h="1804" w="12000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38"/>
            <p:cNvSpPr/>
            <p:nvPr/>
          </p:nvSpPr>
          <p:spPr>
            <a:xfrm flipH="1">
              <a:off x="7793706" y="3932687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8"/>
            <p:cNvSpPr/>
            <p:nvPr/>
          </p:nvSpPr>
          <p:spPr>
            <a:xfrm flipH="1">
              <a:off x="794536" y="3761286"/>
              <a:ext cx="61932" cy="61932"/>
            </a:xfrm>
            <a:custGeom>
              <a:rect b="b" l="l" r="r" t="t"/>
              <a:pathLst>
                <a:path extrusionOk="0" fill="none" h="1750" w="175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8"/>
            <p:cNvSpPr/>
            <p:nvPr/>
          </p:nvSpPr>
          <p:spPr>
            <a:xfrm rot="10800000">
              <a:off x="898194" y="4515306"/>
              <a:ext cx="166085" cy="0"/>
            </a:xfrm>
            <a:custGeom>
              <a:rect b="b" l="l" r="r" t="t"/>
              <a:pathLst>
                <a:path extrusionOk="0" fill="none" h="120000" w="4693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38"/>
            <p:cNvSpPr/>
            <p:nvPr/>
          </p:nvSpPr>
          <p:spPr>
            <a:xfrm flipH="1">
              <a:off x="6319800" y="4584882"/>
              <a:ext cx="35" cy="66285"/>
            </a:xfrm>
            <a:custGeom>
              <a:rect b="b" l="l" r="r" t="t"/>
              <a:pathLst>
                <a:path extrusionOk="0" fill="none" h="1873" w="1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38"/>
            <p:cNvSpPr/>
            <p:nvPr/>
          </p:nvSpPr>
          <p:spPr>
            <a:xfrm flipH="1">
              <a:off x="6287631" y="4617052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38"/>
            <p:cNvSpPr/>
            <p:nvPr/>
          </p:nvSpPr>
          <p:spPr>
            <a:xfrm flipH="1">
              <a:off x="7176009" y="4584925"/>
              <a:ext cx="61932" cy="61968"/>
            </a:xfrm>
            <a:custGeom>
              <a:rect b="b" l="l" r="r" t="t"/>
              <a:pathLst>
                <a:path extrusionOk="0" fill="none" h="1751" w="175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38"/>
            <p:cNvSpPr/>
            <p:nvPr/>
          </p:nvSpPr>
          <p:spPr>
            <a:xfrm flipH="1">
              <a:off x="8641792" y="4554702"/>
              <a:ext cx="128183" cy="35"/>
            </a:xfrm>
            <a:custGeom>
              <a:rect b="b" l="l" r="r" t="t"/>
              <a:pathLst>
                <a:path extrusionOk="0" fill="none" h="1" w="3622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38"/>
            <p:cNvSpPr/>
            <p:nvPr/>
          </p:nvSpPr>
          <p:spPr>
            <a:xfrm flipH="1">
              <a:off x="476309" y="3999355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38"/>
            <p:cNvSpPr/>
            <p:nvPr/>
          </p:nvSpPr>
          <p:spPr>
            <a:xfrm flipH="1">
              <a:off x="444140" y="4031029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38"/>
            <p:cNvSpPr/>
            <p:nvPr/>
          </p:nvSpPr>
          <p:spPr>
            <a:xfrm flipH="1">
              <a:off x="168169" y="3667220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38"/>
            <p:cNvSpPr/>
            <p:nvPr/>
          </p:nvSpPr>
          <p:spPr>
            <a:xfrm flipH="1">
              <a:off x="240187" y="30010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38"/>
            <p:cNvSpPr/>
            <p:nvPr/>
          </p:nvSpPr>
          <p:spPr>
            <a:xfrm>
              <a:off x="8757312" y="1983759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38"/>
            <p:cNvSpPr/>
            <p:nvPr/>
          </p:nvSpPr>
          <p:spPr>
            <a:xfrm>
              <a:off x="8932808" y="1361385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38"/>
            <p:cNvSpPr/>
            <p:nvPr/>
          </p:nvSpPr>
          <p:spPr>
            <a:xfrm>
              <a:off x="8888641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38"/>
            <p:cNvSpPr/>
            <p:nvPr/>
          </p:nvSpPr>
          <p:spPr>
            <a:xfrm>
              <a:off x="8888641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38"/>
            <p:cNvSpPr/>
            <p:nvPr/>
          </p:nvSpPr>
          <p:spPr>
            <a:xfrm>
              <a:off x="8683418" y="4237642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38"/>
            <p:cNvSpPr/>
            <p:nvPr/>
          </p:nvSpPr>
          <p:spPr>
            <a:xfrm>
              <a:off x="8651248" y="4269316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38"/>
            <p:cNvSpPr/>
            <p:nvPr/>
          </p:nvSpPr>
          <p:spPr>
            <a:xfrm>
              <a:off x="8737175" y="3905507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38"/>
            <p:cNvSpPr/>
            <p:nvPr/>
          </p:nvSpPr>
          <p:spPr>
            <a:xfrm>
              <a:off x="8781342" y="3239326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" name="Google Shape;135;p38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8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38"/>
          <p:cNvCxnSpPr/>
          <p:nvPr/>
        </p:nvCxnSpPr>
        <p:spPr>
          <a:xfrm rot="10800000">
            <a:off x="2238375" y="4869600"/>
            <a:ext cx="7048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9" name="Google Shape;139;p38"/>
          <p:cNvSpPr txBox="1"/>
          <p:nvPr>
            <p:ph idx="1" type="subTitle"/>
          </p:nvPr>
        </p:nvSpPr>
        <p:spPr>
          <a:xfrm>
            <a:off x="1361825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40" name="Google Shape;140;p38"/>
          <p:cNvSpPr txBox="1"/>
          <p:nvPr>
            <p:ph type="title"/>
          </p:nvPr>
        </p:nvSpPr>
        <p:spPr>
          <a:xfrm>
            <a:off x="1361825" y="2484925"/>
            <a:ext cx="4257900" cy="781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1" name="Google Shape;141;p38"/>
          <p:cNvSpPr txBox="1"/>
          <p:nvPr>
            <p:ph idx="2" type="title"/>
          </p:nvPr>
        </p:nvSpPr>
        <p:spPr>
          <a:xfrm>
            <a:off x="1361825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2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9"/>
          <p:cNvSpPr txBox="1"/>
          <p:nvPr>
            <p:ph type="title"/>
          </p:nvPr>
        </p:nvSpPr>
        <p:spPr>
          <a:xfrm>
            <a:off x="1018650" y="17355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4" name="Google Shape;144;p39"/>
          <p:cNvSpPr txBox="1"/>
          <p:nvPr>
            <p:ph idx="1" type="subTitle"/>
          </p:nvPr>
        </p:nvSpPr>
        <p:spPr>
          <a:xfrm>
            <a:off x="1018650" y="20231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5" name="Google Shape;145;p39"/>
          <p:cNvSpPr txBox="1"/>
          <p:nvPr>
            <p:ph idx="2" type="title"/>
          </p:nvPr>
        </p:nvSpPr>
        <p:spPr>
          <a:xfrm>
            <a:off x="1018650" y="3422225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6" name="Google Shape;146;p39"/>
          <p:cNvSpPr txBox="1"/>
          <p:nvPr>
            <p:ph idx="3" type="subTitle"/>
          </p:nvPr>
        </p:nvSpPr>
        <p:spPr>
          <a:xfrm>
            <a:off x="1018650" y="3709800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147" name="Google Shape;147;p39"/>
          <p:cNvGrpSpPr/>
          <p:nvPr/>
        </p:nvGrpSpPr>
        <p:grpSpPr>
          <a:xfrm>
            <a:off x="168169" y="151697"/>
            <a:ext cx="8942153" cy="4799996"/>
            <a:chOff x="168169" y="151697"/>
            <a:chExt cx="8942153" cy="4799996"/>
          </a:xfrm>
        </p:grpSpPr>
        <p:sp>
          <p:nvSpPr>
            <p:cNvPr id="148" name="Google Shape;148;p39"/>
            <p:cNvSpPr/>
            <p:nvPr/>
          </p:nvSpPr>
          <p:spPr>
            <a:xfrm flipH="1">
              <a:off x="1900366" y="194838"/>
              <a:ext cx="97960" cy="97924"/>
            </a:xfrm>
            <a:custGeom>
              <a:rect b="b" l="l" r="r" t="t"/>
              <a:pathLst>
                <a:path extrusionOk="0" fill="none" h="2767" w="2768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39"/>
            <p:cNvSpPr/>
            <p:nvPr/>
          </p:nvSpPr>
          <p:spPr>
            <a:xfrm flipH="1">
              <a:off x="258413" y="17454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39"/>
            <p:cNvSpPr/>
            <p:nvPr/>
          </p:nvSpPr>
          <p:spPr>
            <a:xfrm flipH="1">
              <a:off x="3472239" y="151697"/>
              <a:ext cx="380159" cy="35"/>
            </a:xfrm>
            <a:custGeom>
              <a:rect b="b" l="l" r="r" t="t"/>
              <a:pathLst>
                <a:path extrusionOk="0" fill="none" h="1" w="10742">
                  <a:moveTo>
                    <a:pt x="1" y="1"/>
                  </a:moveTo>
                  <a:lnTo>
                    <a:pt x="10742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39"/>
            <p:cNvSpPr/>
            <p:nvPr/>
          </p:nvSpPr>
          <p:spPr>
            <a:xfrm flipH="1">
              <a:off x="684120" y="11992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39"/>
            <p:cNvSpPr/>
            <p:nvPr/>
          </p:nvSpPr>
          <p:spPr>
            <a:xfrm flipH="1">
              <a:off x="642395" y="12415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9"/>
            <p:cNvSpPr/>
            <p:nvPr/>
          </p:nvSpPr>
          <p:spPr>
            <a:xfrm flipH="1">
              <a:off x="642395" y="12415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39"/>
            <p:cNvSpPr/>
            <p:nvPr/>
          </p:nvSpPr>
          <p:spPr>
            <a:xfrm flipH="1">
              <a:off x="1018638" y="4668161"/>
              <a:ext cx="253923" cy="35"/>
            </a:xfrm>
            <a:custGeom>
              <a:rect b="b" l="l" r="r" t="t"/>
              <a:pathLst>
                <a:path extrusionOk="0" fill="none" h="1" w="7175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39"/>
            <p:cNvSpPr/>
            <p:nvPr/>
          </p:nvSpPr>
          <p:spPr>
            <a:xfrm rot="10800000">
              <a:off x="309206" y="4804156"/>
              <a:ext cx="166085" cy="0"/>
            </a:xfrm>
            <a:custGeom>
              <a:rect b="b" l="l" r="r" t="t"/>
              <a:pathLst>
                <a:path extrusionOk="0" fill="none" h="120000" w="4693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39"/>
            <p:cNvSpPr/>
            <p:nvPr/>
          </p:nvSpPr>
          <p:spPr>
            <a:xfrm flipH="1">
              <a:off x="6319800" y="4584882"/>
              <a:ext cx="35" cy="66285"/>
            </a:xfrm>
            <a:custGeom>
              <a:rect b="b" l="l" r="r" t="t"/>
              <a:pathLst>
                <a:path extrusionOk="0" fill="none" h="1873" w="1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39"/>
            <p:cNvSpPr/>
            <p:nvPr/>
          </p:nvSpPr>
          <p:spPr>
            <a:xfrm flipH="1">
              <a:off x="6287631" y="4617052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39"/>
            <p:cNvSpPr/>
            <p:nvPr/>
          </p:nvSpPr>
          <p:spPr>
            <a:xfrm flipH="1">
              <a:off x="4890009" y="4889725"/>
              <a:ext cx="61932" cy="61968"/>
            </a:xfrm>
            <a:custGeom>
              <a:rect b="b" l="l" r="r" t="t"/>
              <a:pathLst>
                <a:path extrusionOk="0" fill="none" h="1751" w="175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39"/>
            <p:cNvSpPr/>
            <p:nvPr/>
          </p:nvSpPr>
          <p:spPr>
            <a:xfrm flipH="1">
              <a:off x="3188068" y="4637189"/>
              <a:ext cx="60021" cy="61968"/>
            </a:xfrm>
            <a:custGeom>
              <a:rect b="b" l="l" r="r" t="t"/>
              <a:pathLst>
                <a:path extrusionOk="0" fill="none" h="1751" w="1696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39"/>
            <p:cNvSpPr/>
            <p:nvPr/>
          </p:nvSpPr>
          <p:spPr>
            <a:xfrm flipH="1">
              <a:off x="3832166" y="4401067"/>
              <a:ext cx="253923" cy="35"/>
            </a:xfrm>
            <a:custGeom>
              <a:rect b="b" l="l" r="r" t="t"/>
              <a:pathLst>
                <a:path extrusionOk="0" fill="none" h="1" w="7175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39"/>
            <p:cNvSpPr/>
            <p:nvPr/>
          </p:nvSpPr>
          <p:spPr>
            <a:xfrm flipH="1">
              <a:off x="476309" y="3999355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39"/>
            <p:cNvSpPr/>
            <p:nvPr/>
          </p:nvSpPr>
          <p:spPr>
            <a:xfrm flipH="1">
              <a:off x="444140" y="4031029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39"/>
            <p:cNvSpPr/>
            <p:nvPr/>
          </p:nvSpPr>
          <p:spPr>
            <a:xfrm flipH="1">
              <a:off x="168169" y="3667220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39"/>
            <p:cNvSpPr/>
            <p:nvPr/>
          </p:nvSpPr>
          <p:spPr>
            <a:xfrm flipH="1">
              <a:off x="240187" y="30010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39"/>
            <p:cNvSpPr/>
            <p:nvPr/>
          </p:nvSpPr>
          <p:spPr>
            <a:xfrm>
              <a:off x="8876040" y="15930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39"/>
            <p:cNvSpPr/>
            <p:nvPr/>
          </p:nvSpPr>
          <p:spPr>
            <a:xfrm>
              <a:off x="8899135" y="2086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39"/>
            <p:cNvSpPr/>
            <p:nvPr/>
          </p:nvSpPr>
          <p:spPr>
            <a:xfrm>
              <a:off x="8854969" y="2509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39"/>
            <p:cNvSpPr/>
            <p:nvPr/>
          </p:nvSpPr>
          <p:spPr>
            <a:xfrm>
              <a:off x="8854969" y="2509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39"/>
            <p:cNvSpPr/>
            <p:nvPr/>
          </p:nvSpPr>
          <p:spPr>
            <a:xfrm>
              <a:off x="8803199" y="4651756"/>
              <a:ext cx="166085" cy="0"/>
            </a:xfrm>
            <a:custGeom>
              <a:rect b="b" l="l" r="r" t="t"/>
              <a:pathLst>
                <a:path extrusionOk="0" fill="none" h="120000" w="4693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39"/>
            <p:cNvSpPr/>
            <p:nvPr/>
          </p:nvSpPr>
          <p:spPr>
            <a:xfrm>
              <a:off x="8802146" y="3846955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39"/>
            <p:cNvSpPr/>
            <p:nvPr/>
          </p:nvSpPr>
          <p:spPr>
            <a:xfrm>
              <a:off x="8769976" y="3878629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39"/>
            <p:cNvSpPr/>
            <p:nvPr/>
          </p:nvSpPr>
          <p:spPr>
            <a:xfrm>
              <a:off x="8855903" y="3514820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39"/>
            <p:cNvSpPr/>
            <p:nvPr/>
          </p:nvSpPr>
          <p:spPr>
            <a:xfrm>
              <a:off x="8900070" y="28486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4" name="Google Shape;174;p39"/>
          <p:cNvSpPr txBox="1"/>
          <p:nvPr>
            <p:ph idx="4" type="title"/>
          </p:nvPr>
        </p:nvSpPr>
        <p:spPr>
          <a:xfrm>
            <a:off x="5411700" y="1736980"/>
            <a:ext cx="3018300" cy="440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5" name="Google Shape;175;p39"/>
          <p:cNvSpPr txBox="1"/>
          <p:nvPr>
            <p:ph idx="5" type="subTitle"/>
          </p:nvPr>
        </p:nvSpPr>
        <p:spPr>
          <a:xfrm>
            <a:off x="5411700" y="2024555"/>
            <a:ext cx="3018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6" name="Google Shape;176;p39"/>
          <p:cNvSpPr/>
          <p:nvPr/>
        </p:nvSpPr>
        <p:spPr>
          <a:xfrm flipH="1" rot="10800000">
            <a:off x="-666750" y="-24475"/>
            <a:ext cx="2118000" cy="843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9"/>
          <p:cNvSpPr txBox="1"/>
          <p:nvPr>
            <p:ph idx="6"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40"/>
          <p:cNvGrpSpPr/>
          <p:nvPr/>
        </p:nvGrpSpPr>
        <p:grpSpPr>
          <a:xfrm>
            <a:off x="-115600" y="129458"/>
            <a:ext cx="9118707" cy="4740142"/>
            <a:chOff x="-115600" y="129458"/>
            <a:chExt cx="9118707" cy="4740142"/>
          </a:xfrm>
        </p:grpSpPr>
        <p:sp>
          <p:nvSpPr>
            <p:cNvPr id="180" name="Google Shape;180;p40"/>
            <p:cNvSpPr/>
            <p:nvPr/>
          </p:nvSpPr>
          <p:spPr>
            <a:xfrm>
              <a:off x="4461224" y="527348"/>
              <a:ext cx="97960" cy="97960"/>
            </a:xfrm>
            <a:custGeom>
              <a:rect b="b" l="l" r="r" t="t"/>
              <a:pathLst>
                <a:path extrusionOk="0" fill="none" h="2768" w="2768">
                  <a:moveTo>
                    <a:pt x="2767" y="1357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7"/>
                  </a:cubicBezTo>
                  <a:cubicBezTo>
                    <a:pt x="1" y="624"/>
                    <a:pt x="624" y="1"/>
                    <a:pt x="1411" y="1"/>
                  </a:cubicBezTo>
                  <a:cubicBezTo>
                    <a:pt x="2143" y="1"/>
                    <a:pt x="2767" y="624"/>
                    <a:pt x="2767" y="1357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0"/>
            <p:cNvSpPr/>
            <p:nvPr/>
          </p:nvSpPr>
          <p:spPr>
            <a:xfrm>
              <a:off x="8718925" y="203388"/>
              <a:ext cx="97960" cy="97924"/>
            </a:xfrm>
            <a:custGeom>
              <a:rect b="b" l="l" r="r" t="t"/>
              <a:pathLst>
                <a:path extrusionOk="0" fill="none" h="2767" w="2768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0"/>
            <p:cNvSpPr/>
            <p:nvPr/>
          </p:nvSpPr>
          <p:spPr>
            <a:xfrm>
              <a:off x="1295447" y="1113371"/>
              <a:ext cx="97924" cy="97960"/>
            </a:xfrm>
            <a:custGeom>
              <a:rect b="b" l="l" r="r" t="t"/>
              <a:pathLst>
                <a:path extrusionOk="0" fill="none" h="2768" w="2767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0"/>
            <p:cNvSpPr/>
            <p:nvPr/>
          </p:nvSpPr>
          <p:spPr>
            <a:xfrm>
              <a:off x="129630" y="641587"/>
              <a:ext cx="154088" cy="151682"/>
            </a:xfrm>
            <a:custGeom>
              <a:rect b="b" l="l" r="r" t="t"/>
              <a:pathLst>
                <a:path extrusionOk="0" fill="none" h="4286" w="4354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0"/>
            <p:cNvSpPr/>
            <p:nvPr/>
          </p:nvSpPr>
          <p:spPr>
            <a:xfrm>
              <a:off x="8768824" y="17454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0"/>
            <p:cNvSpPr/>
            <p:nvPr/>
          </p:nvSpPr>
          <p:spPr>
            <a:xfrm>
              <a:off x="2953583" y="203407"/>
              <a:ext cx="257745" cy="35"/>
            </a:xfrm>
            <a:custGeom>
              <a:rect b="b" l="l" r="r" t="t"/>
              <a:pathLst>
                <a:path extrusionOk="0" fill="none" h="1" w="7283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0"/>
            <p:cNvSpPr/>
            <p:nvPr/>
          </p:nvSpPr>
          <p:spPr>
            <a:xfrm>
              <a:off x="1513344" y="129458"/>
              <a:ext cx="132005" cy="35"/>
            </a:xfrm>
            <a:custGeom>
              <a:rect b="b" l="l" r="r" t="t"/>
              <a:pathLst>
                <a:path extrusionOk="0" fill="none" h="1" w="373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0"/>
            <p:cNvSpPr/>
            <p:nvPr/>
          </p:nvSpPr>
          <p:spPr>
            <a:xfrm>
              <a:off x="999764" y="363669"/>
              <a:ext cx="35" cy="84051"/>
            </a:xfrm>
            <a:custGeom>
              <a:rect b="b" l="l" r="r" t="t"/>
              <a:pathLst>
                <a:path extrusionOk="0" fill="none" h="2375" w="1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0"/>
            <p:cNvSpPr/>
            <p:nvPr/>
          </p:nvSpPr>
          <p:spPr>
            <a:xfrm>
              <a:off x="957544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0"/>
            <p:cNvSpPr/>
            <p:nvPr/>
          </p:nvSpPr>
          <p:spPr>
            <a:xfrm>
              <a:off x="957544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0"/>
            <p:cNvSpPr/>
            <p:nvPr/>
          </p:nvSpPr>
          <p:spPr>
            <a:xfrm>
              <a:off x="8944320" y="11230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0"/>
            <p:cNvSpPr/>
            <p:nvPr/>
          </p:nvSpPr>
          <p:spPr>
            <a:xfrm>
              <a:off x="8900153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0"/>
            <p:cNvSpPr/>
            <p:nvPr/>
          </p:nvSpPr>
          <p:spPr>
            <a:xfrm>
              <a:off x="8900153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40"/>
            <p:cNvSpPr/>
            <p:nvPr/>
          </p:nvSpPr>
          <p:spPr>
            <a:xfrm>
              <a:off x="1345400" y="3901013"/>
              <a:ext cx="0" cy="63844"/>
            </a:xfrm>
            <a:custGeom>
              <a:rect b="b" l="l" r="r" t="t"/>
              <a:pathLst>
                <a:path extrusionOk="0" fill="none" h="1804" w="120000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40"/>
            <p:cNvSpPr/>
            <p:nvPr/>
          </p:nvSpPr>
          <p:spPr>
            <a:xfrm>
              <a:off x="1313230" y="3932687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40"/>
            <p:cNvSpPr/>
            <p:nvPr/>
          </p:nvSpPr>
          <p:spPr>
            <a:xfrm>
              <a:off x="8314806" y="3761286"/>
              <a:ext cx="61932" cy="61932"/>
            </a:xfrm>
            <a:custGeom>
              <a:rect b="b" l="l" r="r" t="t"/>
              <a:pathLst>
                <a:path extrusionOk="0" fill="none" h="1750" w="175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40"/>
            <p:cNvSpPr/>
            <p:nvPr/>
          </p:nvSpPr>
          <p:spPr>
            <a:xfrm>
              <a:off x="8106996" y="4515306"/>
              <a:ext cx="166085" cy="0"/>
            </a:xfrm>
            <a:custGeom>
              <a:rect b="b" l="l" r="r" t="t"/>
              <a:pathLst>
                <a:path extrusionOk="0" fill="none" h="120000" w="4693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40"/>
            <p:cNvSpPr/>
            <p:nvPr/>
          </p:nvSpPr>
          <p:spPr>
            <a:xfrm>
              <a:off x="2851440" y="4584882"/>
              <a:ext cx="35" cy="66285"/>
            </a:xfrm>
            <a:custGeom>
              <a:rect b="b" l="l" r="r" t="t"/>
              <a:pathLst>
                <a:path extrusionOk="0" fill="none" h="1873" w="1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40"/>
            <p:cNvSpPr/>
            <p:nvPr/>
          </p:nvSpPr>
          <p:spPr>
            <a:xfrm>
              <a:off x="2819305" y="4617052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40"/>
            <p:cNvSpPr/>
            <p:nvPr/>
          </p:nvSpPr>
          <p:spPr>
            <a:xfrm>
              <a:off x="1933334" y="4584925"/>
              <a:ext cx="61933" cy="61968"/>
            </a:xfrm>
            <a:custGeom>
              <a:rect b="b" l="l" r="r" t="t"/>
              <a:pathLst>
                <a:path extrusionOk="0" fill="none" h="1751" w="175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40"/>
            <p:cNvSpPr/>
            <p:nvPr/>
          </p:nvSpPr>
          <p:spPr>
            <a:xfrm>
              <a:off x="401301" y="4554702"/>
              <a:ext cx="128183" cy="35"/>
            </a:xfrm>
            <a:custGeom>
              <a:rect b="b" l="l" r="r" t="t"/>
              <a:pathLst>
                <a:path extrusionOk="0" fill="none" h="1" w="3622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40"/>
            <p:cNvSpPr/>
            <p:nvPr/>
          </p:nvSpPr>
          <p:spPr>
            <a:xfrm>
              <a:off x="8694930" y="3999355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40"/>
            <p:cNvSpPr/>
            <p:nvPr/>
          </p:nvSpPr>
          <p:spPr>
            <a:xfrm>
              <a:off x="8662761" y="4031029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40"/>
            <p:cNvSpPr/>
            <p:nvPr/>
          </p:nvSpPr>
          <p:spPr>
            <a:xfrm>
              <a:off x="8748688" y="3667220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40"/>
            <p:cNvSpPr/>
            <p:nvPr/>
          </p:nvSpPr>
          <p:spPr>
            <a:xfrm>
              <a:off x="8792854" y="30010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05" name="Google Shape;205;p40"/>
            <p:cNvCxnSpPr/>
            <p:nvPr/>
          </p:nvCxnSpPr>
          <p:spPr>
            <a:xfrm>
              <a:off x="-115600" y="4869600"/>
              <a:ext cx="7048500" cy="0"/>
            </a:xfrm>
            <a:prstGeom prst="straightConnector1">
              <a:avLst/>
            </a:prstGeom>
            <a:noFill/>
            <a:ln cap="flat" cmpd="sng" w="952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40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40"/>
            <p:cNvSpPr/>
            <p:nvPr/>
          </p:nvSpPr>
          <p:spPr>
            <a:xfrm flipH="1">
              <a:off x="238432" y="1361385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40"/>
            <p:cNvSpPr/>
            <p:nvPr/>
          </p:nvSpPr>
          <p:spPr>
            <a:xfrm flipH="1">
              <a:off x="196707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40"/>
            <p:cNvSpPr/>
            <p:nvPr/>
          </p:nvSpPr>
          <p:spPr>
            <a:xfrm flipH="1">
              <a:off x="196707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40"/>
            <p:cNvSpPr/>
            <p:nvPr/>
          </p:nvSpPr>
          <p:spPr>
            <a:xfrm flipH="1">
              <a:off x="487822" y="4237642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40"/>
            <p:cNvSpPr/>
            <p:nvPr/>
          </p:nvSpPr>
          <p:spPr>
            <a:xfrm flipH="1">
              <a:off x="455652" y="4269316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40"/>
            <p:cNvSpPr/>
            <p:nvPr/>
          </p:nvSpPr>
          <p:spPr>
            <a:xfrm flipH="1">
              <a:off x="179681" y="3905507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40"/>
            <p:cNvSpPr/>
            <p:nvPr/>
          </p:nvSpPr>
          <p:spPr>
            <a:xfrm flipH="1">
              <a:off x="251700" y="3239326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4" name="Google Shape;214;p40"/>
          <p:cNvSpPr/>
          <p:nvPr/>
        </p:nvSpPr>
        <p:spPr>
          <a:xfrm flipH="1">
            <a:off x="4260625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0"/>
          <p:cNvSpPr/>
          <p:nvPr/>
        </p:nvSpPr>
        <p:spPr>
          <a:xfrm flipH="1">
            <a:off x="7948625" y="42583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0"/>
          <p:cNvSpPr/>
          <p:nvPr/>
        </p:nvSpPr>
        <p:spPr>
          <a:xfrm flipH="1">
            <a:off x="-514350" y="360574"/>
            <a:ext cx="4049100" cy="62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0"/>
          <p:cNvSpPr txBox="1"/>
          <p:nvPr>
            <p:ph idx="1" type="subTitle"/>
          </p:nvPr>
        </p:nvSpPr>
        <p:spPr>
          <a:xfrm flipH="1">
            <a:off x="4608750" y="3192700"/>
            <a:ext cx="32007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8" name="Google Shape;218;p40"/>
          <p:cNvSpPr txBox="1"/>
          <p:nvPr>
            <p:ph type="title"/>
          </p:nvPr>
        </p:nvSpPr>
        <p:spPr>
          <a:xfrm flipH="1">
            <a:off x="4315050" y="2529950"/>
            <a:ext cx="3494400" cy="73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40"/>
          <p:cNvSpPr txBox="1"/>
          <p:nvPr>
            <p:ph idx="2" type="title"/>
          </p:nvPr>
        </p:nvSpPr>
        <p:spPr>
          <a:xfrm flipH="1">
            <a:off x="5901750" y="1491425"/>
            <a:ext cx="1907700" cy="91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41"/>
          <p:cNvSpPr txBox="1"/>
          <p:nvPr>
            <p:ph idx="1" type="subTitle"/>
          </p:nvPr>
        </p:nvSpPr>
        <p:spPr>
          <a:xfrm>
            <a:off x="5361600" y="1605900"/>
            <a:ext cx="3068400" cy="193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23" name="Google Shape;223;p41"/>
          <p:cNvSpPr txBox="1"/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24" name="Google Shape;224;p41"/>
          <p:cNvSpPr/>
          <p:nvPr/>
        </p:nvSpPr>
        <p:spPr>
          <a:xfrm rot="10800000">
            <a:off x="3740963" y="4616800"/>
            <a:ext cx="5887500" cy="1119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/>
          <p:nvPr/>
        </p:nvSpPr>
        <p:spPr>
          <a:xfrm rot="10800000">
            <a:off x="8024813" y="-24475"/>
            <a:ext cx="2118000" cy="843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41"/>
          <p:cNvSpPr/>
          <p:nvPr/>
        </p:nvSpPr>
        <p:spPr>
          <a:xfrm rot="10800000">
            <a:off x="-666750" y="3881963"/>
            <a:ext cx="4049100" cy="6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41"/>
          <p:cNvSpPr/>
          <p:nvPr/>
        </p:nvSpPr>
        <p:spPr>
          <a:xfrm flipH="1">
            <a:off x="354391" y="203388"/>
            <a:ext cx="97960" cy="97924"/>
          </a:xfrm>
          <a:custGeom>
            <a:rect b="b" l="l" r="r" t="t"/>
            <a:pathLst>
              <a:path extrusionOk="0" fill="none" h="2767" w="2768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1"/>
          <p:cNvSpPr/>
          <p:nvPr/>
        </p:nvSpPr>
        <p:spPr>
          <a:xfrm flipH="1">
            <a:off x="258413" y="1745472"/>
            <a:ext cx="144037" cy="157946"/>
          </a:xfrm>
          <a:custGeom>
            <a:rect b="b" l="l" r="r" t="t"/>
            <a:pathLst>
              <a:path extrusionOk="0" fill="none" h="4463" w="407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41"/>
          <p:cNvSpPr/>
          <p:nvPr/>
        </p:nvSpPr>
        <p:spPr>
          <a:xfrm flipH="1">
            <a:off x="6714721" y="301307"/>
            <a:ext cx="257745" cy="35"/>
          </a:xfrm>
          <a:custGeom>
            <a:rect b="b" l="l" r="r" t="t"/>
            <a:pathLst>
              <a:path extrusionOk="0" fill="none" h="1" w="7283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1"/>
          <p:cNvSpPr/>
          <p:nvPr/>
        </p:nvSpPr>
        <p:spPr>
          <a:xfrm flipH="1">
            <a:off x="7525927" y="129458"/>
            <a:ext cx="132005" cy="35"/>
          </a:xfrm>
          <a:custGeom>
            <a:rect b="b" l="l" r="r" t="t"/>
            <a:pathLst>
              <a:path extrusionOk="0" fill="none" h="1" w="373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41"/>
          <p:cNvSpPr/>
          <p:nvPr/>
        </p:nvSpPr>
        <p:spPr>
          <a:xfrm flipH="1">
            <a:off x="684120" y="1199298"/>
            <a:ext cx="35" cy="84016"/>
          </a:xfrm>
          <a:custGeom>
            <a:rect b="b" l="l" r="r" t="t"/>
            <a:pathLst>
              <a:path extrusionOk="0" fill="none" h="2374" w="1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1"/>
          <p:cNvSpPr/>
          <p:nvPr/>
        </p:nvSpPr>
        <p:spPr>
          <a:xfrm flipH="1">
            <a:off x="642395" y="12415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41"/>
          <p:cNvSpPr/>
          <p:nvPr/>
        </p:nvSpPr>
        <p:spPr>
          <a:xfrm flipH="1">
            <a:off x="642395" y="12415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1"/>
          <p:cNvSpPr/>
          <p:nvPr/>
        </p:nvSpPr>
        <p:spPr>
          <a:xfrm flipH="1">
            <a:off x="1027863" y="4860011"/>
            <a:ext cx="253923" cy="35"/>
          </a:xfrm>
          <a:custGeom>
            <a:rect b="b" l="l" r="r" t="t"/>
            <a:pathLst>
              <a:path extrusionOk="0" fill="none" h="1" w="7175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1"/>
          <p:cNvSpPr/>
          <p:nvPr/>
        </p:nvSpPr>
        <p:spPr>
          <a:xfrm flipH="1">
            <a:off x="3188068" y="4637189"/>
            <a:ext cx="60021" cy="61968"/>
          </a:xfrm>
          <a:custGeom>
            <a:rect b="b" l="l" r="r" t="t"/>
            <a:pathLst>
              <a:path extrusionOk="0" fill="none" h="1751" w="1696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1"/>
          <p:cNvSpPr/>
          <p:nvPr/>
        </p:nvSpPr>
        <p:spPr>
          <a:xfrm flipH="1">
            <a:off x="168169" y="3667220"/>
            <a:ext cx="254419" cy="35"/>
          </a:xfrm>
          <a:custGeom>
            <a:rect b="b" l="l" r="r" t="t"/>
            <a:pathLst>
              <a:path extrusionOk="0" fill="none" h="1" w="7189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1"/>
          <p:cNvSpPr/>
          <p:nvPr/>
        </p:nvSpPr>
        <p:spPr>
          <a:xfrm flipH="1">
            <a:off x="240187" y="3001038"/>
            <a:ext cx="138233" cy="35"/>
          </a:xfrm>
          <a:custGeom>
            <a:rect b="b" l="l" r="r" t="t"/>
            <a:pathLst>
              <a:path extrusionOk="0" fill="none" h="1" w="3906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41"/>
          <p:cNvSpPr/>
          <p:nvPr/>
        </p:nvSpPr>
        <p:spPr>
          <a:xfrm>
            <a:off x="8616555" y="2893315"/>
            <a:ext cx="97924" cy="98420"/>
          </a:xfrm>
          <a:custGeom>
            <a:rect b="b" l="l" r="r" t="t"/>
            <a:pathLst>
              <a:path extrusionOk="0" fill="none" h="2781" w="2767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41"/>
          <p:cNvSpPr/>
          <p:nvPr/>
        </p:nvSpPr>
        <p:spPr>
          <a:xfrm>
            <a:off x="8836347" y="1530184"/>
            <a:ext cx="144037" cy="157946"/>
          </a:xfrm>
          <a:custGeom>
            <a:rect b="b" l="l" r="r" t="t"/>
            <a:pathLst>
              <a:path extrusionOk="0" fill="none" h="4463" w="407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1"/>
          <p:cNvSpPr/>
          <p:nvPr/>
        </p:nvSpPr>
        <p:spPr>
          <a:xfrm>
            <a:off x="8269993" y="1048098"/>
            <a:ext cx="35" cy="84016"/>
          </a:xfrm>
          <a:custGeom>
            <a:rect b="b" l="l" r="r" t="t"/>
            <a:pathLst>
              <a:path extrusionOk="0" fill="none" h="2374" w="1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41"/>
          <p:cNvSpPr/>
          <p:nvPr/>
        </p:nvSpPr>
        <p:spPr>
          <a:xfrm>
            <a:off x="8225826" y="10903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1"/>
          <p:cNvSpPr/>
          <p:nvPr/>
        </p:nvSpPr>
        <p:spPr>
          <a:xfrm>
            <a:off x="8225826" y="10903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1"/>
          <p:cNvSpPr/>
          <p:nvPr/>
        </p:nvSpPr>
        <p:spPr>
          <a:xfrm>
            <a:off x="8707279" y="4295886"/>
            <a:ext cx="61932" cy="61932"/>
          </a:xfrm>
          <a:custGeom>
            <a:rect b="b" l="l" r="r" t="t"/>
            <a:pathLst>
              <a:path extrusionOk="0" fill="none" h="1750" w="175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41"/>
          <p:cNvSpPr/>
          <p:nvPr/>
        </p:nvSpPr>
        <p:spPr>
          <a:xfrm>
            <a:off x="8836360" y="3973220"/>
            <a:ext cx="254419" cy="35"/>
          </a:xfrm>
          <a:custGeom>
            <a:rect b="b" l="l" r="r" t="t"/>
            <a:pathLst>
              <a:path extrusionOk="0" fill="none" h="1" w="7189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41"/>
          <p:cNvSpPr/>
          <p:nvPr/>
        </p:nvSpPr>
        <p:spPr>
          <a:xfrm>
            <a:off x="8952552" y="2160938"/>
            <a:ext cx="138233" cy="35"/>
          </a:xfrm>
          <a:custGeom>
            <a:rect b="b" l="l" r="r" t="t"/>
            <a:pathLst>
              <a:path extrusionOk="0" fill="none" h="1" w="3906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1"/>
          <p:cNvSpPr/>
          <p:nvPr/>
        </p:nvSpPr>
        <p:spPr>
          <a:xfrm>
            <a:off x="5654972" y="374948"/>
            <a:ext cx="97960" cy="97960"/>
          </a:xfrm>
          <a:custGeom>
            <a:rect b="b" l="l" r="r" t="t"/>
            <a:pathLst>
              <a:path extrusionOk="0" fill="none" h="2768" w="2768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1"/>
          <p:cNvSpPr/>
          <p:nvPr/>
        </p:nvSpPr>
        <p:spPr>
          <a:xfrm>
            <a:off x="4147331" y="51007"/>
            <a:ext cx="257745" cy="35"/>
          </a:xfrm>
          <a:custGeom>
            <a:rect b="b" l="l" r="r" t="t"/>
            <a:pathLst>
              <a:path extrusionOk="0" fill="none" h="1" w="7283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41"/>
          <p:cNvSpPr/>
          <p:nvPr/>
        </p:nvSpPr>
        <p:spPr>
          <a:xfrm>
            <a:off x="1989591" y="252333"/>
            <a:ext cx="132005" cy="35"/>
          </a:xfrm>
          <a:custGeom>
            <a:rect b="b" l="l" r="r" t="t"/>
            <a:pathLst>
              <a:path extrusionOk="0" fill="none" h="1" w="373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CUSTOM_16"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2"/>
          <p:cNvSpPr txBox="1"/>
          <p:nvPr>
            <p:ph idx="1" type="body"/>
          </p:nvPr>
        </p:nvSpPr>
        <p:spPr>
          <a:xfrm>
            <a:off x="731525" y="1161000"/>
            <a:ext cx="76812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D3765"/>
              </a:buClr>
              <a:buSzPts val="1200"/>
              <a:buFont typeface="Catamaran"/>
              <a:buChar char="●"/>
              <a:defRPr sz="11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Catamaran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Catamaran"/>
              <a:buChar char="■"/>
              <a:defRPr sz="1200"/>
            </a:lvl9pPr>
          </a:lstStyle>
          <a:p/>
        </p:txBody>
      </p:sp>
      <p:sp>
        <p:nvSpPr>
          <p:cNvPr id="251" name="Google Shape;251;p42"/>
          <p:cNvSpPr txBox="1"/>
          <p:nvPr>
            <p:ph type="title"/>
          </p:nvPr>
        </p:nvSpPr>
        <p:spPr>
          <a:xfrm>
            <a:off x="731525" y="445025"/>
            <a:ext cx="768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252" name="Google Shape;252;p42"/>
          <p:cNvSpPr/>
          <p:nvPr/>
        </p:nvSpPr>
        <p:spPr>
          <a:xfrm>
            <a:off x="-748500" y="2594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42"/>
          <p:cNvSpPr/>
          <p:nvPr/>
        </p:nvSpPr>
        <p:spPr>
          <a:xfrm>
            <a:off x="-1159975" y="459449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4" name="Google Shape;254;p42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255" name="Google Shape;255;p42"/>
            <p:cNvSpPr/>
            <p:nvPr/>
          </p:nvSpPr>
          <p:spPr>
            <a:xfrm>
              <a:off x="7373430" y="3691477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1" y="1"/>
                  </a:moveTo>
                  <a:lnTo>
                    <a:pt x="1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42"/>
            <p:cNvSpPr/>
            <p:nvPr/>
          </p:nvSpPr>
          <p:spPr>
            <a:xfrm>
              <a:off x="7918898" y="978127"/>
              <a:ext cx="49" cy="64036"/>
            </a:xfrm>
            <a:custGeom>
              <a:rect b="b" l="l" r="r" t="t"/>
              <a:pathLst>
                <a:path extrusionOk="0" fill="none" h="1320" w="1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42"/>
            <p:cNvSpPr/>
            <p:nvPr/>
          </p:nvSpPr>
          <p:spPr>
            <a:xfrm>
              <a:off x="7886686" y="1009854"/>
              <a:ext cx="64037" cy="49"/>
            </a:xfrm>
            <a:custGeom>
              <a:rect b="b" l="l" r="r" t="t"/>
              <a:pathLst>
                <a:path extrusionOk="0" fill="none" h="1" w="1320">
                  <a:moveTo>
                    <a:pt x="131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42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42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42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42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42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2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2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2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42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42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42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42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42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42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42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42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42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42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42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42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42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42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42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81" name="Google Shape;281;p42"/>
          <p:cNvGrpSpPr/>
          <p:nvPr/>
        </p:nvGrpSpPr>
        <p:grpSpPr>
          <a:xfrm flipH="1">
            <a:off x="-631517" y="3586184"/>
            <a:ext cx="1222079" cy="1009533"/>
            <a:chOff x="6101758" y="2859784"/>
            <a:chExt cx="1222079" cy="1009533"/>
          </a:xfrm>
        </p:grpSpPr>
        <p:sp>
          <p:nvSpPr>
            <p:cNvPr id="282" name="Google Shape;282;p42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42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42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42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42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42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42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42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42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42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hasCustomPrompt="1" type="title"/>
          </p:nvPr>
        </p:nvSpPr>
        <p:spPr>
          <a:xfrm>
            <a:off x="1120150" y="1106125"/>
            <a:ext cx="6903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2861375" y="3124175"/>
            <a:ext cx="3421200" cy="5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600"/>
            </a:lvl1pPr>
            <a:lvl2pPr indent="-3429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95" name="Google Shape;295;p43"/>
          <p:cNvSpPr/>
          <p:nvPr/>
        </p:nvSpPr>
        <p:spPr>
          <a:xfrm>
            <a:off x="3099305" y="227009"/>
            <a:ext cx="150" cy="123654"/>
          </a:xfrm>
          <a:custGeom>
            <a:rect b="b" l="l" r="r" t="t"/>
            <a:pathLst>
              <a:path extrusionOk="0" h="826" w="1">
                <a:moveTo>
                  <a:pt x="1" y="0"/>
                </a:moveTo>
                <a:lnTo>
                  <a:pt x="1" y="82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3"/>
          <p:cNvSpPr/>
          <p:nvPr/>
        </p:nvSpPr>
        <p:spPr>
          <a:xfrm>
            <a:off x="3092269" y="219075"/>
            <a:ext cx="15120" cy="139523"/>
          </a:xfrm>
          <a:custGeom>
            <a:rect b="b" l="l" r="r" t="t"/>
            <a:pathLst>
              <a:path extrusionOk="0" h="932" w="101">
                <a:moveTo>
                  <a:pt x="48" y="1"/>
                </a:moveTo>
                <a:cubicBezTo>
                  <a:pt x="24" y="1"/>
                  <a:pt x="1" y="24"/>
                  <a:pt x="1" y="53"/>
                </a:cubicBezTo>
                <a:lnTo>
                  <a:pt x="1" y="879"/>
                </a:lnTo>
                <a:cubicBezTo>
                  <a:pt x="1" y="902"/>
                  <a:pt x="24" y="932"/>
                  <a:pt x="48" y="932"/>
                </a:cubicBezTo>
                <a:cubicBezTo>
                  <a:pt x="77" y="932"/>
                  <a:pt x="100" y="902"/>
                  <a:pt x="100" y="879"/>
                </a:cubicBezTo>
                <a:lnTo>
                  <a:pt x="100" y="53"/>
                </a:lnTo>
                <a:cubicBezTo>
                  <a:pt x="100" y="24"/>
                  <a:pt x="77" y="1"/>
                  <a:pt x="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7346941" y="1936148"/>
            <a:ext cx="109732" cy="109732"/>
          </a:xfrm>
          <a:custGeom>
            <a:rect b="b" l="l" r="r" t="t"/>
            <a:pathLst>
              <a:path extrusionOk="0" h="733" w="733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43"/>
          <p:cNvSpPr/>
          <p:nvPr/>
        </p:nvSpPr>
        <p:spPr>
          <a:xfrm>
            <a:off x="4071468" y="380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43"/>
          <p:cNvSpPr/>
          <p:nvPr/>
        </p:nvSpPr>
        <p:spPr>
          <a:xfrm>
            <a:off x="5626070" y="377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43"/>
          <p:cNvSpPr/>
          <p:nvPr/>
        </p:nvSpPr>
        <p:spPr>
          <a:xfrm>
            <a:off x="8764316" y="1135845"/>
            <a:ext cx="109732" cy="109732"/>
          </a:xfrm>
          <a:custGeom>
            <a:rect b="b" l="l" r="r" t="t"/>
            <a:pathLst>
              <a:path extrusionOk="0" h="733" w="733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43"/>
          <p:cNvSpPr/>
          <p:nvPr/>
        </p:nvSpPr>
        <p:spPr>
          <a:xfrm>
            <a:off x="707372" y="1953663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43"/>
          <p:cNvSpPr/>
          <p:nvPr/>
        </p:nvSpPr>
        <p:spPr>
          <a:xfrm>
            <a:off x="-107005" y="2221030"/>
            <a:ext cx="160631" cy="160631"/>
          </a:xfrm>
          <a:custGeom>
            <a:rect b="b" l="l" r="r" t="t"/>
            <a:pathLst>
              <a:path extrusionOk="0" h="1073" w="1073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43"/>
          <p:cNvSpPr/>
          <p:nvPr/>
        </p:nvSpPr>
        <p:spPr>
          <a:xfrm>
            <a:off x="8811622" y="2647978"/>
            <a:ext cx="150152" cy="160481"/>
          </a:xfrm>
          <a:custGeom>
            <a:rect b="b" l="l" r="r" t="t"/>
            <a:pathLst>
              <a:path extrusionOk="0" h="1072" w="1003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375034" y="2987949"/>
            <a:ext cx="438479" cy="14222"/>
          </a:xfrm>
          <a:custGeom>
            <a:rect b="b" l="l" r="r" t="t"/>
            <a:pathLst>
              <a:path extrusionOk="0" h="95" w="2929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7314602" y="4477471"/>
            <a:ext cx="383987" cy="15120"/>
          </a:xfrm>
          <a:custGeom>
            <a:rect b="b" l="l" r="r" t="t"/>
            <a:pathLst>
              <a:path extrusionOk="0" h="101" w="2565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3"/>
          <p:cNvSpPr/>
          <p:nvPr/>
        </p:nvSpPr>
        <p:spPr>
          <a:xfrm>
            <a:off x="7880777" y="2509354"/>
            <a:ext cx="277099" cy="14222"/>
          </a:xfrm>
          <a:custGeom>
            <a:rect b="b" l="l" r="r" t="t"/>
            <a:pathLst>
              <a:path extrusionOk="0" h="95" w="1851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3"/>
          <p:cNvSpPr/>
          <p:nvPr/>
        </p:nvSpPr>
        <p:spPr>
          <a:xfrm>
            <a:off x="8205180" y="2509354"/>
            <a:ext cx="146409" cy="14222"/>
          </a:xfrm>
          <a:custGeom>
            <a:rect b="b" l="l" r="r" t="t"/>
            <a:pathLst>
              <a:path extrusionOk="0" h="95" w="978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3"/>
          <p:cNvSpPr/>
          <p:nvPr/>
        </p:nvSpPr>
        <p:spPr>
          <a:xfrm>
            <a:off x="375027" y="4254141"/>
            <a:ext cx="266620" cy="14222"/>
          </a:xfrm>
          <a:custGeom>
            <a:rect b="b" l="l" r="r" t="t"/>
            <a:pathLst>
              <a:path extrusionOk="0" h="95" w="1781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3"/>
          <p:cNvSpPr/>
          <p:nvPr/>
        </p:nvSpPr>
        <p:spPr>
          <a:xfrm>
            <a:off x="816952" y="3942133"/>
            <a:ext cx="212278" cy="14970"/>
          </a:xfrm>
          <a:custGeom>
            <a:rect b="b" l="l" r="r" t="t"/>
            <a:pathLst>
              <a:path extrusionOk="0" h="100" w="1418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551390" y="1135845"/>
            <a:ext cx="219314" cy="15120"/>
          </a:xfrm>
          <a:custGeom>
            <a:rect b="b" l="l" r="r" t="t"/>
            <a:pathLst>
              <a:path extrusionOk="0" h="101" w="1465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854745" y="901315"/>
            <a:ext cx="146409" cy="14072"/>
          </a:xfrm>
          <a:custGeom>
            <a:rect b="b" l="l" r="r" t="t"/>
            <a:pathLst>
              <a:path extrusionOk="0" h="94" w="978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43"/>
          <p:cNvSpPr/>
          <p:nvPr/>
        </p:nvSpPr>
        <p:spPr>
          <a:xfrm>
            <a:off x="652881" y="3086153"/>
            <a:ext cx="219314" cy="15120"/>
          </a:xfrm>
          <a:custGeom>
            <a:rect b="b" l="l" r="r" t="t"/>
            <a:pathLst>
              <a:path extrusionOk="0" h="101" w="1465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43"/>
          <p:cNvSpPr/>
          <p:nvPr/>
        </p:nvSpPr>
        <p:spPr>
          <a:xfrm>
            <a:off x="-191137" y="3027470"/>
            <a:ext cx="14970" cy="99103"/>
          </a:xfrm>
          <a:custGeom>
            <a:rect b="b" l="l" r="r" t="t"/>
            <a:pathLst>
              <a:path extrusionOk="0" h="662" w="10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3"/>
          <p:cNvSpPr/>
          <p:nvPr/>
        </p:nvSpPr>
        <p:spPr>
          <a:xfrm>
            <a:off x="-235000" y="30713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3"/>
          <p:cNvSpPr/>
          <p:nvPr/>
        </p:nvSpPr>
        <p:spPr>
          <a:xfrm>
            <a:off x="-235000" y="30713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43"/>
          <p:cNvSpPr/>
          <p:nvPr/>
        </p:nvSpPr>
        <p:spPr>
          <a:xfrm>
            <a:off x="1211268" y="1289289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43"/>
          <p:cNvSpPr/>
          <p:nvPr/>
        </p:nvSpPr>
        <p:spPr>
          <a:xfrm>
            <a:off x="1170998" y="133315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43"/>
          <p:cNvSpPr/>
          <p:nvPr/>
        </p:nvSpPr>
        <p:spPr>
          <a:xfrm>
            <a:off x="1170998" y="133315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43"/>
          <p:cNvSpPr/>
          <p:nvPr/>
        </p:nvSpPr>
        <p:spPr>
          <a:xfrm>
            <a:off x="749933" y="4691915"/>
            <a:ext cx="15120" cy="99103"/>
          </a:xfrm>
          <a:custGeom>
            <a:rect b="b" l="l" r="r" t="t"/>
            <a:pathLst>
              <a:path extrusionOk="0" h="662" w="101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43"/>
          <p:cNvSpPr/>
          <p:nvPr/>
        </p:nvSpPr>
        <p:spPr>
          <a:xfrm>
            <a:off x="709664" y="4732184"/>
            <a:ext cx="94762" cy="15120"/>
          </a:xfrm>
          <a:custGeom>
            <a:rect b="b" l="l" r="r" t="t"/>
            <a:pathLst>
              <a:path extrusionOk="0" h="101" w="633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43"/>
          <p:cNvSpPr/>
          <p:nvPr/>
        </p:nvSpPr>
        <p:spPr>
          <a:xfrm>
            <a:off x="6930620" y="394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43"/>
          <p:cNvSpPr/>
          <p:nvPr/>
        </p:nvSpPr>
        <p:spPr>
          <a:xfrm>
            <a:off x="8533775" y="2107107"/>
            <a:ext cx="15120" cy="99253"/>
          </a:xfrm>
          <a:custGeom>
            <a:rect b="b" l="l" r="r" t="t"/>
            <a:pathLst>
              <a:path extrusionOk="0" h="663" w="101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43"/>
          <p:cNvSpPr/>
          <p:nvPr/>
        </p:nvSpPr>
        <p:spPr>
          <a:xfrm>
            <a:off x="8494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43"/>
          <p:cNvSpPr/>
          <p:nvPr/>
        </p:nvSpPr>
        <p:spPr>
          <a:xfrm>
            <a:off x="8494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43"/>
          <p:cNvSpPr/>
          <p:nvPr/>
        </p:nvSpPr>
        <p:spPr>
          <a:xfrm>
            <a:off x="1633068" y="4571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43"/>
          <p:cNvSpPr/>
          <p:nvPr/>
        </p:nvSpPr>
        <p:spPr>
          <a:xfrm>
            <a:off x="3187670" y="4568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43"/>
          <p:cNvSpPr/>
          <p:nvPr/>
        </p:nvSpPr>
        <p:spPr>
          <a:xfrm>
            <a:off x="4492220" y="4585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43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3"/>
          <p:cNvSpPr/>
          <p:nvPr/>
        </p:nvSpPr>
        <p:spPr>
          <a:xfrm flipH="1">
            <a:off x="8766270" y="4564888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3"/>
          <p:cNvSpPr/>
          <p:nvPr/>
        </p:nvSpPr>
        <p:spPr>
          <a:xfrm flipH="1">
            <a:off x="7812520" y="3747070"/>
            <a:ext cx="219314" cy="15120"/>
          </a:xfrm>
          <a:custGeom>
            <a:rect b="b" l="l" r="r" t="t"/>
            <a:pathLst>
              <a:path extrusionOk="0" h="101" w="1465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3"/>
          <p:cNvSpPr/>
          <p:nvPr/>
        </p:nvSpPr>
        <p:spPr>
          <a:xfrm flipH="1">
            <a:off x="7724945" y="3674465"/>
            <a:ext cx="146409" cy="14072"/>
          </a:xfrm>
          <a:custGeom>
            <a:rect b="b" l="l" r="r" t="t"/>
            <a:pathLst>
              <a:path extrusionOk="0" h="94" w="978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43"/>
          <p:cNvSpPr/>
          <p:nvPr/>
        </p:nvSpPr>
        <p:spPr>
          <a:xfrm flipH="1">
            <a:off x="8356836" y="3900514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43"/>
          <p:cNvSpPr/>
          <p:nvPr/>
        </p:nvSpPr>
        <p:spPr>
          <a:xfrm flipH="1">
            <a:off x="8312973" y="3944377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43"/>
          <p:cNvSpPr/>
          <p:nvPr/>
        </p:nvSpPr>
        <p:spPr>
          <a:xfrm flipH="1">
            <a:off x="8312973" y="3944377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3"/>
          <p:cNvSpPr/>
          <p:nvPr/>
        </p:nvSpPr>
        <p:spPr>
          <a:xfrm flipH="1">
            <a:off x="7135200" y="385380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3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43"/>
          <p:cNvSpPr/>
          <p:nvPr/>
        </p:nvSpPr>
        <p:spPr>
          <a:xfrm flipH="1">
            <a:off x="-296525" y="48535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43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текст 1">
  <p:cSld name="TITLE_AND_BODY_1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4" name="Google Shape;344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5" name="Google Shape;345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5"/>
          <p:cNvSpPr txBox="1"/>
          <p:nvPr>
            <p:ph idx="12" type="sldNum"/>
          </p:nvPr>
        </p:nvSpPr>
        <p:spPr>
          <a:xfrm flipH="1">
            <a:off x="25488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45"/>
          <p:cNvSpPr/>
          <p:nvPr/>
        </p:nvSpPr>
        <p:spPr>
          <a:xfrm>
            <a:off x="8823687" y="203388"/>
            <a:ext cx="97960" cy="97924"/>
          </a:xfrm>
          <a:custGeom>
            <a:rect b="b" l="l" r="r" t="t"/>
            <a:pathLst>
              <a:path extrusionOk="0" fill="none" h="2767" w="2768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45"/>
          <p:cNvSpPr/>
          <p:nvPr/>
        </p:nvSpPr>
        <p:spPr>
          <a:xfrm>
            <a:off x="8873587" y="1745472"/>
            <a:ext cx="144037" cy="157946"/>
          </a:xfrm>
          <a:custGeom>
            <a:rect b="b" l="l" r="r" t="t"/>
            <a:pathLst>
              <a:path extrusionOk="0" fill="none" h="4463" w="407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45"/>
          <p:cNvSpPr/>
          <p:nvPr/>
        </p:nvSpPr>
        <p:spPr>
          <a:xfrm>
            <a:off x="2303571" y="301307"/>
            <a:ext cx="257745" cy="35"/>
          </a:xfrm>
          <a:custGeom>
            <a:rect b="b" l="l" r="r" t="t"/>
            <a:pathLst>
              <a:path extrusionOk="0" fill="none" h="1" w="7283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45"/>
          <p:cNvSpPr/>
          <p:nvPr/>
        </p:nvSpPr>
        <p:spPr>
          <a:xfrm>
            <a:off x="1618106" y="129458"/>
            <a:ext cx="132005" cy="35"/>
          </a:xfrm>
          <a:custGeom>
            <a:rect b="b" l="l" r="r" t="t"/>
            <a:pathLst>
              <a:path extrusionOk="0" fill="none" h="1" w="373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45"/>
          <p:cNvSpPr/>
          <p:nvPr/>
        </p:nvSpPr>
        <p:spPr>
          <a:xfrm>
            <a:off x="8591883" y="1199298"/>
            <a:ext cx="35" cy="84016"/>
          </a:xfrm>
          <a:custGeom>
            <a:rect b="b" l="l" r="r" t="t"/>
            <a:pathLst>
              <a:path extrusionOk="0" fill="none" h="2374" w="1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5"/>
          <p:cNvSpPr/>
          <p:nvPr/>
        </p:nvSpPr>
        <p:spPr>
          <a:xfrm>
            <a:off x="8547716" y="12415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45"/>
          <p:cNvSpPr/>
          <p:nvPr/>
        </p:nvSpPr>
        <p:spPr>
          <a:xfrm>
            <a:off x="8547716" y="12415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45"/>
          <p:cNvSpPr/>
          <p:nvPr/>
        </p:nvSpPr>
        <p:spPr>
          <a:xfrm>
            <a:off x="7994251" y="4860011"/>
            <a:ext cx="253923" cy="35"/>
          </a:xfrm>
          <a:custGeom>
            <a:rect b="b" l="l" r="r" t="t"/>
            <a:pathLst>
              <a:path extrusionOk="0" fill="none" h="1" w="7175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6027948" y="4637189"/>
            <a:ext cx="60021" cy="61968"/>
          </a:xfrm>
          <a:custGeom>
            <a:rect b="b" l="l" r="r" t="t"/>
            <a:pathLst>
              <a:path extrusionOk="0" fill="none" h="1751" w="1696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45"/>
          <p:cNvSpPr/>
          <p:nvPr/>
        </p:nvSpPr>
        <p:spPr>
          <a:xfrm>
            <a:off x="8853450" y="3667220"/>
            <a:ext cx="254419" cy="35"/>
          </a:xfrm>
          <a:custGeom>
            <a:rect b="b" l="l" r="r" t="t"/>
            <a:pathLst>
              <a:path extrusionOk="0" fill="none" h="1" w="7189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45"/>
          <p:cNvSpPr/>
          <p:nvPr/>
        </p:nvSpPr>
        <p:spPr>
          <a:xfrm>
            <a:off x="8897617" y="3001038"/>
            <a:ext cx="138233" cy="35"/>
          </a:xfrm>
          <a:custGeom>
            <a:rect b="b" l="l" r="r" t="t"/>
            <a:pathLst>
              <a:path extrusionOk="0" fill="none" h="1" w="3906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45"/>
          <p:cNvSpPr/>
          <p:nvPr/>
        </p:nvSpPr>
        <p:spPr>
          <a:xfrm flipH="1">
            <a:off x="561558" y="2893315"/>
            <a:ext cx="97924" cy="98420"/>
          </a:xfrm>
          <a:custGeom>
            <a:rect b="b" l="l" r="r" t="t"/>
            <a:pathLst>
              <a:path extrusionOk="0" fill="none" h="2781" w="2767">
                <a:moveTo>
                  <a:pt x="2767" y="1425"/>
                </a:moveTo>
                <a:cubicBezTo>
                  <a:pt x="2767" y="2157"/>
                  <a:pt x="2157" y="2781"/>
                  <a:pt x="1356" y="2781"/>
                </a:cubicBezTo>
                <a:cubicBezTo>
                  <a:pt x="624" y="2781"/>
                  <a:pt x="0" y="2157"/>
                  <a:pt x="0" y="1425"/>
                </a:cubicBezTo>
                <a:cubicBezTo>
                  <a:pt x="0" y="625"/>
                  <a:pt x="624" y="1"/>
                  <a:pt x="1356" y="1"/>
                </a:cubicBezTo>
                <a:cubicBezTo>
                  <a:pt x="2157" y="1"/>
                  <a:pt x="2767" y="625"/>
                  <a:pt x="2767" y="1425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5"/>
          <p:cNvSpPr/>
          <p:nvPr/>
        </p:nvSpPr>
        <p:spPr>
          <a:xfrm flipH="1">
            <a:off x="295653" y="1530184"/>
            <a:ext cx="144037" cy="157946"/>
          </a:xfrm>
          <a:custGeom>
            <a:rect b="b" l="l" r="r" t="t"/>
            <a:pathLst>
              <a:path extrusionOk="0" fill="none" h="4463" w="407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45"/>
          <p:cNvSpPr/>
          <p:nvPr/>
        </p:nvSpPr>
        <p:spPr>
          <a:xfrm flipH="1">
            <a:off x="1006009" y="1048098"/>
            <a:ext cx="35" cy="84016"/>
          </a:xfrm>
          <a:custGeom>
            <a:rect b="b" l="l" r="r" t="t"/>
            <a:pathLst>
              <a:path extrusionOk="0" fill="none" h="2374" w="1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45"/>
          <p:cNvSpPr/>
          <p:nvPr/>
        </p:nvSpPr>
        <p:spPr>
          <a:xfrm flipH="1">
            <a:off x="964285" y="10903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45"/>
          <p:cNvSpPr/>
          <p:nvPr/>
        </p:nvSpPr>
        <p:spPr>
          <a:xfrm flipH="1">
            <a:off x="964285" y="10903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45"/>
          <p:cNvSpPr/>
          <p:nvPr/>
        </p:nvSpPr>
        <p:spPr>
          <a:xfrm flipH="1">
            <a:off x="506826" y="4295886"/>
            <a:ext cx="61932" cy="61932"/>
          </a:xfrm>
          <a:custGeom>
            <a:rect b="b" l="l" r="r" t="t"/>
            <a:pathLst>
              <a:path extrusionOk="0" fill="none" h="1750" w="1750">
                <a:moveTo>
                  <a:pt x="1750" y="841"/>
                </a:moveTo>
                <a:cubicBezTo>
                  <a:pt x="1750" y="1357"/>
                  <a:pt x="1357" y="1750"/>
                  <a:pt x="909" y="1750"/>
                </a:cubicBezTo>
                <a:cubicBezTo>
                  <a:pt x="394" y="1750"/>
                  <a:pt x="0" y="1357"/>
                  <a:pt x="0" y="841"/>
                </a:cubicBezTo>
                <a:cubicBezTo>
                  <a:pt x="0" y="394"/>
                  <a:pt x="394" y="0"/>
                  <a:pt x="909" y="0"/>
                </a:cubicBezTo>
                <a:cubicBezTo>
                  <a:pt x="1357" y="0"/>
                  <a:pt x="1750" y="394"/>
                  <a:pt x="1750" y="841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5"/>
          <p:cNvSpPr/>
          <p:nvPr/>
        </p:nvSpPr>
        <p:spPr>
          <a:xfrm flipH="1">
            <a:off x="185259" y="3973220"/>
            <a:ext cx="254419" cy="35"/>
          </a:xfrm>
          <a:custGeom>
            <a:rect b="b" l="l" r="r" t="t"/>
            <a:pathLst>
              <a:path extrusionOk="0" fill="none" h="1" w="7189">
                <a:moveTo>
                  <a:pt x="0" y="0"/>
                </a:moveTo>
                <a:lnTo>
                  <a:pt x="7188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45"/>
          <p:cNvSpPr/>
          <p:nvPr/>
        </p:nvSpPr>
        <p:spPr>
          <a:xfrm flipH="1">
            <a:off x="185252" y="2160938"/>
            <a:ext cx="138233" cy="35"/>
          </a:xfrm>
          <a:custGeom>
            <a:rect b="b" l="l" r="r" t="t"/>
            <a:pathLst>
              <a:path extrusionOk="0" fill="none" h="1" w="3906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45"/>
          <p:cNvSpPr/>
          <p:nvPr/>
        </p:nvSpPr>
        <p:spPr>
          <a:xfrm flipH="1">
            <a:off x="3523106" y="374948"/>
            <a:ext cx="97960" cy="97960"/>
          </a:xfrm>
          <a:custGeom>
            <a:rect b="b" l="l" r="r" t="t"/>
            <a:pathLst>
              <a:path extrusionOk="0" fill="none" h="2768" w="2768">
                <a:moveTo>
                  <a:pt x="2767" y="1357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7"/>
                </a:cubicBezTo>
                <a:cubicBezTo>
                  <a:pt x="1" y="624"/>
                  <a:pt x="624" y="1"/>
                  <a:pt x="1411" y="1"/>
                </a:cubicBezTo>
                <a:cubicBezTo>
                  <a:pt x="2143" y="1"/>
                  <a:pt x="2767" y="624"/>
                  <a:pt x="2767" y="1357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45"/>
          <p:cNvSpPr/>
          <p:nvPr/>
        </p:nvSpPr>
        <p:spPr>
          <a:xfrm flipH="1">
            <a:off x="4870962" y="51007"/>
            <a:ext cx="257745" cy="35"/>
          </a:xfrm>
          <a:custGeom>
            <a:rect b="b" l="l" r="r" t="t"/>
            <a:pathLst>
              <a:path extrusionOk="0" fill="none" h="1" w="7283">
                <a:moveTo>
                  <a:pt x="0" y="1"/>
                </a:moveTo>
                <a:lnTo>
                  <a:pt x="7283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45"/>
          <p:cNvSpPr/>
          <p:nvPr/>
        </p:nvSpPr>
        <p:spPr>
          <a:xfrm flipH="1">
            <a:off x="7154442" y="252333"/>
            <a:ext cx="132005" cy="35"/>
          </a:xfrm>
          <a:custGeom>
            <a:rect b="b" l="l" r="r" t="t"/>
            <a:pathLst>
              <a:path extrusionOk="0" fill="none" h="1" w="373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45"/>
          <p:cNvSpPr/>
          <p:nvPr/>
        </p:nvSpPr>
        <p:spPr>
          <a:xfrm flipH="1" rot="10800000">
            <a:off x="-152400" y="4616800"/>
            <a:ext cx="5887500" cy="1119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45"/>
          <p:cNvSpPr/>
          <p:nvPr/>
        </p:nvSpPr>
        <p:spPr>
          <a:xfrm flipH="1" rot="10800000">
            <a:off x="-666750" y="-24475"/>
            <a:ext cx="2118000" cy="8430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5"/>
          <p:cNvSpPr/>
          <p:nvPr/>
        </p:nvSpPr>
        <p:spPr>
          <a:xfrm flipH="1" rot="10800000">
            <a:off x="6093713" y="3881963"/>
            <a:ext cx="4049100" cy="6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45"/>
          <p:cNvSpPr txBox="1"/>
          <p:nvPr>
            <p:ph type="ctrTitle"/>
          </p:nvPr>
        </p:nvSpPr>
        <p:spPr>
          <a:xfrm flipH="1">
            <a:off x="1163813" y="28686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74" name="Google Shape;374;p45"/>
          <p:cNvSpPr txBox="1"/>
          <p:nvPr>
            <p:ph idx="1" type="subTitle"/>
          </p:nvPr>
        </p:nvSpPr>
        <p:spPr>
          <a:xfrm flipH="1">
            <a:off x="1163775" y="33414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5" name="Google Shape;375;p45"/>
          <p:cNvSpPr txBox="1"/>
          <p:nvPr>
            <p:ph idx="2" type="ctrTitle"/>
          </p:nvPr>
        </p:nvSpPr>
        <p:spPr>
          <a:xfrm flipH="1">
            <a:off x="1163813" y="1116068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376" name="Google Shape;376;p45"/>
          <p:cNvSpPr txBox="1"/>
          <p:nvPr>
            <p:ph idx="3" type="subTitle"/>
          </p:nvPr>
        </p:nvSpPr>
        <p:spPr>
          <a:xfrm flipH="1">
            <a:off x="1163850" y="1588800"/>
            <a:ext cx="35511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7" name="Google Shape;377;p45"/>
          <p:cNvSpPr txBox="1"/>
          <p:nvPr>
            <p:ph idx="4"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46"/>
          <p:cNvGrpSpPr/>
          <p:nvPr/>
        </p:nvGrpSpPr>
        <p:grpSpPr>
          <a:xfrm>
            <a:off x="204436" y="176149"/>
            <a:ext cx="8738598" cy="4471637"/>
            <a:chOff x="204436" y="176149"/>
            <a:chExt cx="8738598" cy="4471637"/>
          </a:xfrm>
        </p:grpSpPr>
        <p:sp>
          <p:nvSpPr>
            <p:cNvPr id="380" name="Google Shape;380;p46"/>
            <p:cNvSpPr/>
            <p:nvPr/>
          </p:nvSpPr>
          <p:spPr>
            <a:xfrm>
              <a:off x="7918898" y="978127"/>
              <a:ext cx="49" cy="64036"/>
            </a:xfrm>
            <a:custGeom>
              <a:rect b="b" l="l" r="r" t="t"/>
              <a:pathLst>
                <a:path extrusionOk="0" fill="none" h="1320" w="1">
                  <a:moveTo>
                    <a:pt x="1" y="0"/>
                  </a:moveTo>
                  <a:lnTo>
                    <a:pt x="1" y="131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6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6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6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6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6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6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6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6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6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6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6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6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6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6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6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6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6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6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6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6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6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02" name="Google Shape;402;p46"/>
          <p:cNvSpPr txBox="1"/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03" name="Google Shape;403;p46"/>
          <p:cNvSpPr/>
          <p:nvPr/>
        </p:nvSpPr>
        <p:spPr>
          <a:xfrm flipH="1">
            <a:off x="-1159975" y="2594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6"/>
          <p:cNvSpPr/>
          <p:nvPr/>
        </p:nvSpPr>
        <p:spPr>
          <a:xfrm flipH="1">
            <a:off x="7633500" y="459449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46"/>
          <p:cNvSpPr/>
          <p:nvPr/>
        </p:nvSpPr>
        <p:spPr>
          <a:xfrm>
            <a:off x="7742412" y="5018608"/>
            <a:ext cx="49" cy="63988"/>
          </a:xfrm>
          <a:custGeom>
            <a:rect b="b" l="l" r="r" t="t"/>
            <a:pathLst>
              <a:path extrusionOk="0" fill="none" h="1319" w="1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46"/>
          <p:cNvSpPr/>
          <p:nvPr/>
        </p:nvSpPr>
        <p:spPr>
          <a:xfrm>
            <a:off x="7710151" y="5050334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7" name="Google Shape;407;p46"/>
          <p:cNvGrpSpPr/>
          <p:nvPr/>
        </p:nvGrpSpPr>
        <p:grpSpPr>
          <a:xfrm flipH="1">
            <a:off x="8475244" y="3583233"/>
            <a:ext cx="1190271" cy="1022535"/>
            <a:chOff x="7521697" y="2603884"/>
            <a:chExt cx="1473291" cy="1265671"/>
          </a:xfrm>
        </p:grpSpPr>
        <p:sp>
          <p:nvSpPr>
            <p:cNvPr id="408" name="Google Shape;408;p46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6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6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6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6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6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6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6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7"/>
          <p:cNvSpPr txBox="1"/>
          <p:nvPr>
            <p:ph type="title"/>
          </p:nvPr>
        </p:nvSpPr>
        <p:spPr>
          <a:xfrm>
            <a:off x="2459700" y="1639350"/>
            <a:ext cx="4224600" cy="21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8" name="Google Shape;418;p47"/>
          <p:cNvSpPr/>
          <p:nvPr/>
        </p:nvSpPr>
        <p:spPr>
          <a:xfrm>
            <a:off x="8875841" y="3825398"/>
            <a:ext cx="109732" cy="109732"/>
          </a:xfrm>
          <a:custGeom>
            <a:rect b="b" l="l" r="r" t="t"/>
            <a:pathLst>
              <a:path extrusionOk="0" h="733" w="733">
                <a:moveTo>
                  <a:pt x="370" y="94"/>
                </a:moveTo>
                <a:cubicBezTo>
                  <a:pt x="516" y="94"/>
                  <a:pt x="639" y="217"/>
                  <a:pt x="639" y="364"/>
                </a:cubicBezTo>
                <a:cubicBezTo>
                  <a:pt x="639" y="510"/>
                  <a:pt x="516" y="633"/>
                  <a:pt x="370" y="633"/>
                </a:cubicBezTo>
                <a:cubicBezTo>
                  <a:pt x="223" y="633"/>
                  <a:pt x="100" y="510"/>
                  <a:pt x="100" y="364"/>
                </a:cubicBezTo>
                <a:cubicBezTo>
                  <a:pt x="100" y="217"/>
                  <a:pt x="223" y="94"/>
                  <a:pt x="370" y="94"/>
                </a:cubicBezTo>
                <a:close/>
                <a:moveTo>
                  <a:pt x="370" y="1"/>
                </a:moveTo>
                <a:cubicBezTo>
                  <a:pt x="147" y="1"/>
                  <a:pt x="1" y="171"/>
                  <a:pt x="1" y="364"/>
                </a:cubicBezTo>
                <a:cubicBezTo>
                  <a:pt x="1" y="557"/>
                  <a:pt x="147" y="733"/>
                  <a:pt x="370" y="733"/>
                </a:cubicBezTo>
                <a:cubicBezTo>
                  <a:pt x="563" y="733"/>
                  <a:pt x="733" y="557"/>
                  <a:pt x="733" y="364"/>
                </a:cubicBezTo>
                <a:cubicBezTo>
                  <a:pt x="733" y="171"/>
                  <a:pt x="563" y="1"/>
                  <a:pt x="37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4071468" y="380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626070" y="377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8764316" y="1135845"/>
            <a:ext cx="109732" cy="109732"/>
          </a:xfrm>
          <a:custGeom>
            <a:rect b="b" l="l" r="r" t="t"/>
            <a:pathLst>
              <a:path extrusionOk="0" h="733" w="733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402572" y="1572663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47"/>
          <p:cNvSpPr/>
          <p:nvPr/>
        </p:nvSpPr>
        <p:spPr>
          <a:xfrm>
            <a:off x="3027045" y="197955"/>
            <a:ext cx="160631" cy="160631"/>
          </a:xfrm>
          <a:custGeom>
            <a:rect b="b" l="l" r="r" t="t"/>
            <a:pathLst>
              <a:path extrusionOk="0" h="1073" w="1073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8811622" y="2647978"/>
            <a:ext cx="150152" cy="160481"/>
          </a:xfrm>
          <a:custGeom>
            <a:rect b="b" l="l" r="r" t="t"/>
            <a:pathLst>
              <a:path extrusionOk="0" h="1072" w="1003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7"/>
          <p:cNvSpPr/>
          <p:nvPr/>
        </p:nvSpPr>
        <p:spPr>
          <a:xfrm>
            <a:off x="70234" y="2606949"/>
            <a:ext cx="438479" cy="14222"/>
          </a:xfrm>
          <a:custGeom>
            <a:rect b="b" l="l" r="r" t="t"/>
            <a:pathLst>
              <a:path extrusionOk="0" h="95" w="2929">
                <a:moveTo>
                  <a:pt x="48" y="1"/>
                </a:moveTo>
                <a:cubicBezTo>
                  <a:pt x="24" y="1"/>
                  <a:pt x="1" y="1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2882" y="95"/>
                </a:lnTo>
                <a:cubicBezTo>
                  <a:pt x="2905" y="95"/>
                  <a:pt x="2928" y="71"/>
                  <a:pt x="2928" y="48"/>
                </a:cubicBezTo>
                <a:cubicBezTo>
                  <a:pt x="2928" y="1"/>
                  <a:pt x="2905" y="1"/>
                  <a:pt x="288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7690277" y="975829"/>
            <a:ext cx="277099" cy="14222"/>
          </a:xfrm>
          <a:custGeom>
            <a:rect b="b" l="l" r="r" t="t"/>
            <a:pathLst>
              <a:path extrusionOk="0" h="95" w="1851">
                <a:moveTo>
                  <a:pt x="48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1"/>
                  <a:pt x="24" y="95"/>
                  <a:pt x="48" y="95"/>
                </a:cubicBezTo>
                <a:lnTo>
                  <a:pt x="1804" y="95"/>
                </a:lnTo>
                <a:cubicBezTo>
                  <a:pt x="1828" y="95"/>
                  <a:pt x="1851" y="71"/>
                  <a:pt x="1851" y="48"/>
                </a:cubicBezTo>
                <a:cubicBezTo>
                  <a:pt x="1851" y="24"/>
                  <a:pt x="1828" y="1"/>
                  <a:pt x="180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8205180" y="2509354"/>
            <a:ext cx="146409" cy="14222"/>
          </a:xfrm>
          <a:custGeom>
            <a:rect b="b" l="l" r="r" t="t"/>
            <a:pathLst>
              <a:path extrusionOk="0" h="95" w="978">
                <a:moveTo>
                  <a:pt x="53" y="1"/>
                </a:moveTo>
                <a:cubicBezTo>
                  <a:pt x="29" y="1"/>
                  <a:pt x="0" y="24"/>
                  <a:pt x="0" y="48"/>
                </a:cubicBezTo>
                <a:cubicBezTo>
                  <a:pt x="0" y="71"/>
                  <a:pt x="29" y="95"/>
                  <a:pt x="53" y="95"/>
                </a:cubicBezTo>
                <a:lnTo>
                  <a:pt x="931" y="95"/>
                </a:lnTo>
                <a:cubicBezTo>
                  <a:pt x="955" y="95"/>
                  <a:pt x="978" y="71"/>
                  <a:pt x="978" y="48"/>
                </a:cubicBezTo>
                <a:cubicBezTo>
                  <a:pt x="978" y="24"/>
                  <a:pt x="955" y="1"/>
                  <a:pt x="93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7"/>
          <p:cNvSpPr/>
          <p:nvPr/>
        </p:nvSpPr>
        <p:spPr>
          <a:xfrm>
            <a:off x="70227" y="3873141"/>
            <a:ext cx="266620" cy="14222"/>
          </a:xfrm>
          <a:custGeom>
            <a:rect b="b" l="l" r="r" t="t"/>
            <a:pathLst>
              <a:path extrusionOk="0" h="95" w="1781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512152" y="3561133"/>
            <a:ext cx="212278" cy="14970"/>
          </a:xfrm>
          <a:custGeom>
            <a:rect b="b" l="l" r="r" t="t"/>
            <a:pathLst>
              <a:path extrusionOk="0" h="100" w="1418">
                <a:moveTo>
                  <a:pt x="53" y="0"/>
                </a:moveTo>
                <a:cubicBezTo>
                  <a:pt x="24" y="0"/>
                  <a:pt x="0" y="24"/>
                  <a:pt x="0" y="47"/>
                </a:cubicBezTo>
                <a:cubicBezTo>
                  <a:pt x="0" y="76"/>
                  <a:pt x="24" y="100"/>
                  <a:pt x="53" y="100"/>
                </a:cubicBezTo>
                <a:lnTo>
                  <a:pt x="1370" y="100"/>
                </a:lnTo>
                <a:cubicBezTo>
                  <a:pt x="1394" y="100"/>
                  <a:pt x="1417" y="76"/>
                  <a:pt x="1417" y="47"/>
                </a:cubicBezTo>
                <a:cubicBezTo>
                  <a:pt x="1417" y="24"/>
                  <a:pt x="1394" y="0"/>
                  <a:pt x="137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1503765" y="431195"/>
            <a:ext cx="219314" cy="15120"/>
          </a:xfrm>
          <a:custGeom>
            <a:rect b="b" l="l" r="r" t="t"/>
            <a:pathLst>
              <a:path extrusionOk="0" h="101" w="1465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47"/>
          <p:cNvSpPr/>
          <p:nvPr/>
        </p:nvSpPr>
        <p:spPr>
          <a:xfrm>
            <a:off x="2207170" y="358578"/>
            <a:ext cx="146409" cy="14072"/>
          </a:xfrm>
          <a:custGeom>
            <a:rect b="b" l="l" r="r" t="t"/>
            <a:pathLst>
              <a:path extrusionOk="0" h="94" w="978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348081" y="2705153"/>
            <a:ext cx="219314" cy="15120"/>
          </a:xfrm>
          <a:custGeom>
            <a:rect b="b" l="l" r="r" t="t"/>
            <a:pathLst>
              <a:path extrusionOk="0" h="101" w="1465">
                <a:moveTo>
                  <a:pt x="48" y="1"/>
                </a:moveTo>
                <a:cubicBezTo>
                  <a:pt x="24" y="1"/>
                  <a:pt x="1" y="24"/>
                  <a:pt x="1" y="47"/>
                </a:cubicBezTo>
                <a:cubicBezTo>
                  <a:pt x="1" y="77"/>
                  <a:pt x="24" y="100"/>
                  <a:pt x="48" y="100"/>
                </a:cubicBezTo>
                <a:lnTo>
                  <a:pt x="1412" y="100"/>
                </a:lnTo>
                <a:cubicBezTo>
                  <a:pt x="1441" y="100"/>
                  <a:pt x="1465" y="77"/>
                  <a:pt x="1465" y="47"/>
                </a:cubicBezTo>
                <a:cubicBezTo>
                  <a:pt x="1465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47"/>
          <p:cNvSpPr/>
          <p:nvPr/>
        </p:nvSpPr>
        <p:spPr>
          <a:xfrm>
            <a:off x="3618863" y="741470"/>
            <a:ext cx="14970" cy="99103"/>
          </a:xfrm>
          <a:custGeom>
            <a:rect b="b" l="l" r="r" t="t"/>
            <a:pathLst>
              <a:path extrusionOk="0" h="662" w="10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47"/>
          <p:cNvSpPr/>
          <p:nvPr/>
        </p:nvSpPr>
        <p:spPr>
          <a:xfrm>
            <a:off x="3575000" y="7853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47"/>
          <p:cNvSpPr/>
          <p:nvPr/>
        </p:nvSpPr>
        <p:spPr>
          <a:xfrm>
            <a:off x="3575000" y="7853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47"/>
          <p:cNvSpPr/>
          <p:nvPr/>
        </p:nvSpPr>
        <p:spPr>
          <a:xfrm>
            <a:off x="1163643" y="584639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47"/>
          <p:cNvSpPr/>
          <p:nvPr/>
        </p:nvSpPr>
        <p:spPr>
          <a:xfrm>
            <a:off x="1123373" y="62850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1123373" y="62850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47"/>
          <p:cNvSpPr/>
          <p:nvPr/>
        </p:nvSpPr>
        <p:spPr>
          <a:xfrm>
            <a:off x="445133" y="4310915"/>
            <a:ext cx="15120" cy="99103"/>
          </a:xfrm>
          <a:custGeom>
            <a:rect b="b" l="l" r="r" t="t"/>
            <a:pathLst>
              <a:path extrusionOk="0" h="662" w="101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7"/>
          <p:cNvSpPr/>
          <p:nvPr/>
        </p:nvSpPr>
        <p:spPr>
          <a:xfrm>
            <a:off x="404864" y="4351184"/>
            <a:ext cx="94762" cy="15120"/>
          </a:xfrm>
          <a:custGeom>
            <a:rect b="b" l="l" r="r" t="t"/>
            <a:pathLst>
              <a:path extrusionOk="0" h="101" w="633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47"/>
          <p:cNvSpPr/>
          <p:nvPr/>
        </p:nvSpPr>
        <p:spPr>
          <a:xfrm>
            <a:off x="6930620" y="394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47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47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8914775" y="2107107"/>
            <a:ext cx="15120" cy="99253"/>
          </a:xfrm>
          <a:custGeom>
            <a:rect b="b" l="l" r="r" t="t"/>
            <a:pathLst>
              <a:path extrusionOk="0" h="663" w="101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8875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7"/>
          <p:cNvSpPr/>
          <p:nvPr/>
        </p:nvSpPr>
        <p:spPr>
          <a:xfrm>
            <a:off x="8875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-373471" y="385171"/>
            <a:ext cx="1245675" cy="442820"/>
          </a:xfrm>
          <a:custGeom>
            <a:rect b="b" l="l" r="r" t="t"/>
            <a:pathLst>
              <a:path extrusionOk="0" h="2958" w="8321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1633068" y="4571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3187670" y="4568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47"/>
          <p:cNvSpPr/>
          <p:nvPr/>
        </p:nvSpPr>
        <p:spPr>
          <a:xfrm>
            <a:off x="4492220" y="4585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47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47"/>
          <p:cNvSpPr/>
          <p:nvPr/>
        </p:nvSpPr>
        <p:spPr>
          <a:xfrm flipH="1">
            <a:off x="8766270" y="4564888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47"/>
          <p:cNvSpPr/>
          <p:nvPr/>
        </p:nvSpPr>
        <p:spPr>
          <a:xfrm flipH="1">
            <a:off x="686700" y="4551950"/>
            <a:ext cx="7770600" cy="1032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47"/>
          <p:cNvSpPr/>
          <p:nvPr/>
        </p:nvSpPr>
        <p:spPr>
          <a:xfrm>
            <a:off x="8031829" y="144209"/>
            <a:ext cx="1245675" cy="442820"/>
          </a:xfrm>
          <a:custGeom>
            <a:rect b="b" l="l" r="r" t="t"/>
            <a:pathLst>
              <a:path extrusionOk="0" h="2958" w="8321">
                <a:moveTo>
                  <a:pt x="3551" y="0"/>
                </a:moveTo>
                <a:cubicBezTo>
                  <a:pt x="3420" y="0"/>
                  <a:pt x="3285" y="25"/>
                  <a:pt x="3151" y="83"/>
                </a:cubicBezTo>
                <a:cubicBezTo>
                  <a:pt x="2782" y="253"/>
                  <a:pt x="2465" y="984"/>
                  <a:pt x="2366" y="1810"/>
                </a:cubicBezTo>
                <a:cubicBezTo>
                  <a:pt x="2102" y="1593"/>
                  <a:pt x="1810" y="1324"/>
                  <a:pt x="1394" y="1201"/>
                </a:cubicBezTo>
                <a:cubicBezTo>
                  <a:pt x="1334" y="1188"/>
                  <a:pt x="1272" y="1181"/>
                  <a:pt x="1208" y="1181"/>
                </a:cubicBezTo>
                <a:cubicBezTo>
                  <a:pt x="935" y="1181"/>
                  <a:pt x="639" y="1299"/>
                  <a:pt x="440" y="1494"/>
                </a:cubicBezTo>
                <a:cubicBezTo>
                  <a:pt x="170" y="1810"/>
                  <a:pt x="0" y="2349"/>
                  <a:pt x="0" y="2958"/>
                </a:cubicBezTo>
                <a:cubicBezTo>
                  <a:pt x="326" y="2942"/>
                  <a:pt x="576" y="2937"/>
                  <a:pt x="800" y="2937"/>
                </a:cubicBezTo>
                <a:cubicBezTo>
                  <a:pt x="1246" y="2937"/>
                  <a:pt x="1587" y="2958"/>
                  <a:pt x="2220" y="2958"/>
                </a:cubicBezTo>
                <a:lnTo>
                  <a:pt x="8321" y="2958"/>
                </a:lnTo>
                <a:cubicBezTo>
                  <a:pt x="8003" y="2729"/>
                  <a:pt x="7622" y="2614"/>
                  <a:pt x="7242" y="2614"/>
                </a:cubicBezTo>
                <a:cubicBezTo>
                  <a:pt x="7097" y="2614"/>
                  <a:pt x="6951" y="2631"/>
                  <a:pt x="6810" y="2665"/>
                </a:cubicBezTo>
                <a:cubicBezTo>
                  <a:pt x="6810" y="2372"/>
                  <a:pt x="6833" y="2056"/>
                  <a:pt x="6710" y="1787"/>
                </a:cubicBezTo>
                <a:cubicBezTo>
                  <a:pt x="6580" y="1517"/>
                  <a:pt x="6355" y="1412"/>
                  <a:pt x="6108" y="1412"/>
                </a:cubicBezTo>
                <a:cubicBezTo>
                  <a:pt x="5754" y="1412"/>
                  <a:pt x="5355" y="1628"/>
                  <a:pt x="5124" y="1886"/>
                </a:cubicBezTo>
                <a:cubicBezTo>
                  <a:pt x="5077" y="1447"/>
                  <a:pt x="4954" y="1031"/>
                  <a:pt x="4708" y="692"/>
                </a:cubicBezTo>
                <a:cubicBezTo>
                  <a:pt x="4477" y="346"/>
                  <a:pt x="4037" y="0"/>
                  <a:pt x="355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8"/>
          <p:cNvSpPr txBox="1"/>
          <p:nvPr>
            <p:ph idx="1" type="subTitle"/>
          </p:nvPr>
        </p:nvSpPr>
        <p:spPr>
          <a:xfrm>
            <a:off x="4600500" y="1617725"/>
            <a:ext cx="33909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Comfortaa"/>
              <a:buNone/>
              <a:defRPr b="1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8" name="Google Shape;458;p48"/>
          <p:cNvSpPr txBox="1"/>
          <p:nvPr>
            <p:ph idx="2" type="body"/>
          </p:nvPr>
        </p:nvSpPr>
        <p:spPr>
          <a:xfrm>
            <a:off x="4600500" y="2104800"/>
            <a:ext cx="3712800" cy="26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400"/>
            </a:lvl1pPr>
            <a:lvl2pPr indent="-3175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9" name="Google Shape;459;p48"/>
          <p:cNvSpPr txBox="1"/>
          <p:nvPr>
            <p:ph type="title"/>
          </p:nvPr>
        </p:nvSpPr>
        <p:spPr>
          <a:xfrm>
            <a:off x="7315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60" name="Google Shape;460;p48"/>
          <p:cNvSpPr/>
          <p:nvPr/>
        </p:nvSpPr>
        <p:spPr>
          <a:xfrm>
            <a:off x="5636525" y="360574"/>
            <a:ext cx="4049100" cy="62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48"/>
          <p:cNvSpPr/>
          <p:nvPr/>
        </p:nvSpPr>
        <p:spPr>
          <a:xfrm flipH="1">
            <a:off x="7820850" y="4863450"/>
            <a:ext cx="19137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8"/>
          <p:cNvSpPr/>
          <p:nvPr/>
        </p:nvSpPr>
        <p:spPr>
          <a:xfrm>
            <a:off x="1341496" y="-232270"/>
            <a:ext cx="49" cy="65928"/>
          </a:xfrm>
          <a:custGeom>
            <a:rect b="b" l="l" r="r" t="t"/>
            <a:pathLst>
              <a:path extrusionOk="0" fill="none" h="1359" w="1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8"/>
          <p:cNvSpPr/>
          <p:nvPr/>
        </p:nvSpPr>
        <p:spPr>
          <a:xfrm>
            <a:off x="1309236" y="-200059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4" name="Google Shape;464;p48"/>
          <p:cNvGrpSpPr/>
          <p:nvPr/>
        </p:nvGrpSpPr>
        <p:grpSpPr>
          <a:xfrm>
            <a:off x="128236" y="73755"/>
            <a:ext cx="9056239" cy="4633814"/>
            <a:chOff x="128236" y="73755"/>
            <a:chExt cx="9056239" cy="4633814"/>
          </a:xfrm>
        </p:grpSpPr>
        <p:sp>
          <p:nvSpPr>
            <p:cNvPr id="465" name="Google Shape;465;p48"/>
            <p:cNvSpPr/>
            <p:nvPr/>
          </p:nvSpPr>
          <p:spPr>
            <a:xfrm>
              <a:off x="569406" y="13929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388939" y="7752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8"/>
            <p:cNvSpPr/>
            <p:nvPr/>
          </p:nvSpPr>
          <p:spPr>
            <a:xfrm>
              <a:off x="1120596" y="2010064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48"/>
            <p:cNvSpPr/>
            <p:nvPr/>
          </p:nvSpPr>
          <p:spPr>
            <a:xfrm>
              <a:off x="1088336" y="2044216"/>
              <a:ext cx="64036" cy="49"/>
            </a:xfrm>
            <a:custGeom>
              <a:rect b="b" l="l" r="r" t="t"/>
              <a:pathLst>
                <a:path extrusionOk="0" fill="none" h="1" w="132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48"/>
            <p:cNvSpPr/>
            <p:nvPr/>
          </p:nvSpPr>
          <p:spPr>
            <a:xfrm>
              <a:off x="675645" y="26132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8"/>
            <p:cNvSpPr/>
            <p:nvPr/>
          </p:nvSpPr>
          <p:spPr>
            <a:xfrm>
              <a:off x="220603" y="21865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8"/>
            <p:cNvSpPr/>
            <p:nvPr/>
          </p:nvSpPr>
          <p:spPr>
            <a:xfrm>
              <a:off x="1160521" y="40302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48"/>
            <p:cNvSpPr/>
            <p:nvPr/>
          </p:nvSpPr>
          <p:spPr>
            <a:xfrm>
              <a:off x="1128261" y="40624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48"/>
            <p:cNvSpPr/>
            <p:nvPr/>
          </p:nvSpPr>
          <p:spPr>
            <a:xfrm>
              <a:off x="1845502" y="4336305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8"/>
            <p:cNvSpPr/>
            <p:nvPr/>
          </p:nvSpPr>
          <p:spPr>
            <a:xfrm>
              <a:off x="2496813" y="449674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8"/>
            <p:cNvSpPr/>
            <p:nvPr/>
          </p:nvSpPr>
          <p:spPr>
            <a:xfrm>
              <a:off x="1092217" y="29417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48"/>
            <p:cNvSpPr/>
            <p:nvPr/>
          </p:nvSpPr>
          <p:spPr>
            <a:xfrm>
              <a:off x="1058064" y="29739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48"/>
            <p:cNvSpPr/>
            <p:nvPr/>
          </p:nvSpPr>
          <p:spPr>
            <a:xfrm>
              <a:off x="128236" y="33289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48"/>
            <p:cNvSpPr/>
            <p:nvPr/>
          </p:nvSpPr>
          <p:spPr>
            <a:xfrm>
              <a:off x="1094109" y="33347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9" name="Google Shape;479;p48"/>
            <p:cNvSpPr/>
            <p:nvPr/>
          </p:nvSpPr>
          <p:spPr>
            <a:xfrm>
              <a:off x="459185" y="340122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48"/>
            <p:cNvSpPr/>
            <p:nvPr/>
          </p:nvSpPr>
          <p:spPr>
            <a:xfrm>
              <a:off x="3528661" y="447279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48"/>
            <p:cNvSpPr/>
            <p:nvPr/>
          </p:nvSpPr>
          <p:spPr>
            <a:xfrm>
              <a:off x="4646934" y="46309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48"/>
            <p:cNvSpPr/>
            <p:nvPr/>
          </p:nvSpPr>
          <p:spPr>
            <a:xfrm>
              <a:off x="8997967" y="42583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48"/>
            <p:cNvSpPr/>
            <p:nvPr/>
          </p:nvSpPr>
          <p:spPr>
            <a:xfrm>
              <a:off x="8963814" y="42905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48"/>
            <p:cNvSpPr/>
            <p:nvPr/>
          </p:nvSpPr>
          <p:spPr>
            <a:xfrm>
              <a:off x="5214586" y="46454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48"/>
            <p:cNvSpPr/>
            <p:nvPr/>
          </p:nvSpPr>
          <p:spPr>
            <a:xfrm>
              <a:off x="8941881" y="185561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48"/>
            <p:cNvSpPr/>
            <p:nvPr/>
          </p:nvSpPr>
          <p:spPr>
            <a:xfrm>
              <a:off x="9048120" y="3075883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48"/>
            <p:cNvSpPr/>
            <p:nvPr/>
          </p:nvSpPr>
          <p:spPr>
            <a:xfrm>
              <a:off x="8593078" y="2649272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48"/>
            <p:cNvSpPr/>
            <p:nvPr/>
          </p:nvSpPr>
          <p:spPr>
            <a:xfrm>
              <a:off x="8500711" y="379162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48"/>
            <p:cNvSpPr/>
            <p:nvPr/>
          </p:nvSpPr>
          <p:spPr>
            <a:xfrm>
              <a:off x="9018081" y="132221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48"/>
            <p:cNvSpPr/>
            <p:nvPr/>
          </p:nvSpPr>
          <p:spPr>
            <a:xfrm>
              <a:off x="9124320" y="2542483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48"/>
            <p:cNvSpPr/>
            <p:nvPr/>
          </p:nvSpPr>
          <p:spPr>
            <a:xfrm>
              <a:off x="8669278" y="2115872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48"/>
            <p:cNvSpPr/>
            <p:nvPr/>
          </p:nvSpPr>
          <p:spPr>
            <a:xfrm>
              <a:off x="8576911" y="325822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48"/>
            <p:cNvSpPr/>
            <p:nvPr/>
          </p:nvSpPr>
          <p:spPr>
            <a:xfrm>
              <a:off x="2026477" y="73755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48"/>
            <p:cNvSpPr/>
            <p:nvPr/>
          </p:nvSpPr>
          <p:spPr>
            <a:xfrm>
              <a:off x="2677788" y="23419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48"/>
            <p:cNvSpPr/>
            <p:nvPr/>
          </p:nvSpPr>
          <p:spPr>
            <a:xfrm>
              <a:off x="3709636" y="2102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48"/>
            <p:cNvSpPr/>
            <p:nvPr/>
          </p:nvSpPr>
          <p:spPr>
            <a:xfrm>
              <a:off x="4827909" y="3684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48"/>
            <p:cNvSpPr/>
            <p:nvPr/>
          </p:nvSpPr>
          <p:spPr>
            <a:xfrm>
              <a:off x="5395561" y="38292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48"/>
          <p:cNvGrpSpPr/>
          <p:nvPr/>
        </p:nvGrpSpPr>
        <p:grpSpPr>
          <a:xfrm>
            <a:off x="8351419" y="3849933"/>
            <a:ext cx="1190271" cy="1022535"/>
            <a:chOff x="7521697" y="2603884"/>
            <a:chExt cx="1473291" cy="1265671"/>
          </a:xfrm>
        </p:grpSpPr>
        <p:sp>
          <p:nvSpPr>
            <p:cNvPr id="499" name="Google Shape;499;p48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48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48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48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48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48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48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48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9"/>
          <p:cNvSpPr txBox="1"/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509" name="Google Shape;509;p49"/>
          <p:cNvSpPr txBox="1"/>
          <p:nvPr>
            <p:ph idx="1" type="subTitle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10" name="Google Shape;510;p49"/>
          <p:cNvSpPr/>
          <p:nvPr/>
        </p:nvSpPr>
        <p:spPr>
          <a:xfrm>
            <a:off x="-3354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49"/>
          <p:cNvSpPr/>
          <p:nvPr/>
        </p:nvSpPr>
        <p:spPr>
          <a:xfrm>
            <a:off x="-895350" y="42583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12" name="Google Shape;512;p49"/>
          <p:cNvGrpSpPr/>
          <p:nvPr/>
        </p:nvGrpSpPr>
        <p:grpSpPr>
          <a:xfrm>
            <a:off x="204436" y="116972"/>
            <a:ext cx="8939573" cy="4824997"/>
            <a:chOff x="204436" y="116972"/>
            <a:chExt cx="8939573" cy="4824997"/>
          </a:xfrm>
        </p:grpSpPr>
        <p:sp>
          <p:nvSpPr>
            <p:cNvPr id="513" name="Google Shape;513;p49"/>
            <p:cNvSpPr/>
            <p:nvPr/>
          </p:nvSpPr>
          <p:spPr>
            <a:xfrm>
              <a:off x="13651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49"/>
            <p:cNvSpPr/>
            <p:nvPr/>
          </p:nvSpPr>
          <p:spPr>
            <a:xfrm>
              <a:off x="13329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49"/>
            <p:cNvSpPr/>
            <p:nvPr/>
          </p:nvSpPr>
          <p:spPr>
            <a:xfrm>
              <a:off x="645606" y="15453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49"/>
            <p:cNvSpPr/>
            <p:nvPr/>
          </p:nvSpPr>
          <p:spPr>
            <a:xfrm>
              <a:off x="4651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49"/>
            <p:cNvSpPr/>
            <p:nvPr/>
          </p:nvSpPr>
          <p:spPr>
            <a:xfrm>
              <a:off x="1196796" y="2162464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49"/>
            <p:cNvSpPr/>
            <p:nvPr/>
          </p:nvSpPr>
          <p:spPr>
            <a:xfrm>
              <a:off x="1164536" y="2196616"/>
              <a:ext cx="64036" cy="49"/>
            </a:xfrm>
            <a:custGeom>
              <a:rect b="b" l="l" r="r" t="t"/>
              <a:pathLst>
                <a:path extrusionOk="0" fill="none" h="1" w="132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49"/>
            <p:cNvSpPr/>
            <p:nvPr/>
          </p:nvSpPr>
          <p:spPr>
            <a:xfrm>
              <a:off x="751845" y="27656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49"/>
            <p:cNvSpPr/>
            <p:nvPr/>
          </p:nvSpPr>
          <p:spPr>
            <a:xfrm>
              <a:off x="296803" y="23389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49"/>
            <p:cNvSpPr/>
            <p:nvPr/>
          </p:nvSpPr>
          <p:spPr>
            <a:xfrm>
              <a:off x="1236721" y="41826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49"/>
            <p:cNvSpPr/>
            <p:nvPr/>
          </p:nvSpPr>
          <p:spPr>
            <a:xfrm>
              <a:off x="1204461" y="42148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49"/>
            <p:cNvSpPr/>
            <p:nvPr/>
          </p:nvSpPr>
          <p:spPr>
            <a:xfrm>
              <a:off x="1921702" y="4488705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49"/>
            <p:cNvSpPr/>
            <p:nvPr/>
          </p:nvSpPr>
          <p:spPr>
            <a:xfrm>
              <a:off x="2573013" y="464914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49"/>
            <p:cNvSpPr/>
            <p:nvPr/>
          </p:nvSpPr>
          <p:spPr>
            <a:xfrm>
              <a:off x="1168417" y="30941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49"/>
            <p:cNvSpPr/>
            <p:nvPr/>
          </p:nvSpPr>
          <p:spPr>
            <a:xfrm>
              <a:off x="1134264" y="31263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49"/>
            <p:cNvSpPr/>
            <p:nvPr/>
          </p:nvSpPr>
          <p:spPr>
            <a:xfrm>
              <a:off x="204436" y="34813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49"/>
            <p:cNvSpPr/>
            <p:nvPr/>
          </p:nvSpPr>
          <p:spPr>
            <a:xfrm>
              <a:off x="1170309" y="34871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49"/>
            <p:cNvSpPr/>
            <p:nvPr/>
          </p:nvSpPr>
          <p:spPr>
            <a:xfrm>
              <a:off x="535385" y="492522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49"/>
            <p:cNvSpPr/>
            <p:nvPr/>
          </p:nvSpPr>
          <p:spPr>
            <a:xfrm>
              <a:off x="3604861" y="462519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49"/>
            <p:cNvSpPr/>
            <p:nvPr/>
          </p:nvSpPr>
          <p:spPr>
            <a:xfrm>
              <a:off x="75786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49"/>
            <p:cNvSpPr/>
            <p:nvPr/>
          </p:nvSpPr>
          <p:spPr>
            <a:xfrm>
              <a:off x="7016767" y="48679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49"/>
            <p:cNvSpPr/>
            <p:nvPr/>
          </p:nvSpPr>
          <p:spPr>
            <a:xfrm>
              <a:off x="6982614" y="49001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49"/>
            <p:cNvSpPr/>
            <p:nvPr/>
          </p:nvSpPr>
          <p:spPr>
            <a:xfrm>
              <a:off x="8733761" y="4879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49"/>
            <p:cNvSpPr/>
            <p:nvPr/>
          </p:nvSpPr>
          <p:spPr>
            <a:xfrm>
              <a:off x="6104259" y="46512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49"/>
            <p:cNvSpPr/>
            <p:nvPr/>
          </p:nvSpPr>
          <p:spPr>
            <a:xfrm>
              <a:off x="6038357" y="48627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49"/>
            <p:cNvSpPr/>
            <p:nvPr/>
          </p:nvSpPr>
          <p:spPr>
            <a:xfrm>
              <a:off x="6006146" y="51994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49"/>
            <p:cNvSpPr/>
            <p:nvPr/>
          </p:nvSpPr>
          <p:spPr>
            <a:xfrm>
              <a:off x="5318831" y="127996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49"/>
            <p:cNvSpPr/>
            <p:nvPr/>
          </p:nvSpPr>
          <p:spPr>
            <a:xfrm>
              <a:off x="5138364" y="66232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49"/>
            <p:cNvSpPr/>
            <p:nvPr/>
          </p:nvSpPr>
          <p:spPr>
            <a:xfrm>
              <a:off x="5208610" y="22714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49"/>
            <p:cNvSpPr/>
            <p:nvPr/>
          </p:nvSpPr>
          <p:spPr>
            <a:xfrm>
              <a:off x="3260607" y="82612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49"/>
            <p:cNvSpPr/>
            <p:nvPr/>
          </p:nvSpPr>
          <p:spPr>
            <a:xfrm>
              <a:off x="3228396" y="85979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49"/>
            <p:cNvSpPr/>
            <p:nvPr/>
          </p:nvSpPr>
          <p:spPr>
            <a:xfrm>
              <a:off x="2360614" y="100217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49"/>
            <p:cNvSpPr/>
            <p:nvPr/>
          </p:nvSpPr>
          <p:spPr>
            <a:xfrm>
              <a:off x="2430860" y="56699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49"/>
            <p:cNvSpPr/>
            <p:nvPr/>
          </p:nvSpPr>
          <p:spPr>
            <a:xfrm>
              <a:off x="4670307" y="901338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49"/>
            <p:cNvSpPr/>
            <p:nvPr/>
          </p:nvSpPr>
          <p:spPr>
            <a:xfrm>
              <a:off x="4638096" y="935005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49"/>
            <p:cNvSpPr/>
            <p:nvPr/>
          </p:nvSpPr>
          <p:spPr>
            <a:xfrm>
              <a:off x="3770314" y="1077386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49"/>
            <p:cNvSpPr/>
            <p:nvPr/>
          </p:nvSpPr>
          <p:spPr>
            <a:xfrm>
              <a:off x="3840560" y="642210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49"/>
            <p:cNvSpPr/>
            <p:nvPr/>
          </p:nvSpPr>
          <p:spPr>
            <a:xfrm>
              <a:off x="7546857" y="37610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49"/>
            <p:cNvSpPr/>
            <p:nvPr/>
          </p:nvSpPr>
          <p:spPr>
            <a:xfrm>
              <a:off x="7514646" y="40976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49"/>
            <p:cNvSpPr/>
            <p:nvPr/>
          </p:nvSpPr>
          <p:spPr>
            <a:xfrm>
              <a:off x="6646864" y="55214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49"/>
            <p:cNvSpPr/>
            <p:nvPr/>
          </p:nvSpPr>
          <p:spPr>
            <a:xfrm>
              <a:off x="6717110" y="11697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49"/>
            <p:cNvSpPr/>
            <p:nvPr/>
          </p:nvSpPr>
          <p:spPr>
            <a:xfrm>
              <a:off x="91122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49"/>
            <p:cNvSpPr/>
            <p:nvPr/>
          </p:nvSpPr>
          <p:spPr>
            <a:xfrm>
              <a:off x="90800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49"/>
            <p:cNvSpPr/>
            <p:nvPr/>
          </p:nvSpPr>
          <p:spPr>
            <a:xfrm>
              <a:off x="82122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49"/>
            <p:cNvSpPr/>
            <p:nvPr/>
          </p:nvSpPr>
          <p:spPr>
            <a:xfrm>
              <a:off x="8282485" y="49252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49"/>
            <p:cNvSpPr/>
            <p:nvPr/>
          </p:nvSpPr>
          <p:spPr>
            <a:xfrm>
              <a:off x="8316617" y="462482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49"/>
            <p:cNvSpPr/>
            <p:nvPr/>
          </p:nvSpPr>
          <p:spPr>
            <a:xfrm>
              <a:off x="8282464" y="465703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49"/>
            <p:cNvSpPr/>
            <p:nvPr/>
          </p:nvSpPr>
          <p:spPr>
            <a:xfrm>
              <a:off x="47231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49"/>
            <p:cNvSpPr/>
            <p:nvPr/>
          </p:nvSpPr>
          <p:spPr>
            <a:xfrm>
              <a:off x="9074167" y="44107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49"/>
            <p:cNvSpPr/>
            <p:nvPr/>
          </p:nvSpPr>
          <p:spPr>
            <a:xfrm>
              <a:off x="9040014" y="44429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49"/>
            <p:cNvSpPr/>
            <p:nvPr/>
          </p:nvSpPr>
          <p:spPr>
            <a:xfrm>
              <a:off x="5290786" y="4797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49"/>
            <p:cNvSpPr/>
            <p:nvPr/>
          </p:nvSpPr>
          <p:spPr>
            <a:xfrm>
              <a:off x="6256659" y="48036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4" name="Google Shape;564;p49"/>
          <p:cNvGrpSpPr/>
          <p:nvPr/>
        </p:nvGrpSpPr>
        <p:grpSpPr>
          <a:xfrm>
            <a:off x="-353856" y="3253983"/>
            <a:ext cx="1190271" cy="1022535"/>
            <a:chOff x="7521697" y="2603884"/>
            <a:chExt cx="1473291" cy="1265671"/>
          </a:xfrm>
        </p:grpSpPr>
        <p:sp>
          <p:nvSpPr>
            <p:cNvPr id="565" name="Google Shape;565;p49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49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49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49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49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49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49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49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73" name="Google Shape;573;p49"/>
          <p:cNvGrpSpPr/>
          <p:nvPr/>
        </p:nvGrpSpPr>
        <p:grpSpPr>
          <a:xfrm rot="10800000">
            <a:off x="628245" y="340481"/>
            <a:ext cx="1086673" cy="897677"/>
            <a:chOff x="6101758" y="2859784"/>
            <a:chExt cx="1222079" cy="1009533"/>
          </a:xfrm>
        </p:grpSpPr>
        <p:sp>
          <p:nvSpPr>
            <p:cNvPr id="574" name="Google Shape;574;p49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49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49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7" name="Google Shape;577;p49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49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9" name="Google Shape;579;p49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49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49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49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49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picture">
  <p:cSld name="CUSTOM_6"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51"/>
          <p:cNvSpPr txBox="1"/>
          <p:nvPr>
            <p:ph type="title"/>
          </p:nvPr>
        </p:nvSpPr>
        <p:spPr>
          <a:xfrm>
            <a:off x="5810250" y="1947225"/>
            <a:ext cx="27936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0"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None/>
              <a:defRPr>
                <a:solidFill>
                  <a:schemeClr val="accent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numbers">
  <p:cSld name="CUSTOM_9"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52"/>
          <p:cNvSpPr txBox="1"/>
          <p:nvPr>
            <p:ph type="title"/>
          </p:nvPr>
        </p:nvSpPr>
        <p:spPr>
          <a:xfrm>
            <a:off x="4950000" y="1589038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89" name="Google Shape;589;p52"/>
          <p:cNvSpPr txBox="1"/>
          <p:nvPr>
            <p:ph idx="1" type="subTitle"/>
          </p:nvPr>
        </p:nvSpPr>
        <p:spPr>
          <a:xfrm>
            <a:off x="5424300" y="2215263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90" name="Google Shape;590;p52"/>
          <p:cNvSpPr txBox="1"/>
          <p:nvPr>
            <p:ph idx="2" type="title"/>
          </p:nvPr>
        </p:nvSpPr>
        <p:spPr>
          <a:xfrm>
            <a:off x="1063800" y="2400961"/>
            <a:ext cx="3130200" cy="6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None/>
              <a:defRPr sz="4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91" name="Google Shape;591;p52"/>
          <p:cNvSpPr txBox="1"/>
          <p:nvPr>
            <p:ph idx="3" type="subTitle"/>
          </p:nvPr>
        </p:nvSpPr>
        <p:spPr>
          <a:xfrm>
            <a:off x="1063800" y="3027186"/>
            <a:ext cx="26559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92" name="Google Shape;592;p52"/>
          <p:cNvSpPr/>
          <p:nvPr/>
        </p:nvSpPr>
        <p:spPr>
          <a:xfrm>
            <a:off x="4071468" y="380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2"/>
          <p:cNvSpPr/>
          <p:nvPr/>
        </p:nvSpPr>
        <p:spPr>
          <a:xfrm>
            <a:off x="5626070" y="377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52"/>
          <p:cNvSpPr/>
          <p:nvPr/>
        </p:nvSpPr>
        <p:spPr>
          <a:xfrm>
            <a:off x="8764316" y="1135845"/>
            <a:ext cx="109732" cy="109732"/>
          </a:xfrm>
          <a:custGeom>
            <a:rect b="b" l="l" r="r" t="t"/>
            <a:pathLst>
              <a:path extrusionOk="0" h="733" w="733">
                <a:moveTo>
                  <a:pt x="364" y="101"/>
                </a:moveTo>
                <a:cubicBezTo>
                  <a:pt x="510" y="101"/>
                  <a:pt x="633" y="223"/>
                  <a:pt x="633" y="370"/>
                </a:cubicBezTo>
                <a:cubicBezTo>
                  <a:pt x="633" y="516"/>
                  <a:pt x="510" y="633"/>
                  <a:pt x="364" y="633"/>
                </a:cubicBezTo>
                <a:cubicBezTo>
                  <a:pt x="217" y="633"/>
                  <a:pt x="100" y="516"/>
                  <a:pt x="100" y="370"/>
                </a:cubicBezTo>
                <a:cubicBezTo>
                  <a:pt x="100" y="223"/>
                  <a:pt x="217" y="101"/>
                  <a:pt x="364" y="101"/>
                </a:cubicBezTo>
                <a:close/>
                <a:moveTo>
                  <a:pt x="364" y="1"/>
                </a:moveTo>
                <a:cubicBezTo>
                  <a:pt x="171" y="1"/>
                  <a:pt x="1" y="147"/>
                  <a:pt x="1" y="370"/>
                </a:cubicBezTo>
                <a:cubicBezTo>
                  <a:pt x="1" y="563"/>
                  <a:pt x="171" y="733"/>
                  <a:pt x="364" y="733"/>
                </a:cubicBezTo>
                <a:cubicBezTo>
                  <a:pt x="563" y="733"/>
                  <a:pt x="733" y="563"/>
                  <a:pt x="733" y="370"/>
                </a:cubicBezTo>
                <a:cubicBezTo>
                  <a:pt x="733" y="147"/>
                  <a:pt x="563" y="1"/>
                  <a:pt x="36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52"/>
          <p:cNvSpPr/>
          <p:nvPr/>
        </p:nvSpPr>
        <p:spPr>
          <a:xfrm>
            <a:off x="707372" y="1953663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52"/>
          <p:cNvSpPr/>
          <p:nvPr/>
        </p:nvSpPr>
        <p:spPr>
          <a:xfrm>
            <a:off x="214395" y="208530"/>
            <a:ext cx="160631" cy="160631"/>
          </a:xfrm>
          <a:custGeom>
            <a:rect b="b" l="l" r="r" t="t"/>
            <a:pathLst>
              <a:path extrusionOk="0" h="1073" w="1073">
                <a:moveTo>
                  <a:pt x="926" y="94"/>
                </a:moveTo>
                <a:lnTo>
                  <a:pt x="955" y="118"/>
                </a:lnTo>
                <a:cubicBezTo>
                  <a:pt x="955" y="147"/>
                  <a:pt x="978" y="147"/>
                  <a:pt x="978" y="170"/>
                </a:cubicBezTo>
                <a:lnTo>
                  <a:pt x="978" y="194"/>
                </a:lnTo>
                <a:lnTo>
                  <a:pt x="756" y="949"/>
                </a:lnTo>
                <a:cubicBezTo>
                  <a:pt x="732" y="973"/>
                  <a:pt x="732" y="973"/>
                  <a:pt x="709" y="973"/>
                </a:cubicBezTo>
                <a:lnTo>
                  <a:pt x="686" y="973"/>
                </a:lnTo>
                <a:lnTo>
                  <a:pt x="124" y="410"/>
                </a:lnTo>
                <a:cubicBezTo>
                  <a:pt x="100" y="387"/>
                  <a:pt x="100" y="387"/>
                  <a:pt x="100" y="364"/>
                </a:cubicBezTo>
                <a:lnTo>
                  <a:pt x="100" y="340"/>
                </a:lnTo>
                <a:lnTo>
                  <a:pt x="124" y="317"/>
                </a:lnTo>
                <a:lnTo>
                  <a:pt x="926" y="94"/>
                </a:lnTo>
                <a:close/>
                <a:moveTo>
                  <a:pt x="926" y="1"/>
                </a:moveTo>
                <a:cubicBezTo>
                  <a:pt x="902" y="1"/>
                  <a:pt x="902" y="24"/>
                  <a:pt x="902" y="24"/>
                </a:cubicBezTo>
                <a:lnTo>
                  <a:pt x="100" y="217"/>
                </a:lnTo>
                <a:cubicBezTo>
                  <a:pt x="77" y="241"/>
                  <a:pt x="47" y="264"/>
                  <a:pt x="24" y="293"/>
                </a:cubicBezTo>
                <a:cubicBezTo>
                  <a:pt x="1" y="317"/>
                  <a:pt x="1" y="340"/>
                  <a:pt x="1" y="364"/>
                </a:cubicBezTo>
                <a:cubicBezTo>
                  <a:pt x="1" y="410"/>
                  <a:pt x="24" y="463"/>
                  <a:pt x="47" y="487"/>
                </a:cubicBezTo>
                <a:lnTo>
                  <a:pt x="633" y="1049"/>
                </a:lnTo>
                <a:cubicBezTo>
                  <a:pt x="662" y="1072"/>
                  <a:pt x="686" y="1072"/>
                  <a:pt x="709" y="1072"/>
                </a:cubicBezTo>
                <a:cubicBezTo>
                  <a:pt x="779" y="1072"/>
                  <a:pt x="832" y="1049"/>
                  <a:pt x="832" y="973"/>
                </a:cubicBezTo>
                <a:lnTo>
                  <a:pt x="1049" y="217"/>
                </a:lnTo>
                <a:cubicBezTo>
                  <a:pt x="1072" y="194"/>
                  <a:pt x="1072" y="194"/>
                  <a:pt x="1072" y="170"/>
                </a:cubicBezTo>
                <a:cubicBezTo>
                  <a:pt x="1072" y="118"/>
                  <a:pt x="1049" y="94"/>
                  <a:pt x="1025" y="71"/>
                </a:cubicBezTo>
                <a:cubicBezTo>
                  <a:pt x="1002" y="24"/>
                  <a:pt x="978" y="1"/>
                  <a:pt x="92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52"/>
          <p:cNvSpPr/>
          <p:nvPr/>
        </p:nvSpPr>
        <p:spPr>
          <a:xfrm>
            <a:off x="8811622" y="2647978"/>
            <a:ext cx="150152" cy="160481"/>
          </a:xfrm>
          <a:custGeom>
            <a:rect b="b" l="l" r="r" t="t"/>
            <a:pathLst>
              <a:path extrusionOk="0" h="1072" w="1003">
                <a:moveTo>
                  <a:pt x="247" y="100"/>
                </a:moveTo>
                <a:lnTo>
                  <a:pt x="903" y="586"/>
                </a:lnTo>
                <a:lnTo>
                  <a:pt x="903" y="609"/>
                </a:lnTo>
                <a:cubicBezTo>
                  <a:pt x="903" y="632"/>
                  <a:pt x="903" y="662"/>
                  <a:pt x="879" y="662"/>
                </a:cubicBezTo>
                <a:lnTo>
                  <a:pt x="147" y="978"/>
                </a:lnTo>
                <a:lnTo>
                  <a:pt x="100" y="978"/>
                </a:lnTo>
                <a:lnTo>
                  <a:pt x="100" y="954"/>
                </a:lnTo>
                <a:lnTo>
                  <a:pt x="171" y="146"/>
                </a:lnTo>
                <a:lnTo>
                  <a:pt x="171" y="100"/>
                </a:lnTo>
                <a:close/>
                <a:moveTo>
                  <a:pt x="223" y="0"/>
                </a:moveTo>
                <a:cubicBezTo>
                  <a:pt x="171" y="0"/>
                  <a:pt x="147" y="0"/>
                  <a:pt x="124" y="47"/>
                </a:cubicBezTo>
                <a:cubicBezTo>
                  <a:pt x="100" y="76"/>
                  <a:pt x="77" y="100"/>
                  <a:pt x="77" y="146"/>
                </a:cubicBezTo>
                <a:lnTo>
                  <a:pt x="1" y="925"/>
                </a:lnTo>
                <a:lnTo>
                  <a:pt x="1" y="954"/>
                </a:lnTo>
                <a:cubicBezTo>
                  <a:pt x="1" y="978"/>
                  <a:pt x="1" y="1025"/>
                  <a:pt x="24" y="1048"/>
                </a:cubicBezTo>
                <a:cubicBezTo>
                  <a:pt x="48" y="1072"/>
                  <a:pt x="100" y="1072"/>
                  <a:pt x="124" y="1072"/>
                </a:cubicBezTo>
                <a:lnTo>
                  <a:pt x="171" y="1072"/>
                </a:lnTo>
                <a:lnTo>
                  <a:pt x="903" y="755"/>
                </a:lnTo>
                <a:cubicBezTo>
                  <a:pt x="979" y="732"/>
                  <a:pt x="1002" y="662"/>
                  <a:pt x="1002" y="609"/>
                </a:cubicBezTo>
                <a:cubicBezTo>
                  <a:pt x="1002" y="562"/>
                  <a:pt x="1002" y="515"/>
                  <a:pt x="955" y="486"/>
                </a:cubicBezTo>
                <a:lnTo>
                  <a:pt x="294" y="23"/>
                </a:lnTo>
                <a:cubicBezTo>
                  <a:pt x="270" y="0"/>
                  <a:pt x="247" y="0"/>
                  <a:pt x="22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8" name="Google Shape;598;p52"/>
          <p:cNvSpPr/>
          <p:nvPr/>
        </p:nvSpPr>
        <p:spPr>
          <a:xfrm>
            <a:off x="7314602" y="4477471"/>
            <a:ext cx="383987" cy="15120"/>
          </a:xfrm>
          <a:custGeom>
            <a:rect b="b" l="l" r="r" t="t"/>
            <a:pathLst>
              <a:path extrusionOk="0" h="101" w="2565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p52"/>
          <p:cNvSpPr/>
          <p:nvPr/>
        </p:nvSpPr>
        <p:spPr>
          <a:xfrm>
            <a:off x="375027" y="4254141"/>
            <a:ext cx="266620" cy="14222"/>
          </a:xfrm>
          <a:custGeom>
            <a:rect b="b" l="l" r="r" t="t"/>
            <a:pathLst>
              <a:path extrusionOk="0" h="95" w="1781">
                <a:moveTo>
                  <a:pt x="47" y="1"/>
                </a:moveTo>
                <a:cubicBezTo>
                  <a:pt x="0" y="1"/>
                  <a:pt x="0" y="1"/>
                  <a:pt x="0" y="47"/>
                </a:cubicBezTo>
                <a:cubicBezTo>
                  <a:pt x="0" y="71"/>
                  <a:pt x="0" y="94"/>
                  <a:pt x="47" y="94"/>
                </a:cubicBezTo>
                <a:lnTo>
                  <a:pt x="1734" y="94"/>
                </a:lnTo>
                <a:cubicBezTo>
                  <a:pt x="1757" y="94"/>
                  <a:pt x="1780" y="71"/>
                  <a:pt x="1780" y="47"/>
                </a:cubicBezTo>
                <a:cubicBezTo>
                  <a:pt x="1780" y="1"/>
                  <a:pt x="1757" y="1"/>
                  <a:pt x="173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52"/>
          <p:cNvSpPr/>
          <p:nvPr/>
        </p:nvSpPr>
        <p:spPr>
          <a:xfrm>
            <a:off x="545740" y="802470"/>
            <a:ext cx="219314" cy="15120"/>
          </a:xfrm>
          <a:custGeom>
            <a:rect b="b" l="l" r="r" t="t"/>
            <a:pathLst>
              <a:path extrusionOk="0" h="101" w="1465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52"/>
          <p:cNvSpPr/>
          <p:nvPr/>
        </p:nvSpPr>
        <p:spPr>
          <a:xfrm>
            <a:off x="1063795" y="493615"/>
            <a:ext cx="146409" cy="14072"/>
          </a:xfrm>
          <a:custGeom>
            <a:rect b="b" l="l" r="r" t="t"/>
            <a:pathLst>
              <a:path extrusionOk="0" h="94" w="978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52"/>
          <p:cNvSpPr/>
          <p:nvPr/>
        </p:nvSpPr>
        <p:spPr>
          <a:xfrm>
            <a:off x="266063" y="2494070"/>
            <a:ext cx="14970" cy="99103"/>
          </a:xfrm>
          <a:custGeom>
            <a:rect b="b" l="l" r="r" t="t"/>
            <a:pathLst>
              <a:path extrusionOk="0" h="662" w="100">
                <a:moveTo>
                  <a:pt x="53" y="0"/>
                </a:moveTo>
                <a:cubicBezTo>
                  <a:pt x="24" y="0"/>
                  <a:pt x="0" y="30"/>
                  <a:pt x="0" y="53"/>
                </a:cubicBezTo>
                <a:lnTo>
                  <a:pt x="0" y="615"/>
                </a:lnTo>
                <a:cubicBezTo>
                  <a:pt x="0" y="639"/>
                  <a:pt x="24" y="662"/>
                  <a:pt x="53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52"/>
          <p:cNvSpPr/>
          <p:nvPr/>
        </p:nvSpPr>
        <p:spPr>
          <a:xfrm>
            <a:off x="222200" y="25379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52"/>
          <p:cNvSpPr/>
          <p:nvPr/>
        </p:nvSpPr>
        <p:spPr>
          <a:xfrm>
            <a:off x="222200" y="2537933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24" y="0"/>
                  <a:pt x="1" y="29"/>
                  <a:pt x="1" y="53"/>
                </a:cubicBezTo>
                <a:cubicBezTo>
                  <a:pt x="1" y="76"/>
                  <a:pt x="24" y="100"/>
                  <a:pt x="53" y="100"/>
                </a:cubicBezTo>
                <a:lnTo>
                  <a:pt x="610" y="100"/>
                </a:lnTo>
                <a:cubicBezTo>
                  <a:pt x="639" y="100"/>
                  <a:pt x="662" y="76"/>
                  <a:pt x="662" y="53"/>
                </a:cubicBezTo>
                <a:cubicBezTo>
                  <a:pt x="662" y="29"/>
                  <a:pt x="639" y="0"/>
                  <a:pt x="61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52"/>
          <p:cNvSpPr/>
          <p:nvPr/>
        </p:nvSpPr>
        <p:spPr>
          <a:xfrm>
            <a:off x="1211268" y="1289289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2"/>
          <p:cNvSpPr/>
          <p:nvPr/>
        </p:nvSpPr>
        <p:spPr>
          <a:xfrm>
            <a:off x="1170998" y="133315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2"/>
          <p:cNvSpPr/>
          <p:nvPr/>
        </p:nvSpPr>
        <p:spPr>
          <a:xfrm>
            <a:off x="1170998" y="1333152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52"/>
          <p:cNvSpPr/>
          <p:nvPr/>
        </p:nvSpPr>
        <p:spPr>
          <a:xfrm>
            <a:off x="749933" y="4691915"/>
            <a:ext cx="15120" cy="99103"/>
          </a:xfrm>
          <a:custGeom>
            <a:rect b="b" l="l" r="r" t="t"/>
            <a:pathLst>
              <a:path extrusionOk="0" h="662" w="101">
                <a:moveTo>
                  <a:pt x="48" y="0"/>
                </a:moveTo>
                <a:cubicBezTo>
                  <a:pt x="24" y="0"/>
                  <a:pt x="1" y="24"/>
                  <a:pt x="1" y="47"/>
                </a:cubicBezTo>
                <a:lnTo>
                  <a:pt x="1" y="609"/>
                </a:lnTo>
                <a:cubicBezTo>
                  <a:pt x="1" y="633"/>
                  <a:pt x="24" y="662"/>
                  <a:pt x="48" y="662"/>
                </a:cubicBezTo>
                <a:cubicBezTo>
                  <a:pt x="71" y="662"/>
                  <a:pt x="100" y="633"/>
                  <a:pt x="100" y="609"/>
                </a:cubicBezTo>
                <a:lnTo>
                  <a:pt x="100" y="47"/>
                </a:lnTo>
                <a:cubicBezTo>
                  <a:pt x="100" y="24"/>
                  <a:pt x="71" y="0"/>
                  <a:pt x="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52"/>
          <p:cNvSpPr/>
          <p:nvPr/>
        </p:nvSpPr>
        <p:spPr>
          <a:xfrm>
            <a:off x="4976864" y="2293784"/>
            <a:ext cx="94762" cy="15120"/>
          </a:xfrm>
          <a:custGeom>
            <a:rect b="b" l="l" r="r" t="t"/>
            <a:pathLst>
              <a:path extrusionOk="0" h="101" w="633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52"/>
          <p:cNvSpPr/>
          <p:nvPr/>
        </p:nvSpPr>
        <p:spPr>
          <a:xfrm>
            <a:off x="709664" y="4732184"/>
            <a:ext cx="94762" cy="15120"/>
          </a:xfrm>
          <a:custGeom>
            <a:rect b="b" l="l" r="r" t="t"/>
            <a:pathLst>
              <a:path extrusionOk="0" h="101" w="633">
                <a:moveTo>
                  <a:pt x="47" y="1"/>
                </a:moveTo>
                <a:cubicBezTo>
                  <a:pt x="1" y="1"/>
                  <a:pt x="1" y="24"/>
                  <a:pt x="1" y="47"/>
                </a:cubicBezTo>
                <a:cubicBezTo>
                  <a:pt x="1" y="71"/>
                  <a:pt x="1" y="100"/>
                  <a:pt x="47" y="100"/>
                </a:cubicBezTo>
                <a:lnTo>
                  <a:pt x="586" y="100"/>
                </a:lnTo>
                <a:cubicBezTo>
                  <a:pt x="633" y="100"/>
                  <a:pt x="633" y="71"/>
                  <a:pt x="633" y="47"/>
                </a:cubicBezTo>
                <a:cubicBezTo>
                  <a:pt x="633" y="24"/>
                  <a:pt x="633" y="1"/>
                  <a:pt x="58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52"/>
          <p:cNvSpPr/>
          <p:nvPr/>
        </p:nvSpPr>
        <p:spPr>
          <a:xfrm>
            <a:off x="6930620" y="394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2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2"/>
          <p:cNvSpPr/>
          <p:nvPr/>
        </p:nvSpPr>
        <p:spPr>
          <a:xfrm>
            <a:off x="6886758" y="434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4" name="Google Shape;614;p52"/>
          <p:cNvSpPr/>
          <p:nvPr/>
        </p:nvSpPr>
        <p:spPr>
          <a:xfrm>
            <a:off x="8533775" y="2107107"/>
            <a:ext cx="15120" cy="99253"/>
          </a:xfrm>
          <a:custGeom>
            <a:rect b="b" l="l" r="r" t="t"/>
            <a:pathLst>
              <a:path extrusionOk="0" h="663" w="101">
                <a:moveTo>
                  <a:pt x="54" y="0"/>
                </a:moveTo>
                <a:cubicBezTo>
                  <a:pt x="30" y="0"/>
                  <a:pt x="1" y="30"/>
                  <a:pt x="1" y="53"/>
                </a:cubicBezTo>
                <a:lnTo>
                  <a:pt x="1" y="615"/>
                </a:lnTo>
                <a:cubicBezTo>
                  <a:pt x="1" y="639"/>
                  <a:pt x="30" y="662"/>
                  <a:pt x="54" y="662"/>
                </a:cubicBezTo>
                <a:cubicBezTo>
                  <a:pt x="77" y="662"/>
                  <a:pt x="100" y="639"/>
                  <a:pt x="100" y="615"/>
                </a:cubicBezTo>
                <a:lnTo>
                  <a:pt x="100" y="53"/>
                </a:lnTo>
                <a:cubicBezTo>
                  <a:pt x="100" y="30"/>
                  <a:pt x="77" y="0"/>
                  <a:pt x="5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52"/>
          <p:cNvSpPr/>
          <p:nvPr/>
        </p:nvSpPr>
        <p:spPr>
          <a:xfrm>
            <a:off x="8494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52"/>
          <p:cNvSpPr/>
          <p:nvPr/>
        </p:nvSpPr>
        <p:spPr>
          <a:xfrm>
            <a:off x="8494404" y="2150969"/>
            <a:ext cx="98355" cy="14970"/>
          </a:xfrm>
          <a:custGeom>
            <a:rect b="b" l="l" r="r" t="t"/>
            <a:pathLst>
              <a:path extrusionOk="0" h="100" w="657">
                <a:moveTo>
                  <a:pt x="47" y="0"/>
                </a:moveTo>
                <a:cubicBezTo>
                  <a:pt x="24" y="0"/>
                  <a:pt x="0" y="29"/>
                  <a:pt x="0" y="53"/>
                </a:cubicBezTo>
                <a:cubicBezTo>
                  <a:pt x="0" y="76"/>
                  <a:pt x="24" y="100"/>
                  <a:pt x="47" y="100"/>
                </a:cubicBezTo>
                <a:lnTo>
                  <a:pt x="609" y="100"/>
                </a:lnTo>
                <a:cubicBezTo>
                  <a:pt x="633" y="100"/>
                  <a:pt x="656" y="76"/>
                  <a:pt x="656" y="53"/>
                </a:cubicBezTo>
                <a:cubicBezTo>
                  <a:pt x="656" y="29"/>
                  <a:pt x="633" y="0"/>
                  <a:pt x="60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52"/>
          <p:cNvSpPr/>
          <p:nvPr/>
        </p:nvSpPr>
        <p:spPr>
          <a:xfrm>
            <a:off x="1633068" y="4571303"/>
            <a:ext cx="109732" cy="109732"/>
          </a:xfrm>
          <a:custGeom>
            <a:rect b="b" l="l" r="r" t="t"/>
            <a:pathLst>
              <a:path extrusionOk="0" h="733" w="733">
                <a:moveTo>
                  <a:pt x="363" y="95"/>
                </a:moveTo>
                <a:cubicBezTo>
                  <a:pt x="510" y="95"/>
                  <a:pt x="633" y="218"/>
                  <a:pt x="633" y="364"/>
                </a:cubicBezTo>
                <a:cubicBezTo>
                  <a:pt x="633" y="510"/>
                  <a:pt x="510" y="633"/>
                  <a:pt x="363" y="633"/>
                </a:cubicBezTo>
                <a:cubicBezTo>
                  <a:pt x="217" y="633"/>
                  <a:pt x="94" y="510"/>
                  <a:pt x="94" y="364"/>
                </a:cubicBezTo>
                <a:cubicBezTo>
                  <a:pt x="94" y="218"/>
                  <a:pt x="217" y="95"/>
                  <a:pt x="363" y="95"/>
                </a:cubicBezTo>
                <a:close/>
                <a:moveTo>
                  <a:pt x="363" y="1"/>
                </a:moveTo>
                <a:cubicBezTo>
                  <a:pt x="147" y="1"/>
                  <a:pt x="0" y="147"/>
                  <a:pt x="0" y="364"/>
                </a:cubicBezTo>
                <a:cubicBezTo>
                  <a:pt x="0" y="557"/>
                  <a:pt x="147" y="733"/>
                  <a:pt x="363" y="733"/>
                </a:cubicBezTo>
                <a:cubicBezTo>
                  <a:pt x="562" y="733"/>
                  <a:pt x="732" y="557"/>
                  <a:pt x="732" y="364"/>
                </a:cubicBezTo>
                <a:cubicBezTo>
                  <a:pt x="732" y="147"/>
                  <a:pt x="562" y="1"/>
                  <a:pt x="36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2"/>
          <p:cNvSpPr/>
          <p:nvPr/>
        </p:nvSpPr>
        <p:spPr>
          <a:xfrm>
            <a:off x="3187670" y="4568744"/>
            <a:ext cx="109732" cy="114073"/>
          </a:xfrm>
          <a:custGeom>
            <a:rect b="b" l="l" r="r" t="t"/>
            <a:pathLst>
              <a:path extrusionOk="0" h="762" w="733">
                <a:moveTo>
                  <a:pt x="363" y="100"/>
                </a:moveTo>
                <a:cubicBezTo>
                  <a:pt x="510" y="100"/>
                  <a:pt x="633" y="223"/>
                  <a:pt x="633" y="392"/>
                </a:cubicBezTo>
                <a:cubicBezTo>
                  <a:pt x="633" y="539"/>
                  <a:pt x="510" y="662"/>
                  <a:pt x="363" y="662"/>
                </a:cubicBezTo>
                <a:cubicBezTo>
                  <a:pt x="217" y="662"/>
                  <a:pt x="94" y="539"/>
                  <a:pt x="94" y="392"/>
                </a:cubicBezTo>
                <a:cubicBezTo>
                  <a:pt x="94" y="223"/>
                  <a:pt x="217" y="100"/>
                  <a:pt x="363" y="100"/>
                </a:cubicBezTo>
                <a:close/>
                <a:moveTo>
                  <a:pt x="363" y="0"/>
                </a:moveTo>
                <a:cubicBezTo>
                  <a:pt x="170" y="0"/>
                  <a:pt x="0" y="176"/>
                  <a:pt x="0" y="392"/>
                </a:cubicBezTo>
                <a:cubicBezTo>
                  <a:pt x="0" y="586"/>
                  <a:pt x="170" y="761"/>
                  <a:pt x="363" y="761"/>
                </a:cubicBezTo>
                <a:cubicBezTo>
                  <a:pt x="586" y="761"/>
                  <a:pt x="732" y="586"/>
                  <a:pt x="732" y="392"/>
                </a:cubicBezTo>
                <a:cubicBezTo>
                  <a:pt x="732" y="176"/>
                  <a:pt x="586" y="0"/>
                  <a:pt x="36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2"/>
          <p:cNvSpPr/>
          <p:nvPr/>
        </p:nvSpPr>
        <p:spPr>
          <a:xfrm>
            <a:off x="4492220" y="4585375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53"/>
                </a:cubicBezTo>
                <a:lnTo>
                  <a:pt x="1" y="609"/>
                </a:lnTo>
                <a:cubicBezTo>
                  <a:pt x="1" y="639"/>
                  <a:pt x="24" y="662"/>
                  <a:pt x="53" y="662"/>
                </a:cubicBezTo>
                <a:cubicBezTo>
                  <a:pt x="77" y="662"/>
                  <a:pt x="100" y="639"/>
                  <a:pt x="100" y="609"/>
                </a:cubicBezTo>
                <a:lnTo>
                  <a:pt x="100" y="53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52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52"/>
          <p:cNvSpPr/>
          <p:nvPr/>
        </p:nvSpPr>
        <p:spPr>
          <a:xfrm>
            <a:off x="4448358" y="4625645"/>
            <a:ext cx="99253" cy="15120"/>
          </a:xfrm>
          <a:custGeom>
            <a:rect b="b" l="l" r="r" t="t"/>
            <a:pathLst>
              <a:path extrusionOk="0" h="101" w="663">
                <a:moveTo>
                  <a:pt x="54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0"/>
                  <a:pt x="54" y="100"/>
                </a:cubicBezTo>
                <a:lnTo>
                  <a:pt x="610" y="100"/>
                </a:lnTo>
                <a:cubicBezTo>
                  <a:pt x="639" y="100"/>
                  <a:pt x="663" y="77"/>
                  <a:pt x="663" y="48"/>
                </a:cubicBezTo>
                <a:cubicBezTo>
                  <a:pt x="663" y="24"/>
                  <a:pt x="639" y="1"/>
                  <a:pt x="61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52"/>
          <p:cNvSpPr/>
          <p:nvPr/>
        </p:nvSpPr>
        <p:spPr>
          <a:xfrm flipH="1">
            <a:off x="8766270" y="4564888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52"/>
          <p:cNvSpPr/>
          <p:nvPr/>
        </p:nvSpPr>
        <p:spPr>
          <a:xfrm flipH="1">
            <a:off x="7812520" y="3747070"/>
            <a:ext cx="219314" cy="15120"/>
          </a:xfrm>
          <a:custGeom>
            <a:rect b="b" l="l" r="r" t="t"/>
            <a:pathLst>
              <a:path extrusionOk="0" h="101" w="1465">
                <a:moveTo>
                  <a:pt x="47" y="1"/>
                </a:moveTo>
                <a:cubicBezTo>
                  <a:pt x="24" y="1"/>
                  <a:pt x="1" y="24"/>
                  <a:pt x="1" y="48"/>
                </a:cubicBezTo>
                <a:cubicBezTo>
                  <a:pt x="1" y="77"/>
                  <a:pt x="24" y="101"/>
                  <a:pt x="47" y="101"/>
                </a:cubicBezTo>
                <a:lnTo>
                  <a:pt x="1412" y="101"/>
                </a:lnTo>
                <a:cubicBezTo>
                  <a:pt x="1441" y="101"/>
                  <a:pt x="1464" y="77"/>
                  <a:pt x="1464" y="48"/>
                </a:cubicBezTo>
                <a:cubicBezTo>
                  <a:pt x="1464" y="24"/>
                  <a:pt x="1441" y="1"/>
                  <a:pt x="14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2"/>
          <p:cNvSpPr/>
          <p:nvPr/>
        </p:nvSpPr>
        <p:spPr>
          <a:xfrm flipH="1">
            <a:off x="7724945" y="3674465"/>
            <a:ext cx="146409" cy="14072"/>
          </a:xfrm>
          <a:custGeom>
            <a:rect b="b" l="l" r="r" t="t"/>
            <a:pathLst>
              <a:path extrusionOk="0" h="94" w="978">
                <a:moveTo>
                  <a:pt x="47" y="0"/>
                </a:moveTo>
                <a:cubicBezTo>
                  <a:pt x="23" y="0"/>
                  <a:pt x="0" y="23"/>
                  <a:pt x="0" y="47"/>
                </a:cubicBezTo>
                <a:cubicBezTo>
                  <a:pt x="0" y="70"/>
                  <a:pt x="23" y="94"/>
                  <a:pt x="47" y="94"/>
                </a:cubicBezTo>
                <a:lnTo>
                  <a:pt x="925" y="94"/>
                </a:lnTo>
                <a:cubicBezTo>
                  <a:pt x="954" y="94"/>
                  <a:pt x="978" y="70"/>
                  <a:pt x="978" y="47"/>
                </a:cubicBezTo>
                <a:cubicBezTo>
                  <a:pt x="978" y="23"/>
                  <a:pt x="954" y="0"/>
                  <a:pt x="92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2"/>
          <p:cNvSpPr/>
          <p:nvPr/>
        </p:nvSpPr>
        <p:spPr>
          <a:xfrm flipH="1">
            <a:off x="8356836" y="3900514"/>
            <a:ext cx="15120" cy="99253"/>
          </a:xfrm>
          <a:custGeom>
            <a:rect b="b" l="l" r="r" t="t"/>
            <a:pathLst>
              <a:path extrusionOk="0" h="663" w="101">
                <a:moveTo>
                  <a:pt x="53" y="1"/>
                </a:moveTo>
                <a:cubicBezTo>
                  <a:pt x="24" y="1"/>
                  <a:pt x="1" y="24"/>
                  <a:pt x="1" y="47"/>
                </a:cubicBezTo>
                <a:lnTo>
                  <a:pt x="1" y="610"/>
                </a:lnTo>
                <a:cubicBezTo>
                  <a:pt x="1" y="633"/>
                  <a:pt x="24" y="662"/>
                  <a:pt x="53" y="662"/>
                </a:cubicBezTo>
                <a:cubicBezTo>
                  <a:pt x="77" y="662"/>
                  <a:pt x="100" y="633"/>
                  <a:pt x="100" y="610"/>
                </a:cubicBezTo>
                <a:lnTo>
                  <a:pt x="100" y="47"/>
                </a:lnTo>
                <a:cubicBezTo>
                  <a:pt x="100" y="24"/>
                  <a:pt x="77" y="1"/>
                  <a:pt x="53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52"/>
          <p:cNvSpPr/>
          <p:nvPr/>
        </p:nvSpPr>
        <p:spPr>
          <a:xfrm flipH="1">
            <a:off x="8312973" y="3944377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7" name="Google Shape;627;p52"/>
          <p:cNvSpPr/>
          <p:nvPr/>
        </p:nvSpPr>
        <p:spPr>
          <a:xfrm flipH="1">
            <a:off x="8312973" y="3944377"/>
            <a:ext cx="99253" cy="14970"/>
          </a:xfrm>
          <a:custGeom>
            <a:rect b="b" l="l" r="r" t="t"/>
            <a:pathLst>
              <a:path extrusionOk="0" h="100" w="663">
                <a:moveTo>
                  <a:pt x="53" y="0"/>
                </a:moveTo>
                <a:cubicBezTo>
                  <a:pt x="30" y="0"/>
                  <a:pt x="0" y="24"/>
                  <a:pt x="0" y="47"/>
                </a:cubicBezTo>
                <a:cubicBezTo>
                  <a:pt x="0" y="77"/>
                  <a:pt x="30" y="100"/>
                  <a:pt x="53" y="100"/>
                </a:cubicBezTo>
                <a:lnTo>
                  <a:pt x="615" y="100"/>
                </a:lnTo>
                <a:cubicBezTo>
                  <a:pt x="639" y="100"/>
                  <a:pt x="662" y="77"/>
                  <a:pt x="662" y="47"/>
                </a:cubicBezTo>
                <a:cubicBezTo>
                  <a:pt x="662" y="24"/>
                  <a:pt x="639" y="0"/>
                  <a:pt x="6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8" name="Google Shape;628;p52"/>
          <p:cNvSpPr/>
          <p:nvPr/>
        </p:nvSpPr>
        <p:spPr>
          <a:xfrm flipH="1">
            <a:off x="7143483" y="3500961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2"/>
          <p:cNvSpPr/>
          <p:nvPr/>
        </p:nvSpPr>
        <p:spPr>
          <a:xfrm flipH="1">
            <a:off x="5916000" y="27240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52"/>
          <p:cNvSpPr/>
          <p:nvPr/>
        </p:nvSpPr>
        <p:spPr>
          <a:xfrm flipH="1">
            <a:off x="-296525" y="109495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1" name="Google Shape;631;p52"/>
          <p:cNvSpPr/>
          <p:nvPr/>
        </p:nvSpPr>
        <p:spPr>
          <a:xfrm flipH="1">
            <a:off x="-1475400" y="4311000"/>
            <a:ext cx="34842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5028602" y="4782271"/>
            <a:ext cx="383987" cy="15120"/>
          </a:xfrm>
          <a:custGeom>
            <a:rect b="b" l="l" r="r" t="t"/>
            <a:pathLst>
              <a:path extrusionOk="0" h="101" w="2565">
                <a:moveTo>
                  <a:pt x="47" y="1"/>
                </a:moveTo>
                <a:cubicBezTo>
                  <a:pt x="0" y="1"/>
                  <a:pt x="0" y="24"/>
                  <a:pt x="0" y="47"/>
                </a:cubicBezTo>
                <a:cubicBezTo>
                  <a:pt x="0" y="77"/>
                  <a:pt x="0" y="100"/>
                  <a:pt x="47" y="100"/>
                </a:cubicBezTo>
                <a:lnTo>
                  <a:pt x="2512" y="100"/>
                </a:lnTo>
                <a:cubicBezTo>
                  <a:pt x="2565" y="100"/>
                  <a:pt x="2565" y="77"/>
                  <a:pt x="2565" y="47"/>
                </a:cubicBezTo>
                <a:cubicBezTo>
                  <a:pt x="2565" y="24"/>
                  <a:pt x="2565" y="1"/>
                  <a:pt x="251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52"/>
          <p:cNvSpPr/>
          <p:nvPr/>
        </p:nvSpPr>
        <p:spPr>
          <a:xfrm flipH="1">
            <a:off x="6480270" y="4869688"/>
            <a:ext cx="109582" cy="109732"/>
          </a:xfrm>
          <a:custGeom>
            <a:rect b="b" l="l" r="r" t="t"/>
            <a:pathLst>
              <a:path extrusionOk="0" h="733" w="732">
                <a:moveTo>
                  <a:pt x="369" y="100"/>
                </a:moveTo>
                <a:cubicBezTo>
                  <a:pt x="515" y="100"/>
                  <a:pt x="638" y="223"/>
                  <a:pt x="638" y="370"/>
                </a:cubicBezTo>
                <a:cubicBezTo>
                  <a:pt x="638" y="516"/>
                  <a:pt x="515" y="639"/>
                  <a:pt x="369" y="639"/>
                </a:cubicBezTo>
                <a:cubicBezTo>
                  <a:pt x="223" y="639"/>
                  <a:pt x="100" y="516"/>
                  <a:pt x="100" y="370"/>
                </a:cubicBezTo>
                <a:cubicBezTo>
                  <a:pt x="100" y="223"/>
                  <a:pt x="223" y="100"/>
                  <a:pt x="369" y="100"/>
                </a:cubicBezTo>
                <a:close/>
                <a:moveTo>
                  <a:pt x="369" y="1"/>
                </a:moveTo>
                <a:cubicBezTo>
                  <a:pt x="170" y="1"/>
                  <a:pt x="0" y="176"/>
                  <a:pt x="0" y="370"/>
                </a:cubicBezTo>
                <a:cubicBezTo>
                  <a:pt x="0" y="586"/>
                  <a:pt x="170" y="733"/>
                  <a:pt x="369" y="733"/>
                </a:cubicBezTo>
                <a:cubicBezTo>
                  <a:pt x="562" y="733"/>
                  <a:pt x="732" y="586"/>
                  <a:pt x="732" y="370"/>
                </a:cubicBezTo>
                <a:cubicBezTo>
                  <a:pt x="732" y="176"/>
                  <a:pt x="562" y="1"/>
                  <a:pt x="36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4" name="Google Shape;634;p52"/>
          <p:cNvGrpSpPr/>
          <p:nvPr/>
        </p:nvGrpSpPr>
        <p:grpSpPr>
          <a:xfrm>
            <a:off x="358337" y="282012"/>
            <a:ext cx="987318" cy="815602"/>
            <a:chOff x="6101758" y="2859784"/>
            <a:chExt cx="1222079" cy="1009533"/>
          </a:xfrm>
        </p:grpSpPr>
        <p:sp>
          <p:nvSpPr>
            <p:cNvPr id="635" name="Google Shape;635;p52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52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52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52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52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52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52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52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52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52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45" name="Google Shape;645;p52"/>
          <p:cNvGrpSpPr/>
          <p:nvPr/>
        </p:nvGrpSpPr>
        <p:grpSpPr>
          <a:xfrm>
            <a:off x="1505507" y="75271"/>
            <a:ext cx="1190271" cy="1022535"/>
            <a:chOff x="7521697" y="2603884"/>
            <a:chExt cx="1473291" cy="1265671"/>
          </a:xfrm>
        </p:grpSpPr>
        <p:sp>
          <p:nvSpPr>
            <p:cNvPr id="646" name="Google Shape;646;p52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52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52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52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52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52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52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52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4" name="Google Shape;654;p52"/>
          <p:cNvGrpSpPr/>
          <p:nvPr/>
        </p:nvGrpSpPr>
        <p:grpSpPr>
          <a:xfrm rot="10800000">
            <a:off x="7776292" y="4057997"/>
            <a:ext cx="929514" cy="767851"/>
            <a:chOff x="6101758" y="2859784"/>
            <a:chExt cx="1222079" cy="1009533"/>
          </a:xfrm>
        </p:grpSpPr>
        <p:sp>
          <p:nvSpPr>
            <p:cNvPr id="655" name="Google Shape;655;p52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52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52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52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52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52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52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52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52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52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_1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6" name="Google Shape;666;p53"/>
          <p:cNvGrpSpPr/>
          <p:nvPr/>
        </p:nvGrpSpPr>
        <p:grpSpPr>
          <a:xfrm>
            <a:off x="60995" y="129458"/>
            <a:ext cx="8935631" cy="4957350"/>
            <a:chOff x="60995" y="129458"/>
            <a:chExt cx="8935631" cy="4957350"/>
          </a:xfrm>
        </p:grpSpPr>
        <p:sp>
          <p:nvSpPr>
            <p:cNvPr id="667" name="Google Shape;667;p53"/>
            <p:cNvSpPr/>
            <p:nvPr/>
          </p:nvSpPr>
          <p:spPr>
            <a:xfrm>
              <a:off x="8650289" y="203388"/>
              <a:ext cx="97960" cy="97924"/>
            </a:xfrm>
            <a:custGeom>
              <a:rect b="b" l="l" r="r" t="t"/>
              <a:pathLst>
                <a:path extrusionOk="0" fill="none" h="2767" w="2768">
                  <a:moveTo>
                    <a:pt x="2767" y="1356"/>
                  </a:moveTo>
                  <a:cubicBezTo>
                    <a:pt x="2767" y="2157"/>
                    <a:pt x="2143" y="2767"/>
                    <a:pt x="1411" y="2767"/>
                  </a:cubicBezTo>
                  <a:cubicBezTo>
                    <a:pt x="624" y="2767"/>
                    <a:pt x="1" y="2157"/>
                    <a:pt x="1" y="1356"/>
                  </a:cubicBezTo>
                  <a:cubicBezTo>
                    <a:pt x="1" y="624"/>
                    <a:pt x="624" y="0"/>
                    <a:pt x="1411" y="0"/>
                  </a:cubicBezTo>
                  <a:cubicBezTo>
                    <a:pt x="2143" y="0"/>
                    <a:pt x="2767" y="624"/>
                    <a:pt x="2767" y="135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53"/>
            <p:cNvSpPr/>
            <p:nvPr/>
          </p:nvSpPr>
          <p:spPr>
            <a:xfrm>
              <a:off x="1226812" y="1113371"/>
              <a:ext cx="97924" cy="97960"/>
            </a:xfrm>
            <a:custGeom>
              <a:rect b="b" l="l" r="r" t="t"/>
              <a:pathLst>
                <a:path extrusionOk="0" fill="none" h="2768" w="2767">
                  <a:moveTo>
                    <a:pt x="2767" y="1411"/>
                  </a:moveTo>
                  <a:cubicBezTo>
                    <a:pt x="2767" y="2143"/>
                    <a:pt x="2156" y="2767"/>
                    <a:pt x="1356" y="2767"/>
                  </a:cubicBezTo>
                  <a:cubicBezTo>
                    <a:pt x="624" y="2767"/>
                    <a:pt x="0" y="2143"/>
                    <a:pt x="0" y="1411"/>
                  </a:cubicBezTo>
                  <a:cubicBezTo>
                    <a:pt x="0" y="624"/>
                    <a:pt x="624" y="1"/>
                    <a:pt x="1356" y="1"/>
                  </a:cubicBezTo>
                  <a:cubicBezTo>
                    <a:pt x="2156" y="1"/>
                    <a:pt x="2767" y="624"/>
                    <a:pt x="2767" y="141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53"/>
            <p:cNvSpPr/>
            <p:nvPr/>
          </p:nvSpPr>
          <p:spPr>
            <a:xfrm>
              <a:off x="60995" y="641587"/>
              <a:ext cx="154088" cy="151682"/>
            </a:xfrm>
            <a:custGeom>
              <a:rect b="b" l="l" r="r" t="t"/>
              <a:pathLst>
                <a:path extrusionOk="0" fill="none" h="4286" w="4354">
                  <a:moveTo>
                    <a:pt x="3784" y="54"/>
                  </a:moveTo>
                  <a:lnTo>
                    <a:pt x="339" y="963"/>
                  </a:lnTo>
                  <a:cubicBezTo>
                    <a:pt x="54" y="1072"/>
                    <a:pt x="0" y="1465"/>
                    <a:pt x="231" y="1750"/>
                  </a:cubicBezTo>
                  <a:lnTo>
                    <a:pt x="2713" y="4123"/>
                  </a:lnTo>
                  <a:cubicBezTo>
                    <a:pt x="2943" y="4286"/>
                    <a:pt x="3228" y="4232"/>
                    <a:pt x="3282" y="3947"/>
                  </a:cubicBezTo>
                  <a:lnTo>
                    <a:pt x="4245" y="678"/>
                  </a:lnTo>
                  <a:cubicBezTo>
                    <a:pt x="4353" y="339"/>
                    <a:pt x="4069" y="0"/>
                    <a:pt x="3784" y="54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53"/>
            <p:cNvSpPr/>
            <p:nvPr/>
          </p:nvSpPr>
          <p:spPr>
            <a:xfrm>
              <a:off x="8852589" y="17454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1" name="Google Shape;671;p53"/>
            <p:cNvSpPr/>
            <p:nvPr/>
          </p:nvSpPr>
          <p:spPr>
            <a:xfrm>
              <a:off x="2642673" y="203407"/>
              <a:ext cx="257745" cy="35"/>
            </a:xfrm>
            <a:custGeom>
              <a:rect b="b" l="l" r="r" t="t"/>
              <a:pathLst>
                <a:path extrusionOk="0" fill="none" h="1" w="7283">
                  <a:moveTo>
                    <a:pt x="0" y="1"/>
                  </a:moveTo>
                  <a:lnTo>
                    <a:pt x="7283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2" name="Google Shape;672;p53"/>
            <p:cNvSpPr/>
            <p:nvPr/>
          </p:nvSpPr>
          <p:spPr>
            <a:xfrm>
              <a:off x="1444709" y="129458"/>
              <a:ext cx="132005" cy="35"/>
            </a:xfrm>
            <a:custGeom>
              <a:rect b="b" l="l" r="r" t="t"/>
              <a:pathLst>
                <a:path extrusionOk="0" fill="none" h="1" w="3730">
                  <a:moveTo>
                    <a:pt x="0" y="1"/>
                  </a:moveTo>
                  <a:lnTo>
                    <a:pt x="373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53"/>
            <p:cNvSpPr/>
            <p:nvPr/>
          </p:nvSpPr>
          <p:spPr>
            <a:xfrm>
              <a:off x="931129" y="363669"/>
              <a:ext cx="35" cy="84051"/>
            </a:xfrm>
            <a:custGeom>
              <a:rect b="b" l="l" r="r" t="t"/>
              <a:pathLst>
                <a:path extrusionOk="0" fill="none" h="2375" w="1">
                  <a:moveTo>
                    <a:pt x="1" y="1"/>
                  </a:moveTo>
                  <a:lnTo>
                    <a:pt x="1" y="2374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53"/>
            <p:cNvSpPr/>
            <p:nvPr/>
          </p:nvSpPr>
          <p:spPr>
            <a:xfrm>
              <a:off x="888909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53"/>
            <p:cNvSpPr/>
            <p:nvPr/>
          </p:nvSpPr>
          <p:spPr>
            <a:xfrm>
              <a:off x="888909" y="405429"/>
              <a:ext cx="85962" cy="35"/>
            </a:xfrm>
            <a:custGeom>
              <a:rect b="b" l="l" r="r" t="t"/>
              <a:pathLst>
                <a:path extrusionOk="0" fill="none" h="1" w="2429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53"/>
            <p:cNvSpPr/>
            <p:nvPr/>
          </p:nvSpPr>
          <p:spPr>
            <a:xfrm>
              <a:off x="8951885" y="9706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53"/>
            <p:cNvSpPr/>
            <p:nvPr/>
          </p:nvSpPr>
          <p:spPr>
            <a:xfrm>
              <a:off x="8907718" y="10129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53"/>
            <p:cNvSpPr/>
            <p:nvPr/>
          </p:nvSpPr>
          <p:spPr>
            <a:xfrm>
              <a:off x="8907718" y="10129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53"/>
            <p:cNvSpPr/>
            <p:nvPr/>
          </p:nvSpPr>
          <p:spPr>
            <a:xfrm>
              <a:off x="423968" y="3094545"/>
              <a:ext cx="35" cy="64339"/>
            </a:xfrm>
            <a:custGeom>
              <a:rect b="b" l="l" r="r" t="t"/>
              <a:pathLst>
                <a:path extrusionOk="0" fill="none" h="1818" w="1">
                  <a:moveTo>
                    <a:pt x="1" y="0"/>
                  </a:moveTo>
                  <a:lnTo>
                    <a:pt x="1" y="1818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53"/>
            <p:cNvSpPr/>
            <p:nvPr/>
          </p:nvSpPr>
          <p:spPr>
            <a:xfrm>
              <a:off x="391834" y="3126680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1"/>
                  </a:moveTo>
                  <a:lnTo>
                    <a:pt x="0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53"/>
            <p:cNvSpPr/>
            <p:nvPr/>
          </p:nvSpPr>
          <p:spPr>
            <a:xfrm>
              <a:off x="1750535" y="2618286"/>
              <a:ext cx="61933" cy="61933"/>
            </a:xfrm>
            <a:custGeom>
              <a:rect b="b" l="l" r="r" t="t"/>
              <a:pathLst>
                <a:path extrusionOk="0" fill="none" h="1750" w="175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53"/>
            <p:cNvSpPr/>
            <p:nvPr/>
          </p:nvSpPr>
          <p:spPr>
            <a:xfrm>
              <a:off x="8564204" y="4629049"/>
              <a:ext cx="253923" cy="35"/>
            </a:xfrm>
            <a:custGeom>
              <a:rect b="b" l="l" r="r" t="t"/>
              <a:pathLst>
                <a:path extrusionOk="0" fill="none" h="1" w="7175">
                  <a:moveTo>
                    <a:pt x="1" y="0"/>
                  </a:moveTo>
                  <a:lnTo>
                    <a:pt x="7175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53"/>
            <p:cNvSpPr/>
            <p:nvPr/>
          </p:nvSpPr>
          <p:spPr>
            <a:xfrm>
              <a:off x="8800361" y="4515306"/>
              <a:ext cx="166085" cy="0"/>
            </a:xfrm>
            <a:custGeom>
              <a:rect b="b" l="l" r="r" t="t"/>
              <a:pathLst>
                <a:path extrusionOk="0" fill="none" h="120000" w="4693">
                  <a:moveTo>
                    <a:pt x="0" y="0"/>
                  </a:moveTo>
                  <a:lnTo>
                    <a:pt x="4693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53"/>
            <p:cNvSpPr/>
            <p:nvPr/>
          </p:nvSpPr>
          <p:spPr>
            <a:xfrm>
              <a:off x="2173204" y="4965882"/>
              <a:ext cx="35" cy="66285"/>
            </a:xfrm>
            <a:custGeom>
              <a:rect b="b" l="l" r="r" t="t"/>
              <a:pathLst>
                <a:path extrusionOk="0" fill="none" h="1873" w="1">
                  <a:moveTo>
                    <a:pt x="1" y="0"/>
                  </a:moveTo>
                  <a:lnTo>
                    <a:pt x="1" y="1872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53"/>
            <p:cNvSpPr/>
            <p:nvPr/>
          </p:nvSpPr>
          <p:spPr>
            <a:xfrm>
              <a:off x="2141070" y="4998052"/>
              <a:ext cx="64339" cy="35"/>
            </a:xfrm>
            <a:custGeom>
              <a:rect b="b" l="l" r="r" t="t"/>
              <a:pathLst>
                <a:path extrusionOk="0" fill="none" h="1" w="1818">
                  <a:moveTo>
                    <a:pt x="1818" y="0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47650" y="3636250"/>
              <a:ext cx="61932" cy="61968"/>
            </a:xfrm>
            <a:custGeom>
              <a:rect b="b" l="l" r="r" t="t"/>
              <a:pathLst>
                <a:path extrusionOk="0" fill="none" h="1751" w="1750">
                  <a:moveTo>
                    <a:pt x="1750" y="842"/>
                  </a:moveTo>
                  <a:cubicBezTo>
                    <a:pt x="1750" y="1357"/>
                    <a:pt x="1357" y="1750"/>
                    <a:pt x="841" y="1750"/>
                  </a:cubicBezTo>
                  <a:cubicBezTo>
                    <a:pt x="394" y="1750"/>
                    <a:pt x="0" y="1357"/>
                    <a:pt x="0" y="842"/>
                  </a:cubicBezTo>
                  <a:cubicBezTo>
                    <a:pt x="0" y="394"/>
                    <a:pt x="394" y="1"/>
                    <a:pt x="841" y="1"/>
                  </a:cubicBezTo>
                  <a:cubicBezTo>
                    <a:pt x="1357" y="1"/>
                    <a:pt x="1750" y="394"/>
                    <a:pt x="1750" y="842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8844225" y="4898114"/>
              <a:ext cx="60021" cy="61968"/>
            </a:xfrm>
            <a:custGeom>
              <a:rect b="b" l="l" r="r" t="t"/>
              <a:pathLst>
                <a:path extrusionOk="0" fill="none" h="1751" w="1696">
                  <a:moveTo>
                    <a:pt x="1695" y="896"/>
                  </a:moveTo>
                  <a:cubicBezTo>
                    <a:pt x="1695" y="1357"/>
                    <a:pt x="1302" y="1750"/>
                    <a:pt x="841" y="1750"/>
                  </a:cubicBezTo>
                  <a:cubicBezTo>
                    <a:pt x="339" y="1750"/>
                    <a:pt x="0" y="1357"/>
                    <a:pt x="0" y="896"/>
                  </a:cubicBezTo>
                  <a:cubicBezTo>
                    <a:pt x="0" y="394"/>
                    <a:pt x="339" y="1"/>
                    <a:pt x="841" y="1"/>
                  </a:cubicBezTo>
                  <a:cubicBezTo>
                    <a:pt x="1302" y="1"/>
                    <a:pt x="1695" y="394"/>
                    <a:pt x="1695" y="896"/>
                  </a:cubicBezTo>
                  <a:close/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4774275" y="4997417"/>
              <a:ext cx="253923" cy="35"/>
            </a:xfrm>
            <a:custGeom>
              <a:rect b="b" l="l" r="r" t="t"/>
              <a:pathLst>
                <a:path extrusionOk="0" fill="none" h="1" w="7175">
                  <a:moveTo>
                    <a:pt x="0" y="0"/>
                  </a:moveTo>
                  <a:lnTo>
                    <a:pt x="7174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53"/>
            <p:cNvSpPr/>
            <p:nvPr/>
          </p:nvSpPr>
          <p:spPr>
            <a:xfrm>
              <a:off x="8724219" y="30010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53"/>
            <p:cNvSpPr/>
            <p:nvPr/>
          </p:nvSpPr>
          <p:spPr>
            <a:xfrm>
              <a:off x="1916988" y="1747383"/>
              <a:ext cx="72019" cy="35"/>
            </a:xfrm>
            <a:custGeom>
              <a:rect b="b" l="l" r="r" t="t"/>
              <a:pathLst>
                <a:path extrusionOk="0" fill="none" h="1" w="2035">
                  <a:moveTo>
                    <a:pt x="0" y="1"/>
                  </a:moveTo>
                  <a:lnTo>
                    <a:pt x="2034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53"/>
            <p:cNvSpPr/>
            <p:nvPr/>
          </p:nvSpPr>
          <p:spPr>
            <a:xfrm>
              <a:off x="276577" y="2624055"/>
              <a:ext cx="112363" cy="35"/>
            </a:xfrm>
            <a:custGeom>
              <a:rect b="b" l="l" r="r" t="t"/>
              <a:pathLst>
                <a:path extrusionOk="0" fill="none" h="1" w="3175">
                  <a:moveTo>
                    <a:pt x="1" y="0"/>
                  </a:moveTo>
                  <a:lnTo>
                    <a:pt x="3174" y="0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53"/>
            <p:cNvSpPr/>
            <p:nvPr/>
          </p:nvSpPr>
          <p:spPr>
            <a:xfrm>
              <a:off x="944669" y="2322143"/>
              <a:ext cx="35" cy="46113"/>
            </a:xfrm>
            <a:custGeom>
              <a:rect b="b" l="l" r="r" t="t"/>
              <a:pathLst>
                <a:path extrusionOk="0" fill="none" h="1303" w="1">
                  <a:moveTo>
                    <a:pt x="1" y="1"/>
                  </a:moveTo>
                  <a:lnTo>
                    <a:pt x="1" y="1303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53"/>
            <p:cNvSpPr/>
            <p:nvPr/>
          </p:nvSpPr>
          <p:spPr>
            <a:xfrm>
              <a:off x="920675" y="2344226"/>
              <a:ext cx="46113" cy="35"/>
            </a:xfrm>
            <a:custGeom>
              <a:rect b="b" l="l" r="r" t="t"/>
              <a:pathLst>
                <a:path extrusionOk="0" fill="none" h="1" w="1303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53"/>
            <p:cNvSpPr/>
            <p:nvPr/>
          </p:nvSpPr>
          <p:spPr>
            <a:xfrm>
              <a:off x="920675" y="2344226"/>
              <a:ext cx="46113" cy="35"/>
            </a:xfrm>
            <a:custGeom>
              <a:rect b="b" l="l" r="r" t="t"/>
              <a:pathLst>
                <a:path extrusionOk="0" fill="none" h="1" w="1303">
                  <a:moveTo>
                    <a:pt x="1303" y="1"/>
                  </a:moveTo>
                  <a:lnTo>
                    <a:pt x="1" y="1"/>
                  </a:lnTo>
                </a:path>
              </a:pathLst>
            </a:custGeom>
            <a:noFill/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53"/>
            <p:cNvSpPr/>
            <p:nvPr/>
          </p:nvSpPr>
          <p:spPr>
            <a:xfrm>
              <a:off x="779521" y="50208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53"/>
            <p:cNvSpPr/>
            <p:nvPr/>
          </p:nvSpPr>
          <p:spPr>
            <a:xfrm>
              <a:off x="747261" y="50530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482617" y="39323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53"/>
            <p:cNvSpPr/>
            <p:nvPr/>
          </p:nvSpPr>
          <p:spPr>
            <a:xfrm>
              <a:off x="448464" y="39645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53"/>
            <p:cNvSpPr/>
            <p:nvPr/>
          </p:nvSpPr>
          <p:spPr>
            <a:xfrm>
              <a:off x="438186" y="4598010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53"/>
            <p:cNvSpPr/>
            <p:nvPr/>
          </p:nvSpPr>
          <p:spPr>
            <a:xfrm>
              <a:off x="484509" y="43253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53"/>
          <p:cNvSpPr/>
          <p:nvPr/>
        </p:nvSpPr>
        <p:spPr>
          <a:xfrm>
            <a:off x="-2932871" y="2148413"/>
            <a:ext cx="0" cy="63844"/>
          </a:xfrm>
          <a:custGeom>
            <a:rect b="b" l="l" r="r" t="t"/>
            <a:pathLst>
              <a:path extrusionOk="0" fill="none" h="1804" w="120000">
                <a:moveTo>
                  <a:pt x="0" y="0"/>
                </a:moveTo>
                <a:lnTo>
                  <a:pt x="0" y="1804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53"/>
          <p:cNvSpPr/>
          <p:nvPr/>
        </p:nvSpPr>
        <p:spPr>
          <a:xfrm>
            <a:off x="-2965041" y="2180087"/>
            <a:ext cx="64339" cy="35"/>
          </a:xfrm>
          <a:custGeom>
            <a:rect b="b" l="l" r="r" t="t"/>
            <a:pathLst>
              <a:path extrusionOk="0" fill="none" h="1" w="1818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53"/>
          <p:cNvSpPr/>
          <p:nvPr/>
        </p:nvSpPr>
        <p:spPr>
          <a:xfrm>
            <a:off x="-3672982" y="2802102"/>
            <a:ext cx="236157" cy="35"/>
          </a:xfrm>
          <a:custGeom>
            <a:rect b="b" l="l" r="r" t="t"/>
            <a:pathLst>
              <a:path extrusionOk="0" fill="none" h="1" w="6673">
                <a:moveTo>
                  <a:pt x="6673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-3876970" y="2802102"/>
            <a:ext cx="128183" cy="35"/>
          </a:xfrm>
          <a:custGeom>
            <a:rect b="b" l="l" r="r" t="t"/>
            <a:pathLst>
              <a:path extrusionOk="0" fill="none" h="1" w="3622">
                <a:moveTo>
                  <a:pt x="3622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53"/>
          <p:cNvSpPr/>
          <p:nvPr/>
        </p:nvSpPr>
        <p:spPr>
          <a:xfrm flipH="1">
            <a:off x="-270375" y="379200"/>
            <a:ext cx="3490800" cy="5727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 flipH="1">
            <a:off x="-465322" y="1536750"/>
            <a:ext cx="2668500" cy="5727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7" name="Google Shape;707;p53"/>
          <p:cNvSpPr txBox="1"/>
          <p:nvPr>
            <p:ph type="ctrTitle"/>
          </p:nvPr>
        </p:nvSpPr>
        <p:spPr>
          <a:xfrm>
            <a:off x="4099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08" name="Google Shape;708;p53"/>
          <p:cNvSpPr txBox="1"/>
          <p:nvPr>
            <p:ph idx="1" type="subTitle"/>
          </p:nvPr>
        </p:nvSpPr>
        <p:spPr>
          <a:xfrm>
            <a:off x="804483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09" name="Google Shape;709;p53"/>
          <p:cNvSpPr txBox="1"/>
          <p:nvPr>
            <p:ph idx="2" type="title"/>
          </p:nvPr>
        </p:nvSpPr>
        <p:spPr>
          <a:xfrm>
            <a:off x="2018883" y="3112700"/>
            <a:ext cx="8925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0" name="Google Shape;710;p53"/>
          <p:cNvSpPr txBox="1"/>
          <p:nvPr>
            <p:ph idx="3" type="ctrTitle"/>
          </p:nvPr>
        </p:nvSpPr>
        <p:spPr>
          <a:xfrm>
            <a:off x="3149274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1" name="Google Shape;711;p53"/>
          <p:cNvSpPr txBox="1"/>
          <p:nvPr>
            <p:ph idx="4" type="subTitle"/>
          </p:nvPr>
        </p:nvSpPr>
        <p:spPr>
          <a:xfrm>
            <a:off x="3543780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2" name="Google Shape;712;p53"/>
          <p:cNvSpPr txBox="1"/>
          <p:nvPr>
            <p:ph idx="5" type="title"/>
          </p:nvPr>
        </p:nvSpPr>
        <p:spPr>
          <a:xfrm>
            <a:off x="4591080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3" name="Google Shape;713;p53"/>
          <p:cNvSpPr txBox="1"/>
          <p:nvPr>
            <p:ph idx="6" type="ctrTitle"/>
          </p:nvPr>
        </p:nvSpPr>
        <p:spPr>
          <a:xfrm>
            <a:off x="5902550" y="3557700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4" name="Google Shape;714;p53"/>
          <p:cNvSpPr txBox="1"/>
          <p:nvPr>
            <p:ph idx="7" type="subTitle"/>
          </p:nvPr>
        </p:nvSpPr>
        <p:spPr>
          <a:xfrm>
            <a:off x="6297054" y="3872816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5" name="Google Shape;715;p53"/>
          <p:cNvSpPr txBox="1"/>
          <p:nvPr>
            <p:ph idx="8" type="title"/>
          </p:nvPr>
        </p:nvSpPr>
        <p:spPr>
          <a:xfrm>
            <a:off x="7344354" y="3112699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6" name="Google Shape;716;p53"/>
          <p:cNvSpPr txBox="1"/>
          <p:nvPr>
            <p:ph idx="9" type="ctrTitle"/>
          </p:nvPr>
        </p:nvSpPr>
        <p:spPr>
          <a:xfrm>
            <a:off x="3149280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omfortaa"/>
              <a:buNone/>
              <a:defRPr sz="52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717" name="Google Shape;717;p53"/>
          <p:cNvSpPr txBox="1"/>
          <p:nvPr>
            <p:ph idx="13" type="subTitle"/>
          </p:nvPr>
        </p:nvSpPr>
        <p:spPr>
          <a:xfrm>
            <a:off x="3543780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18" name="Google Shape;718;p53"/>
          <p:cNvSpPr txBox="1"/>
          <p:nvPr>
            <p:ph idx="14" type="title"/>
          </p:nvPr>
        </p:nvSpPr>
        <p:spPr>
          <a:xfrm>
            <a:off x="4591080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9" name="Google Shape;719;p53"/>
          <p:cNvSpPr txBox="1"/>
          <p:nvPr>
            <p:ph idx="15" type="ctrTitle"/>
          </p:nvPr>
        </p:nvSpPr>
        <p:spPr>
          <a:xfrm>
            <a:off x="5902549" y="1795375"/>
            <a:ext cx="250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8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0" name="Google Shape;720;p53"/>
          <p:cNvSpPr txBox="1"/>
          <p:nvPr>
            <p:ph idx="16" type="subTitle"/>
          </p:nvPr>
        </p:nvSpPr>
        <p:spPr>
          <a:xfrm>
            <a:off x="6297054" y="2109300"/>
            <a:ext cx="21069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1" name="Google Shape;721;p53"/>
          <p:cNvSpPr txBox="1"/>
          <p:nvPr>
            <p:ph idx="17" type="title"/>
          </p:nvPr>
        </p:nvSpPr>
        <p:spPr>
          <a:xfrm>
            <a:off x="7344354" y="1350375"/>
            <a:ext cx="1059600" cy="527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 sz="24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  <p:sp>
        <p:nvSpPr>
          <p:cNvPr id="722" name="Google Shape;722;p53"/>
          <p:cNvSpPr txBox="1"/>
          <p:nvPr>
            <p:ph idx="18" type="title"/>
          </p:nvPr>
        </p:nvSpPr>
        <p:spPr>
          <a:xfrm>
            <a:off x="655325" y="44502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Comfortaa"/>
              <a:buNone/>
              <a:defRPr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23" name="Google Shape;723;p53"/>
          <p:cNvSpPr/>
          <p:nvPr/>
        </p:nvSpPr>
        <p:spPr>
          <a:xfrm>
            <a:off x="-465462" y="5439597"/>
            <a:ext cx="254497" cy="49"/>
          </a:xfrm>
          <a:custGeom>
            <a:rect b="b" l="l" r="r" t="t"/>
            <a:pathLst>
              <a:path extrusionOk="0" fill="none" h="1" w="5246">
                <a:moveTo>
                  <a:pt x="1" y="0"/>
                </a:moveTo>
                <a:lnTo>
                  <a:pt x="5246" y="0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4"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5" name="Google Shape;725;p54"/>
          <p:cNvGrpSpPr/>
          <p:nvPr/>
        </p:nvGrpSpPr>
        <p:grpSpPr>
          <a:xfrm>
            <a:off x="179681" y="1123098"/>
            <a:ext cx="8823426" cy="3431639"/>
            <a:chOff x="179681" y="1123098"/>
            <a:chExt cx="8823426" cy="3431639"/>
          </a:xfrm>
        </p:grpSpPr>
        <p:sp>
          <p:nvSpPr>
            <p:cNvPr id="726" name="Google Shape;726;p54"/>
            <p:cNvSpPr/>
            <p:nvPr/>
          </p:nvSpPr>
          <p:spPr>
            <a:xfrm>
              <a:off x="8768824" y="1745472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54"/>
            <p:cNvSpPr/>
            <p:nvPr/>
          </p:nvSpPr>
          <p:spPr>
            <a:xfrm>
              <a:off x="8944320" y="1123098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54"/>
            <p:cNvSpPr/>
            <p:nvPr/>
          </p:nvSpPr>
          <p:spPr>
            <a:xfrm>
              <a:off x="8900153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54"/>
            <p:cNvSpPr/>
            <p:nvPr/>
          </p:nvSpPr>
          <p:spPr>
            <a:xfrm>
              <a:off x="8900153" y="1165318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54"/>
            <p:cNvSpPr/>
            <p:nvPr/>
          </p:nvSpPr>
          <p:spPr>
            <a:xfrm>
              <a:off x="8314806" y="3761286"/>
              <a:ext cx="61932" cy="61932"/>
            </a:xfrm>
            <a:custGeom>
              <a:rect b="b" l="l" r="r" t="t"/>
              <a:pathLst>
                <a:path extrusionOk="0" fill="none" h="1750" w="1750">
                  <a:moveTo>
                    <a:pt x="1750" y="841"/>
                  </a:moveTo>
                  <a:cubicBezTo>
                    <a:pt x="1750" y="1357"/>
                    <a:pt x="1357" y="1750"/>
                    <a:pt x="909" y="1750"/>
                  </a:cubicBezTo>
                  <a:cubicBezTo>
                    <a:pt x="394" y="1750"/>
                    <a:pt x="0" y="1357"/>
                    <a:pt x="0" y="841"/>
                  </a:cubicBezTo>
                  <a:cubicBezTo>
                    <a:pt x="0" y="394"/>
                    <a:pt x="394" y="0"/>
                    <a:pt x="909" y="0"/>
                  </a:cubicBezTo>
                  <a:cubicBezTo>
                    <a:pt x="1357" y="0"/>
                    <a:pt x="1750" y="394"/>
                    <a:pt x="1750" y="841"/>
                  </a:cubicBez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54"/>
            <p:cNvSpPr/>
            <p:nvPr/>
          </p:nvSpPr>
          <p:spPr>
            <a:xfrm>
              <a:off x="401301" y="4554702"/>
              <a:ext cx="128183" cy="35"/>
            </a:xfrm>
            <a:custGeom>
              <a:rect b="b" l="l" r="r" t="t"/>
              <a:pathLst>
                <a:path extrusionOk="0" fill="none" h="1" w="3622">
                  <a:moveTo>
                    <a:pt x="3622" y="1"/>
                  </a:moveTo>
                  <a:lnTo>
                    <a:pt x="1" y="1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54"/>
            <p:cNvSpPr/>
            <p:nvPr/>
          </p:nvSpPr>
          <p:spPr>
            <a:xfrm>
              <a:off x="8694930" y="3999355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54"/>
            <p:cNvSpPr/>
            <p:nvPr/>
          </p:nvSpPr>
          <p:spPr>
            <a:xfrm>
              <a:off x="8662761" y="4031029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54"/>
            <p:cNvSpPr/>
            <p:nvPr/>
          </p:nvSpPr>
          <p:spPr>
            <a:xfrm>
              <a:off x="8748688" y="3667220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54"/>
            <p:cNvSpPr/>
            <p:nvPr/>
          </p:nvSpPr>
          <p:spPr>
            <a:xfrm>
              <a:off x="8792854" y="3001038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54"/>
            <p:cNvSpPr/>
            <p:nvPr/>
          </p:nvSpPr>
          <p:spPr>
            <a:xfrm flipH="1">
              <a:off x="269926" y="1983759"/>
              <a:ext cx="144037" cy="157946"/>
            </a:xfrm>
            <a:custGeom>
              <a:rect b="b" l="l" r="r" t="t"/>
              <a:pathLst>
                <a:path extrusionOk="0" fill="none" h="4463" w="4070">
                  <a:moveTo>
                    <a:pt x="3839" y="2252"/>
                  </a:moveTo>
                  <a:lnTo>
                    <a:pt x="964" y="163"/>
                  </a:lnTo>
                  <a:cubicBezTo>
                    <a:pt x="679" y="1"/>
                    <a:pt x="286" y="218"/>
                    <a:pt x="286" y="557"/>
                  </a:cubicBezTo>
                  <a:lnTo>
                    <a:pt x="1" y="4015"/>
                  </a:lnTo>
                  <a:cubicBezTo>
                    <a:pt x="1" y="4286"/>
                    <a:pt x="232" y="4462"/>
                    <a:pt x="449" y="4354"/>
                  </a:cubicBezTo>
                  <a:lnTo>
                    <a:pt x="3622" y="2998"/>
                  </a:lnTo>
                  <a:cubicBezTo>
                    <a:pt x="3961" y="2876"/>
                    <a:pt x="4070" y="2428"/>
                    <a:pt x="3839" y="2252"/>
                  </a:cubicBez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54"/>
            <p:cNvSpPr/>
            <p:nvPr/>
          </p:nvSpPr>
          <p:spPr>
            <a:xfrm flipH="1">
              <a:off x="238432" y="1361385"/>
              <a:ext cx="35" cy="84016"/>
            </a:xfrm>
            <a:custGeom>
              <a:rect b="b" l="l" r="r" t="t"/>
              <a:pathLst>
                <a:path extrusionOk="0" fill="none" h="2374" w="1">
                  <a:moveTo>
                    <a:pt x="0" y="0"/>
                  </a:moveTo>
                  <a:lnTo>
                    <a:pt x="0" y="2373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54"/>
            <p:cNvSpPr/>
            <p:nvPr/>
          </p:nvSpPr>
          <p:spPr>
            <a:xfrm flipH="1">
              <a:off x="196707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54"/>
            <p:cNvSpPr/>
            <p:nvPr/>
          </p:nvSpPr>
          <p:spPr>
            <a:xfrm flipH="1">
              <a:off x="196707" y="1403606"/>
              <a:ext cx="85927" cy="35"/>
            </a:xfrm>
            <a:custGeom>
              <a:rect b="b" l="l" r="r" t="t"/>
              <a:pathLst>
                <a:path extrusionOk="0" fill="none" h="1" w="2428">
                  <a:moveTo>
                    <a:pt x="2428" y="1"/>
                  </a:moveTo>
                  <a:lnTo>
                    <a:pt x="0" y="1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54"/>
            <p:cNvSpPr/>
            <p:nvPr/>
          </p:nvSpPr>
          <p:spPr>
            <a:xfrm flipH="1">
              <a:off x="487822" y="4237642"/>
              <a:ext cx="35" cy="63844"/>
            </a:xfrm>
            <a:custGeom>
              <a:rect b="b" l="l" r="r" t="t"/>
              <a:pathLst>
                <a:path extrusionOk="0" fill="none" h="1804" w="1">
                  <a:moveTo>
                    <a:pt x="0" y="0"/>
                  </a:moveTo>
                  <a:lnTo>
                    <a:pt x="0" y="1804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54"/>
            <p:cNvSpPr/>
            <p:nvPr/>
          </p:nvSpPr>
          <p:spPr>
            <a:xfrm flipH="1">
              <a:off x="455652" y="4269316"/>
              <a:ext cx="64374" cy="35"/>
            </a:xfrm>
            <a:custGeom>
              <a:rect b="b" l="l" r="r" t="t"/>
              <a:pathLst>
                <a:path extrusionOk="0" fill="none" h="1" w="1819">
                  <a:moveTo>
                    <a:pt x="1818" y="0"/>
                  </a:moveTo>
                  <a:lnTo>
                    <a:pt x="1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54"/>
            <p:cNvSpPr/>
            <p:nvPr/>
          </p:nvSpPr>
          <p:spPr>
            <a:xfrm flipH="1">
              <a:off x="179681" y="3905507"/>
              <a:ext cx="254419" cy="35"/>
            </a:xfrm>
            <a:custGeom>
              <a:rect b="b" l="l" r="r" t="t"/>
              <a:pathLst>
                <a:path extrusionOk="0" fill="none" h="1" w="7189">
                  <a:moveTo>
                    <a:pt x="0" y="0"/>
                  </a:moveTo>
                  <a:lnTo>
                    <a:pt x="7188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54"/>
            <p:cNvSpPr/>
            <p:nvPr/>
          </p:nvSpPr>
          <p:spPr>
            <a:xfrm flipH="1">
              <a:off x="251700" y="3239326"/>
              <a:ext cx="138233" cy="35"/>
            </a:xfrm>
            <a:custGeom>
              <a:rect b="b" l="l" r="r" t="t"/>
              <a:pathLst>
                <a:path extrusionOk="0" fill="none" h="1" w="3906">
                  <a:moveTo>
                    <a:pt x="0" y="0"/>
                  </a:moveTo>
                  <a:lnTo>
                    <a:pt x="3906" y="0"/>
                  </a:lnTo>
                </a:path>
              </a:pathLst>
            </a:custGeom>
            <a:solidFill>
              <a:schemeClr val="accent4"/>
            </a:solidFill>
            <a:ln cap="rnd" cmpd="sng" w="9525">
              <a:solidFill>
                <a:srgbClr val="B8C7E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4" name="Google Shape;744;p54"/>
          <p:cNvSpPr txBox="1"/>
          <p:nvPr>
            <p:ph type="ctrTitle"/>
          </p:nvPr>
        </p:nvSpPr>
        <p:spPr>
          <a:xfrm flipH="1">
            <a:off x="10337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45" name="Google Shape;745;p54"/>
          <p:cNvSpPr txBox="1"/>
          <p:nvPr>
            <p:ph idx="1" type="subTitle"/>
          </p:nvPr>
        </p:nvSpPr>
        <p:spPr>
          <a:xfrm flipH="1">
            <a:off x="1033725" y="3398919"/>
            <a:ext cx="20334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46" name="Google Shape;746;p54"/>
          <p:cNvSpPr txBox="1"/>
          <p:nvPr>
            <p:ph idx="2" type="ctrTitle"/>
          </p:nvPr>
        </p:nvSpPr>
        <p:spPr>
          <a:xfrm flipH="1">
            <a:off x="3591977" y="2943052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47" name="Google Shape;747;p54"/>
          <p:cNvSpPr txBox="1"/>
          <p:nvPr>
            <p:ph idx="3" type="subTitle"/>
          </p:nvPr>
        </p:nvSpPr>
        <p:spPr>
          <a:xfrm flipH="1">
            <a:off x="3591950" y="3400705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48" name="Google Shape;748;p54"/>
          <p:cNvSpPr txBox="1"/>
          <p:nvPr>
            <p:ph idx="4" type="ctrTitle"/>
          </p:nvPr>
        </p:nvSpPr>
        <p:spPr>
          <a:xfrm flipH="1">
            <a:off x="3591977" y="1293001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49" name="Google Shape;749;p54"/>
          <p:cNvSpPr txBox="1"/>
          <p:nvPr>
            <p:ph idx="5" type="subTitle"/>
          </p:nvPr>
        </p:nvSpPr>
        <p:spPr>
          <a:xfrm flipH="1">
            <a:off x="3591975" y="1748500"/>
            <a:ext cx="2041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50" name="Google Shape;750;p54"/>
          <p:cNvSpPr txBox="1"/>
          <p:nvPr>
            <p:ph idx="6" type="ctrTitle"/>
          </p:nvPr>
        </p:nvSpPr>
        <p:spPr>
          <a:xfrm flipH="1">
            <a:off x="1033777" y="1293014"/>
            <a:ext cx="15606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751" name="Google Shape;751;p54"/>
          <p:cNvSpPr txBox="1"/>
          <p:nvPr>
            <p:ph idx="7" type="subTitle"/>
          </p:nvPr>
        </p:nvSpPr>
        <p:spPr>
          <a:xfrm flipH="1">
            <a:off x="1033777" y="1748507"/>
            <a:ext cx="20265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52" name="Google Shape;752;p54"/>
          <p:cNvSpPr txBox="1"/>
          <p:nvPr>
            <p:ph idx="8" type="title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cxnSp>
        <p:nvCxnSpPr>
          <p:cNvPr id="753" name="Google Shape;753;p54"/>
          <p:cNvCxnSpPr/>
          <p:nvPr/>
        </p:nvCxnSpPr>
        <p:spPr>
          <a:xfrm>
            <a:off x="2399000" y="4869600"/>
            <a:ext cx="70485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4" name="Google Shape;754;p54"/>
          <p:cNvSpPr/>
          <p:nvPr/>
        </p:nvSpPr>
        <p:spPr>
          <a:xfrm>
            <a:off x="-895350" y="45631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54"/>
          <p:cNvSpPr/>
          <p:nvPr/>
        </p:nvSpPr>
        <p:spPr>
          <a:xfrm>
            <a:off x="43127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56" name="Google Shape;756;p54"/>
          <p:cNvGrpSpPr/>
          <p:nvPr/>
        </p:nvGrpSpPr>
        <p:grpSpPr>
          <a:xfrm>
            <a:off x="-555317" y="3548084"/>
            <a:ext cx="1222079" cy="1009533"/>
            <a:chOff x="6101758" y="2859784"/>
            <a:chExt cx="1222079" cy="1009533"/>
          </a:xfrm>
        </p:grpSpPr>
        <p:sp>
          <p:nvSpPr>
            <p:cNvPr id="757" name="Google Shape;757;p54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54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54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54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54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54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54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54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54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54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3"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"/>
          <p:cNvSpPr txBox="1"/>
          <p:nvPr>
            <p:ph type="title"/>
          </p:nvPr>
        </p:nvSpPr>
        <p:spPr>
          <a:xfrm>
            <a:off x="713850" y="1610555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69" name="Google Shape;769;p55"/>
          <p:cNvSpPr txBox="1"/>
          <p:nvPr>
            <p:ph idx="1" type="subTitle"/>
          </p:nvPr>
        </p:nvSpPr>
        <p:spPr>
          <a:xfrm>
            <a:off x="713850" y="1974905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0" name="Google Shape;770;p55"/>
          <p:cNvSpPr txBox="1"/>
          <p:nvPr>
            <p:ph idx="2" type="title"/>
          </p:nvPr>
        </p:nvSpPr>
        <p:spPr>
          <a:xfrm>
            <a:off x="35026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1" name="Google Shape;771;p55"/>
          <p:cNvSpPr txBox="1"/>
          <p:nvPr>
            <p:ph idx="3" type="subTitle"/>
          </p:nvPr>
        </p:nvSpPr>
        <p:spPr>
          <a:xfrm>
            <a:off x="35026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2" name="Google Shape;772;p55"/>
          <p:cNvSpPr txBox="1"/>
          <p:nvPr>
            <p:ph idx="4" type="title"/>
          </p:nvPr>
        </p:nvSpPr>
        <p:spPr>
          <a:xfrm>
            <a:off x="6291450" y="1611150"/>
            <a:ext cx="2138700" cy="51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3" name="Google Shape;773;p55"/>
          <p:cNvSpPr txBox="1"/>
          <p:nvPr>
            <p:ph idx="5" type="subTitle"/>
          </p:nvPr>
        </p:nvSpPr>
        <p:spPr>
          <a:xfrm>
            <a:off x="6291450" y="19755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4" name="Google Shape;774;p55"/>
          <p:cNvSpPr txBox="1"/>
          <p:nvPr>
            <p:ph idx="6" type="title"/>
          </p:nvPr>
        </p:nvSpPr>
        <p:spPr>
          <a:xfrm>
            <a:off x="7138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5" name="Google Shape;775;p55"/>
          <p:cNvSpPr txBox="1"/>
          <p:nvPr>
            <p:ph idx="7" type="subTitle"/>
          </p:nvPr>
        </p:nvSpPr>
        <p:spPr>
          <a:xfrm>
            <a:off x="7138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6" name="Google Shape;776;p55"/>
          <p:cNvSpPr txBox="1"/>
          <p:nvPr>
            <p:ph idx="8" type="title"/>
          </p:nvPr>
        </p:nvSpPr>
        <p:spPr>
          <a:xfrm>
            <a:off x="35026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7" name="Google Shape;777;p55"/>
          <p:cNvSpPr txBox="1"/>
          <p:nvPr>
            <p:ph idx="9" type="subTitle"/>
          </p:nvPr>
        </p:nvSpPr>
        <p:spPr>
          <a:xfrm>
            <a:off x="35026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8" name="Google Shape;778;p55"/>
          <p:cNvSpPr txBox="1"/>
          <p:nvPr>
            <p:ph idx="13" type="title"/>
          </p:nvPr>
        </p:nvSpPr>
        <p:spPr>
          <a:xfrm>
            <a:off x="6291450" y="3375225"/>
            <a:ext cx="21387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79" name="Google Shape;779;p55"/>
          <p:cNvSpPr txBox="1"/>
          <p:nvPr>
            <p:ph idx="14" type="subTitle"/>
          </p:nvPr>
        </p:nvSpPr>
        <p:spPr>
          <a:xfrm>
            <a:off x="6291450" y="3702300"/>
            <a:ext cx="21387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0" name="Google Shape;780;p55"/>
          <p:cNvSpPr/>
          <p:nvPr/>
        </p:nvSpPr>
        <p:spPr>
          <a:xfrm flipH="1">
            <a:off x="8053400" y="4531725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55"/>
          <p:cNvSpPr/>
          <p:nvPr/>
        </p:nvSpPr>
        <p:spPr>
          <a:xfrm flipH="1">
            <a:off x="-1062025" y="4531725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55"/>
          <p:cNvSpPr/>
          <p:nvPr/>
        </p:nvSpPr>
        <p:spPr>
          <a:xfrm flipH="1">
            <a:off x="-276100" y="-3625"/>
            <a:ext cx="3246600" cy="621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3" name="Google Shape;783;p55"/>
          <p:cNvSpPr/>
          <p:nvPr/>
        </p:nvSpPr>
        <p:spPr>
          <a:xfrm>
            <a:off x="8875627" y="4132663"/>
            <a:ext cx="97960" cy="97924"/>
          </a:xfrm>
          <a:custGeom>
            <a:rect b="b" l="l" r="r" t="t"/>
            <a:pathLst>
              <a:path extrusionOk="0" fill="none" h="2767" w="2768">
                <a:moveTo>
                  <a:pt x="2767" y="1356"/>
                </a:moveTo>
                <a:cubicBezTo>
                  <a:pt x="2767" y="2157"/>
                  <a:pt x="2143" y="2767"/>
                  <a:pt x="1411" y="2767"/>
                </a:cubicBezTo>
                <a:cubicBezTo>
                  <a:pt x="624" y="2767"/>
                  <a:pt x="1" y="2157"/>
                  <a:pt x="1" y="1356"/>
                </a:cubicBezTo>
                <a:cubicBezTo>
                  <a:pt x="1" y="624"/>
                  <a:pt x="624" y="0"/>
                  <a:pt x="1411" y="0"/>
                </a:cubicBezTo>
                <a:cubicBezTo>
                  <a:pt x="2143" y="0"/>
                  <a:pt x="2767" y="624"/>
                  <a:pt x="2767" y="135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55"/>
          <p:cNvSpPr/>
          <p:nvPr/>
        </p:nvSpPr>
        <p:spPr>
          <a:xfrm>
            <a:off x="129662" y="1313396"/>
            <a:ext cx="97924" cy="97960"/>
          </a:xfrm>
          <a:custGeom>
            <a:rect b="b" l="l" r="r" t="t"/>
            <a:pathLst>
              <a:path extrusionOk="0" fill="none" h="2768" w="2767">
                <a:moveTo>
                  <a:pt x="2767" y="1411"/>
                </a:moveTo>
                <a:cubicBezTo>
                  <a:pt x="2767" y="2143"/>
                  <a:pt x="2156" y="2767"/>
                  <a:pt x="1356" y="2767"/>
                </a:cubicBezTo>
                <a:cubicBezTo>
                  <a:pt x="624" y="2767"/>
                  <a:pt x="0" y="2143"/>
                  <a:pt x="0" y="1411"/>
                </a:cubicBezTo>
                <a:cubicBezTo>
                  <a:pt x="0" y="624"/>
                  <a:pt x="624" y="1"/>
                  <a:pt x="1356" y="1"/>
                </a:cubicBezTo>
                <a:cubicBezTo>
                  <a:pt x="2156" y="1"/>
                  <a:pt x="2767" y="624"/>
                  <a:pt x="2767" y="1411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55"/>
          <p:cNvSpPr/>
          <p:nvPr/>
        </p:nvSpPr>
        <p:spPr>
          <a:xfrm>
            <a:off x="60995" y="641587"/>
            <a:ext cx="154088" cy="151682"/>
          </a:xfrm>
          <a:custGeom>
            <a:rect b="b" l="l" r="r" t="t"/>
            <a:pathLst>
              <a:path extrusionOk="0" fill="none" h="4286" w="4354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6" name="Google Shape;786;p55"/>
          <p:cNvSpPr/>
          <p:nvPr/>
        </p:nvSpPr>
        <p:spPr>
          <a:xfrm>
            <a:off x="8852589" y="1745472"/>
            <a:ext cx="144037" cy="157946"/>
          </a:xfrm>
          <a:custGeom>
            <a:rect b="b" l="l" r="r" t="t"/>
            <a:pathLst>
              <a:path extrusionOk="0" fill="none" h="4463" w="4070">
                <a:moveTo>
                  <a:pt x="3839" y="2252"/>
                </a:moveTo>
                <a:lnTo>
                  <a:pt x="964" y="163"/>
                </a:lnTo>
                <a:cubicBezTo>
                  <a:pt x="679" y="1"/>
                  <a:pt x="286" y="218"/>
                  <a:pt x="286" y="557"/>
                </a:cubicBezTo>
                <a:lnTo>
                  <a:pt x="1" y="4015"/>
                </a:lnTo>
                <a:cubicBezTo>
                  <a:pt x="1" y="4286"/>
                  <a:pt x="232" y="4462"/>
                  <a:pt x="449" y="4354"/>
                </a:cubicBezTo>
                <a:lnTo>
                  <a:pt x="3622" y="2998"/>
                </a:lnTo>
                <a:cubicBezTo>
                  <a:pt x="3961" y="2876"/>
                  <a:pt x="4070" y="2428"/>
                  <a:pt x="3839" y="225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55"/>
          <p:cNvSpPr/>
          <p:nvPr/>
        </p:nvSpPr>
        <p:spPr>
          <a:xfrm>
            <a:off x="6931109" y="129458"/>
            <a:ext cx="132005" cy="35"/>
          </a:xfrm>
          <a:custGeom>
            <a:rect b="b" l="l" r="r" t="t"/>
            <a:pathLst>
              <a:path extrusionOk="0" fill="none" h="1" w="3730">
                <a:moveTo>
                  <a:pt x="0" y="1"/>
                </a:moveTo>
                <a:lnTo>
                  <a:pt x="373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55"/>
          <p:cNvSpPr/>
          <p:nvPr/>
        </p:nvSpPr>
        <p:spPr>
          <a:xfrm>
            <a:off x="8951885" y="970698"/>
            <a:ext cx="35" cy="84016"/>
          </a:xfrm>
          <a:custGeom>
            <a:rect b="b" l="l" r="r" t="t"/>
            <a:pathLst>
              <a:path extrusionOk="0" fill="none" h="2374" w="1">
                <a:moveTo>
                  <a:pt x="0" y="0"/>
                </a:moveTo>
                <a:lnTo>
                  <a:pt x="0" y="2373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55"/>
          <p:cNvSpPr/>
          <p:nvPr/>
        </p:nvSpPr>
        <p:spPr>
          <a:xfrm>
            <a:off x="8907718" y="10129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5"/>
          <p:cNvSpPr/>
          <p:nvPr/>
        </p:nvSpPr>
        <p:spPr>
          <a:xfrm>
            <a:off x="8907718" y="1012918"/>
            <a:ext cx="85927" cy="35"/>
          </a:xfrm>
          <a:custGeom>
            <a:rect b="b" l="l" r="r" t="t"/>
            <a:pathLst>
              <a:path extrusionOk="0" fill="none" h="1" w="2428">
                <a:moveTo>
                  <a:pt x="242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55"/>
          <p:cNvSpPr/>
          <p:nvPr/>
        </p:nvSpPr>
        <p:spPr>
          <a:xfrm>
            <a:off x="423968" y="3094545"/>
            <a:ext cx="35" cy="64339"/>
          </a:xfrm>
          <a:custGeom>
            <a:rect b="b" l="l" r="r" t="t"/>
            <a:pathLst>
              <a:path extrusionOk="0" fill="none" h="1818" w="1">
                <a:moveTo>
                  <a:pt x="1" y="0"/>
                </a:moveTo>
                <a:lnTo>
                  <a:pt x="1" y="1818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55"/>
          <p:cNvSpPr/>
          <p:nvPr/>
        </p:nvSpPr>
        <p:spPr>
          <a:xfrm>
            <a:off x="391834" y="3126680"/>
            <a:ext cx="64339" cy="35"/>
          </a:xfrm>
          <a:custGeom>
            <a:rect b="b" l="l" r="r" t="t"/>
            <a:pathLst>
              <a:path extrusionOk="0" fill="none" h="1" w="1818">
                <a:moveTo>
                  <a:pt x="1818" y="1"/>
                </a:moveTo>
                <a:lnTo>
                  <a:pt x="0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55"/>
          <p:cNvSpPr/>
          <p:nvPr/>
        </p:nvSpPr>
        <p:spPr>
          <a:xfrm>
            <a:off x="6421079" y="4929086"/>
            <a:ext cx="253923" cy="35"/>
          </a:xfrm>
          <a:custGeom>
            <a:rect b="b" l="l" r="r" t="t"/>
            <a:pathLst>
              <a:path extrusionOk="0" fill="none" h="1" w="7175">
                <a:moveTo>
                  <a:pt x="1" y="0"/>
                </a:moveTo>
                <a:lnTo>
                  <a:pt x="7175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55"/>
          <p:cNvSpPr/>
          <p:nvPr/>
        </p:nvSpPr>
        <p:spPr>
          <a:xfrm>
            <a:off x="8800361" y="4515306"/>
            <a:ext cx="166085" cy="0"/>
          </a:xfrm>
          <a:custGeom>
            <a:rect b="b" l="l" r="r" t="t"/>
            <a:pathLst>
              <a:path extrusionOk="0" fill="none" h="120000" w="4693">
                <a:moveTo>
                  <a:pt x="0" y="0"/>
                </a:moveTo>
                <a:lnTo>
                  <a:pt x="4693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55"/>
          <p:cNvSpPr/>
          <p:nvPr/>
        </p:nvSpPr>
        <p:spPr>
          <a:xfrm>
            <a:off x="2173204" y="4965882"/>
            <a:ext cx="35" cy="66285"/>
          </a:xfrm>
          <a:custGeom>
            <a:rect b="b" l="l" r="r" t="t"/>
            <a:pathLst>
              <a:path extrusionOk="0" fill="none" h="1873" w="1">
                <a:moveTo>
                  <a:pt x="1" y="0"/>
                </a:moveTo>
                <a:lnTo>
                  <a:pt x="1" y="1872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55"/>
          <p:cNvSpPr/>
          <p:nvPr/>
        </p:nvSpPr>
        <p:spPr>
          <a:xfrm>
            <a:off x="2141070" y="4998052"/>
            <a:ext cx="64339" cy="35"/>
          </a:xfrm>
          <a:custGeom>
            <a:rect b="b" l="l" r="r" t="t"/>
            <a:pathLst>
              <a:path extrusionOk="0" fill="none" h="1" w="1818">
                <a:moveTo>
                  <a:pt x="1818" y="0"/>
                </a:moveTo>
                <a:lnTo>
                  <a:pt x="0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7" name="Google Shape;797;p55"/>
          <p:cNvSpPr/>
          <p:nvPr/>
        </p:nvSpPr>
        <p:spPr>
          <a:xfrm>
            <a:off x="147650" y="3636250"/>
            <a:ext cx="61932" cy="61968"/>
          </a:xfrm>
          <a:custGeom>
            <a:rect b="b" l="l" r="r" t="t"/>
            <a:pathLst>
              <a:path extrusionOk="0" fill="none" h="1751" w="1750">
                <a:moveTo>
                  <a:pt x="1750" y="842"/>
                </a:moveTo>
                <a:cubicBezTo>
                  <a:pt x="1750" y="1357"/>
                  <a:pt x="1357" y="1750"/>
                  <a:pt x="841" y="1750"/>
                </a:cubicBezTo>
                <a:cubicBezTo>
                  <a:pt x="394" y="1750"/>
                  <a:pt x="0" y="1357"/>
                  <a:pt x="0" y="842"/>
                </a:cubicBezTo>
                <a:cubicBezTo>
                  <a:pt x="0" y="394"/>
                  <a:pt x="394" y="1"/>
                  <a:pt x="841" y="1"/>
                </a:cubicBezTo>
                <a:cubicBezTo>
                  <a:pt x="1357" y="1"/>
                  <a:pt x="1750" y="394"/>
                  <a:pt x="1750" y="842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55"/>
          <p:cNvSpPr/>
          <p:nvPr/>
        </p:nvSpPr>
        <p:spPr>
          <a:xfrm>
            <a:off x="7625025" y="4821914"/>
            <a:ext cx="60021" cy="61968"/>
          </a:xfrm>
          <a:custGeom>
            <a:rect b="b" l="l" r="r" t="t"/>
            <a:pathLst>
              <a:path extrusionOk="0" fill="none" h="1751" w="1696">
                <a:moveTo>
                  <a:pt x="1695" y="896"/>
                </a:moveTo>
                <a:cubicBezTo>
                  <a:pt x="1695" y="1357"/>
                  <a:pt x="1302" y="1750"/>
                  <a:pt x="841" y="1750"/>
                </a:cubicBezTo>
                <a:cubicBezTo>
                  <a:pt x="339" y="1750"/>
                  <a:pt x="0" y="1357"/>
                  <a:pt x="0" y="896"/>
                </a:cubicBezTo>
                <a:cubicBezTo>
                  <a:pt x="0" y="394"/>
                  <a:pt x="339" y="1"/>
                  <a:pt x="841" y="1"/>
                </a:cubicBezTo>
                <a:cubicBezTo>
                  <a:pt x="1302" y="1"/>
                  <a:pt x="1695" y="394"/>
                  <a:pt x="1695" y="896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55"/>
          <p:cNvSpPr/>
          <p:nvPr/>
        </p:nvSpPr>
        <p:spPr>
          <a:xfrm>
            <a:off x="4774275" y="4997417"/>
            <a:ext cx="253923" cy="35"/>
          </a:xfrm>
          <a:custGeom>
            <a:rect b="b" l="l" r="r" t="t"/>
            <a:pathLst>
              <a:path extrusionOk="0" fill="none" h="1" w="7175">
                <a:moveTo>
                  <a:pt x="0" y="0"/>
                </a:moveTo>
                <a:lnTo>
                  <a:pt x="7174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55"/>
          <p:cNvSpPr/>
          <p:nvPr/>
        </p:nvSpPr>
        <p:spPr>
          <a:xfrm>
            <a:off x="8724219" y="3001038"/>
            <a:ext cx="138233" cy="35"/>
          </a:xfrm>
          <a:custGeom>
            <a:rect b="b" l="l" r="r" t="t"/>
            <a:pathLst>
              <a:path extrusionOk="0" fill="none" h="1" w="3906">
                <a:moveTo>
                  <a:pt x="0" y="0"/>
                </a:moveTo>
                <a:lnTo>
                  <a:pt x="3906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55"/>
          <p:cNvSpPr/>
          <p:nvPr/>
        </p:nvSpPr>
        <p:spPr>
          <a:xfrm>
            <a:off x="5740826" y="203408"/>
            <a:ext cx="72019" cy="35"/>
          </a:xfrm>
          <a:custGeom>
            <a:rect b="b" l="l" r="r" t="t"/>
            <a:pathLst>
              <a:path extrusionOk="0" fill="none" h="1" w="2035">
                <a:moveTo>
                  <a:pt x="0" y="1"/>
                </a:moveTo>
                <a:lnTo>
                  <a:pt x="2034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2" name="Google Shape;802;p55"/>
          <p:cNvSpPr/>
          <p:nvPr/>
        </p:nvSpPr>
        <p:spPr>
          <a:xfrm>
            <a:off x="276577" y="2624055"/>
            <a:ext cx="112363" cy="35"/>
          </a:xfrm>
          <a:custGeom>
            <a:rect b="b" l="l" r="r" t="t"/>
            <a:pathLst>
              <a:path extrusionOk="0" fill="none" h="1" w="3175">
                <a:moveTo>
                  <a:pt x="1" y="0"/>
                </a:moveTo>
                <a:lnTo>
                  <a:pt x="3174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3" name="Google Shape;803;p55"/>
          <p:cNvSpPr/>
          <p:nvPr/>
        </p:nvSpPr>
        <p:spPr>
          <a:xfrm>
            <a:off x="3827521" y="296480"/>
            <a:ext cx="49" cy="65928"/>
          </a:xfrm>
          <a:custGeom>
            <a:rect b="b" l="l" r="r" t="t"/>
            <a:pathLst>
              <a:path extrusionOk="0" fill="none" h="1359" w="1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4" name="Google Shape;804;p55"/>
          <p:cNvSpPr/>
          <p:nvPr/>
        </p:nvSpPr>
        <p:spPr>
          <a:xfrm>
            <a:off x="3795261" y="328691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5" name="Google Shape;805;p55"/>
          <p:cNvSpPr/>
          <p:nvPr/>
        </p:nvSpPr>
        <p:spPr>
          <a:xfrm>
            <a:off x="101617" y="1874977"/>
            <a:ext cx="49" cy="66414"/>
          </a:xfrm>
          <a:custGeom>
            <a:rect b="b" l="l" r="r" t="t"/>
            <a:pathLst>
              <a:path extrusionOk="0" fill="none" h="1369" w="1">
                <a:moveTo>
                  <a:pt x="0" y="0"/>
                </a:moveTo>
                <a:lnTo>
                  <a:pt x="0" y="1368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55"/>
          <p:cNvSpPr/>
          <p:nvPr/>
        </p:nvSpPr>
        <p:spPr>
          <a:xfrm>
            <a:off x="67464" y="1907189"/>
            <a:ext cx="66414" cy="49"/>
          </a:xfrm>
          <a:custGeom>
            <a:rect b="b" l="l" r="r" t="t"/>
            <a:pathLst>
              <a:path extrusionOk="0" fill="none" h="1" w="1369">
                <a:moveTo>
                  <a:pt x="1368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55"/>
          <p:cNvSpPr/>
          <p:nvPr/>
        </p:nvSpPr>
        <p:spPr>
          <a:xfrm>
            <a:off x="8276861" y="221310"/>
            <a:ext cx="62096" cy="62096"/>
          </a:xfrm>
          <a:custGeom>
            <a:rect b="b" l="l" r="r" t="t"/>
            <a:pathLst>
              <a:path extrusionOk="0" fill="none" h="1280" w="128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55"/>
          <p:cNvSpPr/>
          <p:nvPr/>
        </p:nvSpPr>
        <p:spPr>
          <a:xfrm>
            <a:off x="484509" y="4325321"/>
            <a:ext cx="254982" cy="49"/>
          </a:xfrm>
          <a:custGeom>
            <a:rect b="b" l="l" r="r" t="t"/>
            <a:pathLst>
              <a:path extrusionOk="0" fill="none" h="1" w="5256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55"/>
          <p:cNvSpPr/>
          <p:nvPr/>
        </p:nvSpPr>
        <p:spPr>
          <a:xfrm>
            <a:off x="3024671" y="4929071"/>
            <a:ext cx="254982" cy="49"/>
          </a:xfrm>
          <a:custGeom>
            <a:rect b="b" l="l" r="r" t="t"/>
            <a:pathLst>
              <a:path extrusionOk="0" fill="none" h="1" w="5256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55"/>
          <p:cNvSpPr/>
          <p:nvPr/>
        </p:nvSpPr>
        <p:spPr>
          <a:xfrm>
            <a:off x="5214020" y="53637"/>
            <a:ext cx="154088" cy="151682"/>
          </a:xfrm>
          <a:custGeom>
            <a:rect b="b" l="l" r="r" t="t"/>
            <a:pathLst>
              <a:path extrusionOk="0" fill="none" h="4286" w="4354">
                <a:moveTo>
                  <a:pt x="3784" y="54"/>
                </a:moveTo>
                <a:lnTo>
                  <a:pt x="339" y="963"/>
                </a:lnTo>
                <a:cubicBezTo>
                  <a:pt x="54" y="1072"/>
                  <a:pt x="0" y="1465"/>
                  <a:pt x="231" y="1750"/>
                </a:cubicBezTo>
                <a:lnTo>
                  <a:pt x="2713" y="4123"/>
                </a:lnTo>
                <a:cubicBezTo>
                  <a:pt x="2943" y="4286"/>
                  <a:pt x="3228" y="4232"/>
                  <a:pt x="3282" y="3947"/>
                </a:cubicBezTo>
                <a:lnTo>
                  <a:pt x="4245" y="678"/>
                </a:lnTo>
                <a:cubicBezTo>
                  <a:pt x="4353" y="339"/>
                  <a:pt x="4069" y="0"/>
                  <a:pt x="3784" y="54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55"/>
          <p:cNvSpPr/>
          <p:nvPr/>
        </p:nvSpPr>
        <p:spPr>
          <a:xfrm>
            <a:off x="6123309" y="4630121"/>
            <a:ext cx="254982" cy="49"/>
          </a:xfrm>
          <a:custGeom>
            <a:rect b="b" l="l" r="r" t="t"/>
            <a:pathLst>
              <a:path extrusionOk="0" fill="none" h="1" w="5256">
                <a:moveTo>
                  <a:pt x="1" y="1"/>
                </a:moveTo>
                <a:lnTo>
                  <a:pt x="5256" y="1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2" name="Google Shape;812;p55"/>
          <p:cNvGrpSpPr/>
          <p:nvPr/>
        </p:nvGrpSpPr>
        <p:grpSpPr>
          <a:xfrm>
            <a:off x="8524933" y="3529034"/>
            <a:ext cx="1222079" cy="1009533"/>
            <a:chOff x="6101758" y="2859784"/>
            <a:chExt cx="1222079" cy="1009533"/>
          </a:xfrm>
        </p:grpSpPr>
        <p:sp>
          <p:nvSpPr>
            <p:cNvPr id="813" name="Google Shape;813;p55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55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55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55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55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55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55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55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55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55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3" name="Google Shape;823;p55"/>
          <p:cNvGrpSpPr/>
          <p:nvPr/>
        </p:nvGrpSpPr>
        <p:grpSpPr>
          <a:xfrm>
            <a:off x="-555317" y="3519509"/>
            <a:ext cx="1222079" cy="1009533"/>
            <a:chOff x="6101758" y="2859784"/>
            <a:chExt cx="1222079" cy="1009533"/>
          </a:xfrm>
        </p:grpSpPr>
        <p:sp>
          <p:nvSpPr>
            <p:cNvPr id="824" name="Google Shape;824;p55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55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55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55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55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55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55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55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55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55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34" name="Google Shape;834;p55"/>
          <p:cNvSpPr txBox="1"/>
          <p:nvPr>
            <p:ph idx="15" type="title"/>
          </p:nvPr>
        </p:nvSpPr>
        <p:spPr>
          <a:xfrm>
            <a:off x="713225" y="445025"/>
            <a:ext cx="7716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7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56"/>
          <p:cNvSpPr txBox="1"/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837" name="Google Shape;837;p56"/>
          <p:cNvSpPr/>
          <p:nvPr/>
        </p:nvSpPr>
        <p:spPr>
          <a:xfrm flipH="1">
            <a:off x="-299507" y="2594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8" name="Google Shape;838;p56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39" name="Google Shape;839;p56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56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56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56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56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56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56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56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56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56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56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56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56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56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56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56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56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56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56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56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56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56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56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2" name="Google Shape;862;p56"/>
          <p:cNvGrpSpPr/>
          <p:nvPr/>
        </p:nvGrpSpPr>
        <p:grpSpPr>
          <a:xfrm rot="10800000">
            <a:off x="-443700" y="819543"/>
            <a:ext cx="1086673" cy="897677"/>
            <a:chOff x="6101758" y="2859784"/>
            <a:chExt cx="1222079" cy="1009533"/>
          </a:xfrm>
        </p:grpSpPr>
        <p:sp>
          <p:nvSpPr>
            <p:cNvPr id="863" name="Google Shape;863;p56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4" name="Google Shape;864;p56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56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6" name="Google Shape;866;p56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7" name="Google Shape;867;p56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8" name="Google Shape;868;p56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9" name="Google Shape;869;p56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0" name="Google Shape;870;p56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1" name="Google Shape;871;p56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2" name="Google Shape;872;p56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8"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4" name="Google Shape;874;p57"/>
          <p:cNvGrpSpPr/>
          <p:nvPr/>
        </p:nvGrpSpPr>
        <p:grpSpPr>
          <a:xfrm>
            <a:off x="204436" y="176149"/>
            <a:ext cx="8738598" cy="4906447"/>
            <a:chOff x="204436" y="176149"/>
            <a:chExt cx="8738598" cy="4906447"/>
          </a:xfrm>
        </p:grpSpPr>
        <p:sp>
          <p:nvSpPr>
            <p:cNvPr id="875" name="Google Shape;875;p57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6" name="Google Shape;876;p57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7" name="Google Shape;877;p57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8" name="Google Shape;878;p57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9" name="Google Shape;879;p57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0" name="Google Shape;880;p57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1" name="Google Shape;881;p57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57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57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57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57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57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57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57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57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57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57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57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57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57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57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57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57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8" name="Google Shape;898;p57"/>
          <p:cNvSpPr/>
          <p:nvPr/>
        </p:nvSpPr>
        <p:spPr>
          <a:xfrm flipH="1">
            <a:off x="7633500" y="7928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7"/>
          <p:cNvSpPr/>
          <p:nvPr/>
        </p:nvSpPr>
        <p:spPr>
          <a:xfrm flipH="1">
            <a:off x="944100" y="4932025"/>
            <a:ext cx="7255800" cy="669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00" name="Google Shape;900;p57"/>
          <p:cNvGrpSpPr/>
          <p:nvPr/>
        </p:nvGrpSpPr>
        <p:grpSpPr>
          <a:xfrm flipH="1">
            <a:off x="8014553" y="58110"/>
            <a:ext cx="889429" cy="734738"/>
            <a:chOff x="6101758" y="2859784"/>
            <a:chExt cx="1222079" cy="1009533"/>
          </a:xfrm>
        </p:grpSpPr>
        <p:sp>
          <p:nvSpPr>
            <p:cNvPr id="901" name="Google Shape;901;p57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57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57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57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57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57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57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57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57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57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1" name="Google Shape;911;p57"/>
          <p:cNvSpPr txBox="1"/>
          <p:nvPr>
            <p:ph type="title"/>
          </p:nvPr>
        </p:nvSpPr>
        <p:spPr>
          <a:xfrm>
            <a:off x="840575" y="445025"/>
            <a:ext cx="754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chnology">
  <p:cSld name="CUSTOM_10"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58"/>
          <p:cNvSpPr txBox="1"/>
          <p:nvPr>
            <p:ph type="title"/>
          </p:nvPr>
        </p:nvSpPr>
        <p:spPr>
          <a:xfrm>
            <a:off x="731525" y="445025"/>
            <a:ext cx="769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914" name="Google Shape;914;p58"/>
          <p:cNvSpPr/>
          <p:nvPr/>
        </p:nvSpPr>
        <p:spPr>
          <a:xfrm>
            <a:off x="7918898" y="978127"/>
            <a:ext cx="49" cy="64036"/>
          </a:xfrm>
          <a:custGeom>
            <a:rect b="b" l="l" r="r" t="t"/>
            <a:pathLst>
              <a:path extrusionOk="0" fill="none" h="1320" w="1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8"/>
          <p:cNvSpPr/>
          <p:nvPr/>
        </p:nvSpPr>
        <p:spPr>
          <a:xfrm>
            <a:off x="8882878" y="3260985"/>
            <a:ext cx="49" cy="36142"/>
          </a:xfrm>
          <a:custGeom>
            <a:rect b="b" l="l" r="r" t="t"/>
            <a:pathLst>
              <a:path extrusionOk="0" fill="none" h="745" w="1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8"/>
          <p:cNvSpPr/>
          <p:nvPr/>
        </p:nvSpPr>
        <p:spPr>
          <a:xfrm>
            <a:off x="8864589" y="3278789"/>
            <a:ext cx="38034" cy="49"/>
          </a:xfrm>
          <a:custGeom>
            <a:rect b="b" l="l" r="r" t="t"/>
            <a:pathLst>
              <a:path extrusionOk="0" fill="none" h="1" w="784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8"/>
          <p:cNvSpPr/>
          <p:nvPr/>
        </p:nvSpPr>
        <p:spPr>
          <a:xfrm>
            <a:off x="298332" y="370650"/>
            <a:ext cx="49" cy="65928"/>
          </a:xfrm>
          <a:custGeom>
            <a:rect b="b" l="l" r="r" t="t"/>
            <a:pathLst>
              <a:path extrusionOk="0" fill="none" h="1359" w="1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8"/>
          <p:cNvSpPr/>
          <p:nvPr/>
        </p:nvSpPr>
        <p:spPr>
          <a:xfrm>
            <a:off x="266121" y="404317"/>
            <a:ext cx="63988" cy="49"/>
          </a:xfrm>
          <a:custGeom>
            <a:rect b="b" l="l" r="r" t="t"/>
            <a:pathLst>
              <a:path extrusionOk="0" fill="none" h="1" w="1319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8"/>
          <p:cNvSpPr/>
          <p:nvPr/>
        </p:nvSpPr>
        <p:spPr>
          <a:xfrm>
            <a:off x="8866530" y="2569307"/>
            <a:ext cx="34201" cy="36093"/>
          </a:xfrm>
          <a:custGeom>
            <a:rect b="b" l="l" r="r" t="t"/>
            <a:pathLst>
              <a:path extrusionOk="0" fill="none" h="744" w="705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8"/>
          <p:cNvSpPr/>
          <p:nvPr/>
        </p:nvSpPr>
        <p:spPr>
          <a:xfrm>
            <a:off x="645606" y="1697743"/>
            <a:ext cx="60204" cy="62096"/>
          </a:xfrm>
          <a:custGeom>
            <a:rect b="b" l="l" r="r" t="t"/>
            <a:pathLst>
              <a:path extrusionOk="0" fill="none" h="1280" w="1241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8"/>
          <p:cNvSpPr/>
          <p:nvPr/>
        </p:nvSpPr>
        <p:spPr>
          <a:xfrm>
            <a:off x="465139" y="1080099"/>
            <a:ext cx="348805" cy="49"/>
          </a:xfrm>
          <a:custGeom>
            <a:rect b="b" l="l" r="r" t="t"/>
            <a:pathLst>
              <a:path extrusionOk="0" fill="none" h="1" w="719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8"/>
          <p:cNvSpPr/>
          <p:nvPr/>
        </p:nvSpPr>
        <p:spPr>
          <a:xfrm>
            <a:off x="8245486" y="1982351"/>
            <a:ext cx="254497" cy="49"/>
          </a:xfrm>
          <a:custGeom>
            <a:rect b="b" l="l" r="r" t="t"/>
            <a:pathLst>
              <a:path extrusionOk="0" fill="none" h="1" w="5246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8"/>
          <p:cNvSpPr/>
          <p:nvPr/>
        </p:nvSpPr>
        <p:spPr>
          <a:xfrm>
            <a:off x="8698145" y="3980072"/>
            <a:ext cx="34201" cy="36142"/>
          </a:xfrm>
          <a:custGeom>
            <a:rect b="b" l="l" r="r" t="t"/>
            <a:pathLst>
              <a:path extrusionOk="0" fill="none" h="745" w="705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4" name="Google Shape;924;p58"/>
          <p:cNvSpPr/>
          <p:nvPr/>
        </p:nvSpPr>
        <p:spPr>
          <a:xfrm>
            <a:off x="751845" y="2918008"/>
            <a:ext cx="60156" cy="62096"/>
          </a:xfrm>
          <a:custGeom>
            <a:rect b="b" l="l" r="r" t="t"/>
            <a:pathLst>
              <a:path extrusionOk="0" fill="none" h="1280" w="124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5" name="Google Shape;925;p58"/>
          <p:cNvSpPr/>
          <p:nvPr/>
        </p:nvSpPr>
        <p:spPr>
          <a:xfrm>
            <a:off x="296803" y="2491397"/>
            <a:ext cx="348805" cy="49"/>
          </a:xfrm>
          <a:custGeom>
            <a:rect b="b" l="l" r="r" t="t"/>
            <a:pathLst>
              <a:path extrusionOk="0" fill="none" h="1" w="719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7864565" y="3335062"/>
            <a:ext cx="168387" cy="49"/>
          </a:xfrm>
          <a:custGeom>
            <a:rect b="b" l="l" r="r" t="t"/>
            <a:pathLst>
              <a:path extrusionOk="0" fill="none" h="1" w="3471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7" name="Google Shape;927;p58"/>
          <p:cNvSpPr/>
          <p:nvPr/>
        </p:nvSpPr>
        <p:spPr>
          <a:xfrm>
            <a:off x="1236721" y="4335080"/>
            <a:ext cx="49" cy="65928"/>
          </a:xfrm>
          <a:custGeom>
            <a:rect b="b" l="l" r="r" t="t"/>
            <a:pathLst>
              <a:path extrusionOk="0" fill="none" h="1359" w="1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8" name="Google Shape;928;p58"/>
          <p:cNvSpPr/>
          <p:nvPr/>
        </p:nvSpPr>
        <p:spPr>
          <a:xfrm>
            <a:off x="1204461" y="4367291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9" name="Google Shape;929;p58"/>
          <p:cNvSpPr/>
          <p:nvPr/>
        </p:nvSpPr>
        <p:spPr>
          <a:xfrm>
            <a:off x="7698120" y="4585690"/>
            <a:ext cx="60204" cy="62096"/>
          </a:xfrm>
          <a:custGeom>
            <a:rect b="b" l="l" r="r" t="t"/>
            <a:pathLst>
              <a:path extrusionOk="0" fill="none" h="1280" w="1241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0" name="Google Shape;930;p58"/>
          <p:cNvSpPr/>
          <p:nvPr/>
        </p:nvSpPr>
        <p:spPr>
          <a:xfrm>
            <a:off x="7742412" y="5018608"/>
            <a:ext cx="49" cy="63988"/>
          </a:xfrm>
          <a:custGeom>
            <a:rect b="b" l="l" r="r" t="t"/>
            <a:pathLst>
              <a:path extrusionOk="0" fill="none" h="1319" w="1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58"/>
          <p:cNvSpPr/>
          <p:nvPr/>
        </p:nvSpPr>
        <p:spPr>
          <a:xfrm>
            <a:off x="7710151" y="5050334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8499974" y="4292729"/>
            <a:ext cx="60204" cy="62581"/>
          </a:xfrm>
          <a:custGeom>
            <a:rect b="b" l="l" r="r" t="t"/>
            <a:pathLst>
              <a:path extrusionOk="0" fill="none" h="1290" w="1241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8"/>
          <p:cNvSpPr/>
          <p:nvPr/>
        </p:nvSpPr>
        <p:spPr>
          <a:xfrm>
            <a:off x="8880938" y="3717964"/>
            <a:ext cx="62096" cy="62096"/>
          </a:xfrm>
          <a:custGeom>
            <a:rect b="b" l="l" r="r" t="t"/>
            <a:pathLst>
              <a:path extrusionOk="0" fill="none" h="1280" w="128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4" name="Google Shape;934;p58"/>
          <p:cNvSpPr/>
          <p:nvPr/>
        </p:nvSpPr>
        <p:spPr>
          <a:xfrm>
            <a:off x="204436" y="3633748"/>
            <a:ext cx="62096" cy="62096"/>
          </a:xfrm>
          <a:custGeom>
            <a:rect b="b" l="l" r="r" t="t"/>
            <a:pathLst>
              <a:path extrusionOk="0" fill="none" h="1280" w="128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8"/>
          <p:cNvSpPr/>
          <p:nvPr/>
        </p:nvSpPr>
        <p:spPr>
          <a:xfrm>
            <a:off x="8541840" y="3579415"/>
            <a:ext cx="236692" cy="49"/>
          </a:xfrm>
          <a:custGeom>
            <a:rect b="b" l="l" r="r" t="t"/>
            <a:pathLst>
              <a:path extrusionOk="0" fill="none" h="1" w="4879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8"/>
          <p:cNvSpPr/>
          <p:nvPr/>
        </p:nvSpPr>
        <p:spPr>
          <a:xfrm>
            <a:off x="8639425" y="176149"/>
            <a:ext cx="62096" cy="60156"/>
          </a:xfrm>
          <a:custGeom>
            <a:rect b="b" l="l" r="r" t="t"/>
            <a:pathLst>
              <a:path extrusionOk="0" fill="none" h="1240" w="128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8"/>
          <p:cNvSpPr/>
          <p:nvPr/>
        </p:nvSpPr>
        <p:spPr>
          <a:xfrm>
            <a:off x="8678449" y="1074326"/>
            <a:ext cx="254497" cy="49"/>
          </a:xfrm>
          <a:custGeom>
            <a:rect b="b" l="l" r="r" t="t"/>
            <a:pathLst>
              <a:path extrusionOk="0" fill="none" h="1" w="5246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8"/>
          <p:cNvSpPr/>
          <p:nvPr/>
        </p:nvSpPr>
        <p:spPr>
          <a:xfrm>
            <a:off x="42365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8"/>
          <p:cNvSpPr/>
          <p:nvPr/>
        </p:nvSpPr>
        <p:spPr>
          <a:xfrm>
            <a:off x="-335450" y="482752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40" name="Google Shape;940;p58"/>
          <p:cNvGrpSpPr/>
          <p:nvPr/>
        </p:nvGrpSpPr>
        <p:grpSpPr>
          <a:xfrm rot="10800000">
            <a:off x="7545770" y="334618"/>
            <a:ext cx="1086673" cy="897677"/>
            <a:chOff x="6101758" y="2859784"/>
            <a:chExt cx="1222079" cy="1009533"/>
          </a:xfrm>
        </p:grpSpPr>
        <p:sp>
          <p:nvSpPr>
            <p:cNvPr id="941" name="Google Shape;941;p58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58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58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58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58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58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58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58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58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58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5"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59"/>
          <p:cNvSpPr txBox="1"/>
          <p:nvPr>
            <p:ph type="ctrTitle"/>
          </p:nvPr>
        </p:nvSpPr>
        <p:spPr>
          <a:xfrm>
            <a:off x="4888784" y="1514475"/>
            <a:ext cx="3559800" cy="780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/>
        </p:txBody>
      </p:sp>
      <p:sp>
        <p:nvSpPr>
          <p:cNvPr id="953" name="Google Shape;953;p59"/>
          <p:cNvSpPr txBox="1"/>
          <p:nvPr>
            <p:ph idx="1" type="subTitle"/>
          </p:nvPr>
        </p:nvSpPr>
        <p:spPr>
          <a:xfrm>
            <a:off x="4888784" y="2559200"/>
            <a:ext cx="2674200" cy="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54" name="Google Shape;954;p59"/>
          <p:cNvSpPr/>
          <p:nvPr/>
        </p:nvSpPr>
        <p:spPr>
          <a:xfrm flipH="1">
            <a:off x="4233359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5" name="Google Shape;955;p59"/>
          <p:cNvSpPr/>
          <p:nvPr/>
        </p:nvSpPr>
        <p:spPr>
          <a:xfrm flipH="1">
            <a:off x="7921359" y="42583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6" name="Google Shape;956;p59"/>
          <p:cNvGrpSpPr/>
          <p:nvPr/>
        </p:nvGrpSpPr>
        <p:grpSpPr>
          <a:xfrm flipH="1">
            <a:off x="-1" y="116972"/>
            <a:ext cx="8939573" cy="4824997"/>
            <a:chOff x="204436" y="116972"/>
            <a:chExt cx="8939573" cy="4824997"/>
          </a:xfrm>
        </p:grpSpPr>
        <p:sp>
          <p:nvSpPr>
            <p:cNvPr id="957" name="Google Shape;957;p59"/>
            <p:cNvSpPr/>
            <p:nvPr/>
          </p:nvSpPr>
          <p:spPr>
            <a:xfrm>
              <a:off x="13651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59"/>
            <p:cNvSpPr/>
            <p:nvPr/>
          </p:nvSpPr>
          <p:spPr>
            <a:xfrm>
              <a:off x="13329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59"/>
            <p:cNvSpPr/>
            <p:nvPr/>
          </p:nvSpPr>
          <p:spPr>
            <a:xfrm>
              <a:off x="645606" y="15453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59"/>
            <p:cNvSpPr/>
            <p:nvPr/>
          </p:nvSpPr>
          <p:spPr>
            <a:xfrm>
              <a:off x="4651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59"/>
            <p:cNvSpPr/>
            <p:nvPr/>
          </p:nvSpPr>
          <p:spPr>
            <a:xfrm>
              <a:off x="1196796" y="2162464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59"/>
            <p:cNvSpPr/>
            <p:nvPr/>
          </p:nvSpPr>
          <p:spPr>
            <a:xfrm>
              <a:off x="1164536" y="2196616"/>
              <a:ext cx="64036" cy="49"/>
            </a:xfrm>
            <a:custGeom>
              <a:rect b="b" l="l" r="r" t="t"/>
              <a:pathLst>
                <a:path extrusionOk="0" fill="none" h="1" w="132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59"/>
            <p:cNvSpPr/>
            <p:nvPr/>
          </p:nvSpPr>
          <p:spPr>
            <a:xfrm>
              <a:off x="751845" y="27656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59"/>
            <p:cNvSpPr/>
            <p:nvPr/>
          </p:nvSpPr>
          <p:spPr>
            <a:xfrm>
              <a:off x="296803" y="23389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59"/>
            <p:cNvSpPr/>
            <p:nvPr/>
          </p:nvSpPr>
          <p:spPr>
            <a:xfrm>
              <a:off x="1236721" y="41826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59"/>
            <p:cNvSpPr/>
            <p:nvPr/>
          </p:nvSpPr>
          <p:spPr>
            <a:xfrm>
              <a:off x="1204461" y="42148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59"/>
            <p:cNvSpPr/>
            <p:nvPr/>
          </p:nvSpPr>
          <p:spPr>
            <a:xfrm>
              <a:off x="1921702" y="4488705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59"/>
            <p:cNvSpPr/>
            <p:nvPr/>
          </p:nvSpPr>
          <p:spPr>
            <a:xfrm>
              <a:off x="2573013" y="464914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59"/>
            <p:cNvSpPr/>
            <p:nvPr/>
          </p:nvSpPr>
          <p:spPr>
            <a:xfrm>
              <a:off x="1168417" y="30941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59"/>
            <p:cNvSpPr/>
            <p:nvPr/>
          </p:nvSpPr>
          <p:spPr>
            <a:xfrm>
              <a:off x="1134264" y="31263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59"/>
            <p:cNvSpPr/>
            <p:nvPr/>
          </p:nvSpPr>
          <p:spPr>
            <a:xfrm>
              <a:off x="204436" y="34813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59"/>
            <p:cNvSpPr/>
            <p:nvPr/>
          </p:nvSpPr>
          <p:spPr>
            <a:xfrm>
              <a:off x="1170309" y="34871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59"/>
            <p:cNvSpPr/>
            <p:nvPr/>
          </p:nvSpPr>
          <p:spPr>
            <a:xfrm>
              <a:off x="535385" y="492522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4" name="Google Shape;974;p59"/>
            <p:cNvSpPr/>
            <p:nvPr/>
          </p:nvSpPr>
          <p:spPr>
            <a:xfrm>
              <a:off x="3604861" y="462519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5" name="Google Shape;975;p59"/>
            <p:cNvSpPr/>
            <p:nvPr/>
          </p:nvSpPr>
          <p:spPr>
            <a:xfrm>
              <a:off x="75786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59"/>
            <p:cNvSpPr/>
            <p:nvPr/>
          </p:nvSpPr>
          <p:spPr>
            <a:xfrm>
              <a:off x="7016767" y="48679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59"/>
            <p:cNvSpPr/>
            <p:nvPr/>
          </p:nvSpPr>
          <p:spPr>
            <a:xfrm>
              <a:off x="6982614" y="49001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59"/>
            <p:cNvSpPr/>
            <p:nvPr/>
          </p:nvSpPr>
          <p:spPr>
            <a:xfrm>
              <a:off x="8733761" y="4879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9" name="Google Shape;979;p59"/>
            <p:cNvSpPr/>
            <p:nvPr/>
          </p:nvSpPr>
          <p:spPr>
            <a:xfrm>
              <a:off x="6104259" y="46512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0" name="Google Shape;980;p59"/>
            <p:cNvSpPr/>
            <p:nvPr/>
          </p:nvSpPr>
          <p:spPr>
            <a:xfrm>
              <a:off x="6038357" y="48627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9"/>
            <p:cNvSpPr/>
            <p:nvPr/>
          </p:nvSpPr>
          <p:spPr>
            <a:xfrm>
              <a:off x="6006146" y="51994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2" name="Google Shape;982;p59"/>
            <p:cNvSpPr/>
            <p:nvPr/>
          </p:nvSpPr>
          <p:spPr>
            <a:xfrm>
              <a:off x="5318831" y="127996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3" name="Google Shape;983;p59"/>
            <p:cNvSpPr/>
            <p:nvPr/>
          </p:nvSpPr>
          <p:spPr>
            <a:xfrm>
              <a:off x="5138364" y="66232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59"/>
            <p:cNvSpPr/>
            <p:nvPr/>
          </p:nvSpPr>
          <p:spPr>
            <a:xfrm>
              <a:off x="5208610" y="22714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59"/>
            <p:cNvSpPr/>
            <p:nvPr/>
          </p:nvSpPr>
          <p:spPr>
            <a:xfrm>
              <a:off x="3260607" y="82612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59"/>
            <p:cNvSpPr/>
            <p:nvPr/>
          </p:nvSpPr>
          <p:spPr>
            <a:xfrm>
              <a:off x="3228396" y="85979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7" name="Google Shape;987;p59"/>
            <p:cNvSpPr/>
            <p:nvPr/>
          </p:nvSpPr>
          <p:spPr>
            <a:xfrm>
              <a:off x="2360614" y="100217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8" name="Google Shape;988;p59"/>
            <p:cNvSpPr/>
            <p:nvPr/>
          </p:nvSpPr>
          <p:spPr>
            <a:xfrm>
              <a:off x="2430860" y="56699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9" name="Google Shape;989;p59"/>
            <p:cNvSpPr/>
            <p:nvPr/>
          </p:nvSpPr>
          <p:spPr>
            <a:xfrm>
              <a:off x="4670307" y="901338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59"/>
            <p:cNvSpPr/>
            <p:nvPr/>
          </p:nvSpPr>
          <p:spPr>
            <a:xfrm>
              <a:off x="4638096" y="935005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1" name="Google Shape;991;p59"/>
            <p:cNvSpPr/>
            <p:nvPr/>
          </p:nvSpPr>
          <p:spPr>
            <a:xfrm>
              <a:off x="3770314" y="1077386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2" name="Google Shape;992;p59"/>
            <p:cNvSpPr/>
            <p:nvPr/>
          </p:nvSpPr>
          <p:spPr>
            <a:xfrm>
              <a:off x="3840560" y="642210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59"/>
            <p:cNvSpPr/>
            <p:nvPr/>
          </p:nvSpPr>
          <p:spPr>
            <a:xfrm>
              <a:off x="7546857" y="37610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4" name="Google Shape;994;p59"/>
            <p:cNvSpPr/>
            <p:nvPr/>
          </p:nvSpPr>
          <p:spPr>
            <a:xfrm>
              <a:off x="7514646" y="40976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59"/>
            <p:cNvSpPr/>
            <p:nvPr/>
          </p:nvSpPr>
          <p:spPr>
            <a:xfrm>
              <a:off x="6646864" y="55214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6" name="Google Shape;996;p59"/>
            <p:cNvSpPr/>
            <p:nvPr/>
          </p:nvSpPr>
          <p:spPr>
            <a:xfrm>
              <a:off x="6717110" y="11697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7" name="Google Shape;997;p59"/>
            <p:cNvSpPr/>
            <p:nvPr/>
          </p:nvSpPr>
          <p:spPr>
            <a:xfrm>
              <a:off x="91122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59"/>
            <p:cNvSpPr/>
            <p:nvPr/>
          </p:nvSpPr>
          <p:spPr>
            <a:xfrm>
              <a:off x="90800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59"/>
            <p:cNvSpPr/>
            <p:nvPr/>
          </p:nvSpPr>
          <p:spPr>
            <a:xfrm>
              <a:off x="82122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59"/>
            <p:cNvSpPr/>
            <p:nvPr/>
          </p:nvSpPr>
          <p:spPr>
            <a:xfrm>
              <a:off x="8282485" y="49252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59"/>
            <p:cNvSpPr/>
            <p:nvPr/>
          </p:nvSpPr>
          <p:spPr>
            <a:xfrm>
              <a:off x="8316617" y="462482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59"/>
            <p:cNvSpPr/>
            <p:nvPr/>
          </p:nvSpPr>
          <p:spPr>
            <a:xfrm>
              <a:off x="8282464" y="465703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59"/>
            <p:cNvSpPr/>
            <p:nvPr/>
          </p:nvSpPr>
          <p:spPr>
            <a:xfrm>
              <a:off x="47231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59"/>
            <p:cNvSpPr/>
            <p:nvPr/>
          </p:nvSpPr>
          <p:spPr>
            <a:xfrm>
              <a:off x="9074167" y="44107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59"/>
            <p:cNvSpPr/>
            <p:nvPr/>
          </p:nvSpPr>
          <p:spPr>
            <a:xfrm>
              <a:off x="9040014" y="44429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59"/>
            <p:cNvSpPr/>
            <p:nvPr/>
          </p:nvSpPr>
          <p:spPr>
            <a:xfrm>
              <a:off x="5290786" y="4797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7" name="Google Shape;1007;p59"/>
            <p:cNvSpPr/>
            <p:nvPr/>
          </p:nvSpPr>
          <p:spPr>
            <a:xfrm>
              <a:off x="6256659" y="48036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8" name="Google Shape;1008;p59"/>
          <p:cNvGrpSpPr/>
          <p:nvPr/>
        </p:nvGrpSpPr>
        <p:grpSpPr>
          <a:xfrm flipH="1">
            <a:off x="8307593" y="3253983"/>
            <a:ext cx="1190271" cy="1022535"/>
            <a:chOff x="7521697" y="2603884"/>
            <a:chExt cx="1473291" cy="1265671"/>
          </a:xfrm>
        </p:grpSpPr>
        <p:sp>
          <p:nvSpPr>
            <p:cNvPr id="1009" name="Google Shape;1009;p59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59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59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59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3" name="Google Shape;1013;p59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4" name="Google Shape;1014;p59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59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9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7" name="Google Shape;1017;p59"/>
          <p:cNvGrpSpPr/>
          <p:nvPr/>
        </p:nvGrpSpPr>
        <p:grpSpPr>
          <a:xfrm flipH="1" rot="10800000">
            <a:off x="7429090" y="340481"/>
            <a:ext cx="1086673" cy="897677"/>
            <a:chOff x="6101758" y="2859784"/>
            <a:chExt cx="1222079" cy="1009533"/>
          </a:xfrm>
        </p:grpSpPr>
        <p:sp>
          <p:nvSpPr>
            <p:cNvPr id="1018" name="Google Shape;1018;p59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9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9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9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2" name="Google Shape;1022;p59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3" name="Google Shape;1023;p59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9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9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9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9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"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60"/>
          <p:cNvSpPr/>
          <p:nvPr/>
        </p:nvSpPr>
        <p:spPr>
          <a:xfrm>
            <a:off x="4850657" y="158591"/>
            <a:ext cx="97900" cy="97906"/>
          </a:xfrm>
          <a:custGeom>
            <a:rect b="b" l="l" r="r" t="t"/>
            <a:pathLst>
              <a:path extrusionOk="0" fill="none" h="2321" w="2321">
                <a:moveTo>
                  <a:pt x="2320" y="1138"/>
                </a:moveTo>
                <a:cubicBezTo>
                  <a:pt x="2320" y="1797"/>
                  <a:pt x="1809" y="2320"/>
                  <a:pt x="1183" y="2320"/>
                </a:cubicBezTo>
                <a:cubicBezTo>
                  <a:pt x="524" y="2320"/>
                  <a:pt x="1" y="1797"/>
                  <a:pt x="1" y="1138"/>
                </a:cubicBezTo>
                <a:cubicBezTo>
                  <a:pt x="1" y="524"/>
                  <a:pt x="524" y="1"/>
                  <a:pt x="1183" y="1"/>
                </a:cubicBezTo>
                <a:cubicBezTo>
                  <a:pt x="1809" y="1"/>
                  <a:pt x="2320" y="524"/>
                  <a:pt x="2320" y="1138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0" name="Google Shape;1030;p60"/>
          <p:cNvSpPr/>
          <p:nvPr/>
        </p:nvSpPr>
        <p:spPr>
          <a:xfrm>
            <a:off x="224604" y="595773"/>
            <a:ext cx="153957" cy="152068"/>
          </a:xfrm>
          <a:custGeom>
            <a:rect b="b" l="l" r="r" t="t"/>
            <a:pathLst>
              <a:path extrusionOk="0" fill="none" h="3605" w="3650">
                <a:moveTo>
                  <a:pt x="3172" y="57"/>
                </a:moveTo>
                <a:lnTo>
                  <a:pt x="284" y="808"/>
                </a:lnTo>
                <a:cubicBezTo>
                  <a:pt x="46" y="910"/>
                  <a:pt x="0" y="1240"/>
                  <a:pt x="193" y="1478"/>
                </a:cubicBezTo>
                <a:lnTo>
                  <a:pt x="2274" y="3468"/>
                </a:lnTo>
                <a:cubicBezTo>
                  <a:pt x="2467" y="3604"/>
                  <a:pt x="2706" y="3559"/>
                  <a:pt x="2751" y="3320"/>
                </a:cubicBezTo>
                <a:lnTo>
                  <a:pt x="3559" y="569"/>
                </a:lnTo>
                <a:cubicBezTo>
                  <a:pt x="3650" y="285"/>
                  <a:pt x="3411" y="0"/>
                  <a:pt x="3172" y="57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1" name="Google Shape;1031;p60"/>
          <p:cNvSpPr/>
          <p:nvPr/>
        </p:nvSpPr>
        <p:spPr>
          <a:xfrm>
            <a:off x="8856445" y="1698803"/>
            <a:ext cx="143876" cy="158269"/>
          </a:xfrm>
          <a:custGeom>
            <a:rect b="b" l="l" r="r" t="t"/>
            <a:pathLst>
              <a:path extrusionOk="0" fill="none" h="3752" w="3411">
                <a:moveTo>
                  <a:pt x="3229" y="1899"/>
                </a:moveTo>
                <a:lnTo>
                  <a:pt x="807" y="148"/>
                </a:lnTo>
                <a:cubicBezTo>
                  <a:pt x="569" y="0"/>
                  <a:pt x="284" y="193"/>
                  <a:pt x="239" y="478"/>
                </a:cubicBezTo>
                <a:lnTo>
                  <a:pt x="0" y="3365"/>
                </a:lnTo>
                <a:cubicBezTo>
                  <a:pt x="0" y="3604"/>
                  <a:pt x="194" y="3752"/>
                  <a:pt x="432" y="3650"/>
                </a:cubicBezTo>
                <a:lnTo>
                  <a:pt x="3081" y="2513"/>
                </a:lnTo>
                <a:cubicBezTo>
                  <a:pt x="3320" y="2422"/>
                  <a:pt x="3411" y="2046"/>
                  <a:pt x="3229" y="1899"/>
                </a:cubicBezTo>
                <a:close/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60"/>
          <p:cNvSpPr/>
          <p:nvPr/>
        </p:nvSpPr>
        <p:spPr>
          <a:xfrm>
            <a:off x="238481" y="2048875"/>
            <a:ext cx="431628" cy="42"/>
          </a:xfrm>
          <a:custGeom>
            <a:rect b="b" l="l" r="r" t="t"/>
            <a:pathLst>
              <a:path extrusionOk="0" fill="none" h="1" w="10233">
                <a:moveTo>
                  <a:pt x="1" y="0"/>
                </a:moveTo>
                <a:lnTo>
                  <a:pt x="10233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0"/>
          <p:cNvSpPr/>
          <p:nvPr/>
        </p:nvSpPr>
        <p:spPr>
          <a:xfrm>
            <a:off x="7907395" y="1563059"/>
            <a:ext cx="267632" cy="42"/>
          </a:xfrm>
          <a:custGeom>
            <a:rect b="b" l="l" r="r" t="t"/>
            <a:pathLst>
              <a:path extrusionOk="0" fill="none" h="1" w="6345">
                <a:moveTo>
                  <a:pt x="1" y="1"/>
                </a:moveTo>
                <a:lnTo>
                  <a:pt x="6345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60"/>
          <p:cNvSpPr/>
          <p:nvPr/>
        </p:nvSpPr>
        <p:spPr>
          <a:xfrm>
            <a:off x="8239268" y="1563059"/>
            <a:ext cx="133837" cy="42"/>
          </a:xfrm>
          <a:custGeom>
            <a:rect b="b" l="l" r="r" t="t"/>
            <a:pathLst>
              <a:path extrusionOk="0" fill="none" h="1" w="3173">
                <a:moveTo>
                  <a:pt x="0" y="1"/>
                </a:moveTo>
                <a:lnTo>
                  <a:pt x="3172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0"/>
          <p:cNvSpPr/>
          <p:nvPr/>
        </p:nvSpPr>
        <p:spPr>
          <a:xfrm>
            <a:off x="3074073" y="290287"/>
            <a:ext cx="259955" cy="42"/>
          </a:xfrm>
          <a:custGeom>
            <a:rect b="b" l="l" r="r" t="t"/>
            <a:pathLst>
              <a:path extrusionOk="0" fill="none" h="1" w="6163">
                <a:moveTo>
                  <a:pt x="0" y="0"/>
                </a:moveTo>
                <a:lnTo>
                  <a:pt x="6162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0"/>
          <p:cNvSpPr/>
          <p:nvPr/>
        </p:nvSpPr>
        <p:spPr>
          <a:xfrm>
            <a:off x="1607601" y="84521"/>
            <a:ext cx="131897" cy="42"/>
          </a:xfrm>
          <a:custGeom>
            <a:rect b="b" l="l" r="r" t="t"/>
            <a:pathLst>
              <a:path extrusionOk="0" fill="none" h="1" w="3127">
                <a:moveTo>
                  <a:pt x="1" y="1"/>
                </a:moveTo>
                <a:lnTo>
                  <a:pt x="3127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0"/>
          <p:cNvSpPr/>
          <p:nvPr/>
        </p:nvSpPr>
        <p:spPr>
          <a:xfrm>
            <a:off x="524292" y="2150535"/>
            <a:ext cx="208158" cy="42"/>
          </a:xfrm>
          <a:custGeom>
            <a:rect b="b" l="l" r="r" t="t"/>
            <a:pathLst>
              <a:path extrusionOk="0" fill="none" h="1" w="4935">
                <a:moveTo>
                  <a:pt x="1" y="1"/>
                </a:moveTo>
                <a:lnTo>
                  <a:pt x="4935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0"/>
          <p:cNvSpPr/>
          <p:nvPr/>
        </p:nvSpPr>
        <p:spPr>
          <a:xfrm>
            <a:off x="1094018" y="318085"/>
            <a:ext cx="42" cy="83985"/>
          </a:xfrm>
          <a:custGeom>
            <a:rect b="b" l="l" r="r" t="t"/>
            <a:pathLst>
              <a:path extrusionOk="0" fill="none" h="1991" w="1">
                <a:moveTo>
                  <a:pt x="0" y="1"/>
                </a:moveTo>
                <a:lnTo>
                  <a:pt x="0" y="199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0"/>
          <p:cNvSpPr/>
          <p:nvPr/>
        </p:nvSpPr>
        <p:spPr>
          <a:xfrm>
            <a:off x="1051796" y="360310"/>
            <a:ext cx="85878" cy="42"/>
          </a:xfrm>
          <a:custGeom>
            <a:rect b="b" l="l" r="r" t="t"/>
            <a:pathLst>
              <a:path extrusionOk="0" fill="none" h="1" w="2036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0"/>
          <p:cNvSpPr/>
          <p:nvPr/>
        </p:nvSpPr>
        <p:spPr>
          <a:xfrm>
            <a:off x="1051796" y="360310"/>
            <a:ext cx="85878" cy="42"/>
          </a:xfrm>
          <a:custGeom>
            <a:rect b="b" l="l" r="r" t="t"/>
            <a:pathLst>
              <a:path extrusionOk="0" fill="none" h="1" w="2036">
                <a:moveTo>
                  <a:pt x="2036" y="0"/>
                </a:moveTo>
                <a:lnTo>
                  <a:pt x="1" y="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0"/>
          <p:cNvSpPr/>
          <p:nvPr/>
        </p:nvSpPr>
        <p:spPr>
          <a:xfrm>
            <a:off x="8574936" y="1153510"/>
            <a:ext cx="42" cy="83985"/>
          </a:xfrm>
          <a:custGeom>
            <a:rect b="b" l="l" r="r" t="t"/>
            <a:pathLst>
              <a:path extrusionOk="0" fill="none" h="1991" w="1">
                <a:moveTo>
                  <a:pt x="1" y="0"/>
                </a:moveTo>
                <a:lnTo>
                  <a:pt x="1" y="1990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2" name="Google Shape;1042;p60"/>
          <p:cNvSpPr/>
          <p:nvPr/>
        </p:nvSpPr>
        <p:spPr>
          <a:xfrm>
            <a:off x="8530816" y="1195228"/>
            <a:ext cx="85878" cy="42"/>
          </a:xfrm>
          <a:custGeom>
            <a:rect b="b" l="l" r="r" t="t"/>
            <a:pathLst>
              <a:path extrusionOk="0" fill="none" h="1" w="2036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3" name="Google Shape;1043;p60"/>
          <p:cNvSpPr/>
          <p:nvPr/>
        </p:nvSpPr>
        <p:spPr>
          <a:xfrm>
            <a:off x="8530816" y="1195228"/>
            <a:ext cx="85878" cy="42"/>
          </a:xfrm>
          <a:custGeom>
            <a:rect b="b" l="l" r="r" t="t"/>
            <a:pathLst>
              <a:path extrusionOk="0" fill="none" h="1" w="2036">
                <a:moveTo>
                  <a:pt x="2036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4" name="Google Shape;1044;p60"/>
          <p:cNvSpPr/>
          <p:nvPr/>
        </p:nvSpPr>
        <p:spPr>
          <a:xfrm>
            <a:off x="3723350" y="3243484"/>
            <a:ext cx="42" cy="64328"/>
          </a:xfrm>
          <a:custGeom>
            <a:rect b="b" l="l" r="r" t="t"/>
            <a:pathLst>
              <a:path extrusionOk="0" fill="none" h="1525" w="1">
                <a:moveTo>
                  <a:pt x="1" y="1"/>
                </a:moveTo>
                <a:lnTo>
                  <a:pt x="1" y="1524"/>
                </a:lnTo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5" name="Google Shape;1045;p60"/>
          <p:cNvSpPr/>
          <p:nvPr/>
        </p:nvSpPr>
        <p:spPr>
          <a:xfrm>
            <a:off x="3691251" y="3275627"/>
            <a:ext cx="66223" cy="42"/>
          </a:xfrm>
          <a:custGeom>
            <a:rect b="b" l="l" r="r" t="t"/>
            <a:pathLst>
              <a:path extrusionOk="0" fill="none" h="1" w="157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6" name="Google Shape;1046;p60"/>
          <p:cNvSpPr/>
          <p:nvPr/>
        </p:nvSpPr>
        <p:spPr>
          <a:xfrm>
            <a:off x="2946015" y="4536419"/>
            <a:ext cx="42" cy="63822"/>
          </a:xfrm>
          <a:custGeom>
            <a:rect b="b" l="l" r="r" t="t"/>
            <a:pathLst>
              <a:path extrusionOk="0" fill="none" h="1513" w="1">
                <a:moveTo>
                  <a:pt x="1" y="1"/>
                </a:moveTo>
                <a:lnTo>
                  <a:pt x="1" y="1513"/>
                </a:lnTo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7" name="Google Shape;1047;p60"/>
          <p:cNvSpPr/>
          <p:nvPr/>
        </p:nvSpPr>
        <p:spPr>
          <a:xfrm>
            <a:off x="2911976" y="4568563"/>
            <a:ext cx="66223" cy="42"/>
          </a:xfrm>
          <a:custGeom>
            <a:rect b="b" l="l" r="r" t="t"/>
            <a:pathLst>
              <a:path extrusionOk="0" fill="none" h="1" w="1570">
                <a:moveTo>
                  <a:pt x="1569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0"/>
          <p:cNvSpPr/>
          <p:nvPr/>
        </p:nvSpPr>
        <p:spPr>
          <a:xfrm>
            <a:off x="6013218" y="4588220"/>
            <a:ext cx="59980" cy="62388"/>
          </a:xfrm>
          <a:custGeom>
            <a:rect b="b" l="l" r="r" t="t"/>
            <a:pathLst>
              <a:path extrusionOk="0" fill="none" h="1479" w="1422">
                <a:moveTo>
                  <a:pt x="1421" y="717"/>
                </a:moveTo>
                <a:cubicBezTo>
                  <a:pt x="1421" y="1137"/>
                  <a:pt x="1137" y="1478"/>
                  <a:pt x="716" y="1478"/>
                </a:cubicBezTo>
                <a:cubicBezTo>
                  <a:pt x="330" y="1478"/>
                  <a:pt x="0" y="1137"/>
                  <a:pt x="0" y="717"/>
                </a:cubicBezTo>
                <a:cubicBezTo>
                  <a:pt x="0" y="342"/>
                  <a:pt x="330" y="0"/>
                  <a:pt x="716" y="0"/>
                </a:cubicBezTo>
                <a:cubicBezTo>
                  <a:pt x="1137" y="0"/>
                  <a:pt x="1421" y="342"/>
                  <a:pt x="1421" y="717"/>
                </a:cubicBezTo>
                <a:close/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9" name="Google Shape;1049;p60"/>
          <p:cNvSpPr/>
          <p:nvPr/>
        </p:nvSpPr>
        <p:spPr>
          <a:xfrm>
            <a:off x="2080903" y="1701165"/>
            <a:ext cx="70061" cy="42"/>
          </a:xfrm>
          <a:custGeom>
            <a:rect b="b" l="l" r="r" t="t"/>
            <a:pathLst>
              <a:path extrusionOk="0" fill="none" h="1" w="1661">
                <a:moveTo>
                  <a:pt x="1" y="1"/>
                </a:moveTo>
                <a:lnTo>
                  <a:pt x="166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0"/>
          <p:cNvSpPr/>
          <p:nvPr/>
        </p:nvSpPr>
        <p:spPr>
          <a:xfrm>
            <a:off x="1805172" y="1824928"/>
            <a:ext cx="42" cy="46063"/>
          </a:xfrm>
          <a:custGeom>
            <a:rect b="b" l="l" r="r" t="t"/>
            <a:pathLst>
              <a:path extrusionOk="0" fill="none" h="1092" w="1">
                <a:moveTo>
                  <a:pt x="1" y="0"/>
                </a:moveTo>
                <a:lnTo>
                  <a:pt x="1" y="1092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0"/>
          <p:cNvSpPr/>
          <p:nvPr/>
        </p:nvSpPr>
        <p:spPr>
          <a:xfrm>
            <a:off x="1783112" y="1848888"/>
            <a:ext cx="46103" cy="42"/>
          </a:xfrm>
          <a:custGeom>
            <a:rect b="b" l="l" r="r" t="t"/>
            <a:pathLst>
              <a:path extrusionOk="0" fill="none" h="1" w="1093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0"/>
          <p:cNvSpPr/>
          <p:nvPr/>
        </p:nvSpPr>
        <p:spPr>
          <a:xfrm>
            <a:off x="1783112" y="1848888"/>
            <a:ext cx="46103" cy="42"/>
          </a:xfrm>
          <a:custGeom>
            <a:rect b="b" l="l" r="r" t="t"/>
            <a:pathLst>
              <a:path extrusionOk="0" fill="none" h="1" w="1093">
                <a:moveTo>
                  <a:pt x="1092" y="1"/>
                </a:moveTo>
                <a:lnTo>
                  <a:pt x="1" y="1"/>
                </a:lnTo>
              </a:path>
            </a:pathLst>
          </a:custGeom>
          <a:noFill/>
          <a:ln cap="rnd" cmpd="sng" w="9525">
            <a:solidFill>
              <a:srgbClr val="B8C7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0"/>
          <p:cNvSpPr/>
          <p:nvPr/>
        </p:nvSpPr>
        <p:spPr>
          <a:xfrm>
            <a:off x="2614649" y="2816303"/>
            <a:ext cx="63818" cy="20205"/>
          </a:xfrm>
          <a:custGeom>
            <a:rect b="b" l="l" r="r" t="t"/>
            <a:pathLst>
              <a:path extrusionOk="0" fill="none" h="479" w="1513">
                <a:moveTo>
                  <a:pt x="1" y="478"/>
                </a:moveTo>
                <a:cubicBezTo>
                  <a:pt x="421" y="46"/>
                  <a:pt x="990" y="1"/>
                  <a:pt x="1513" y="1"/>
                </a:cubicBezTo>
              </a:path>
            </a:pathLst>
          </a:custGeom>
          <a:noFill/>
          <a:ln cap="flat" cmpd="sng" w="9525">
            <a:solidFill>
              <a:srgbClr val="C56047"/>
            </a:solidFill>
            <a:prstDash val="solid"/>
            <a:miter lim="11369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0"/>
          <p:cNvSpPr txBox="1"/>
          <p:nvPr/>
        </p:nvSpPr>
        <p:spPr>
          <a:xfrm>
            <a:off x="3072000" y="3200400"/>
            <a:ext cx="3000000" cy="9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i="0" lang="en" sz="1200" u="none" cap="none" strike="noStrik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i="0" lang="en" sz="1200" u="none" cap="none" strike="noStrike">
                <a:solidFill>
                  <a:srgbClr val="23385C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none" cap="none" strike="noStrike">
                <a:solidFill>
                  <a:srgbClr val="23385C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5" name="Google Shape;1055;p60"/>
          <p:cNvSpPr/>
          <p:nvPr/>
        </p:nvSpPr>
        <p:spPr>
          <a:xfrm flipH="1">
            <a:off x="7056175" y="158600"/>
            <a:ext cx="2707200" cy="675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0"/>
          <p:cNvSpPr/>
          <p:nvPr/>
        </p:nvSpPr>
        <p:spPr>
          <a:xfrm flipH="1">
            <a:off x="-464575" y="938650"/>
            <a:ext cx="2293800" cy="6753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0"/>
          <p:cNvSpPr/>
          <p:nvPr/>
        </p:nvSpPr>
        <p:spPr>
          <a:xfrm flipH="1">
            <a:off x="334575" y="4932025"/>
            <a:ext cx="3323100" cy="6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8" name="Google Shape;1058;p60"/>
          <p:cNvSpPr/>
          <p:nvPr/>
        </p:nvSpPr>
        <p:spPr>
          <a:xfrm flipH="1">
            <a:off x="5363775" y="4932025"/>
            <a:ext cx="3323100" cy="669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60"/>
          <p:cNvSpPr txBox="1"/>
          <p:nvPr>
            <p:ph idx="1" type="subTitle"/>
          </p:nvPr>
        </p:nvSpPr>
        <p:spPr>
          <a:xfrm>
            <a:off x="2314575" y="1608233"/>
            <a:ext cx="45435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400">
                <a:solidFill>
                  <a:schemeClr val="accent6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060" name="Google Shape;1060;p60"/>
          <p:cNvSpPr txBox="1"/>
          <p:nvPr>
            <p:ph type="title"/>
          </p:nvPr>
        </p:nvSpPr>
        <p:spPr>
          <a:xfrm>
            <a:off x="2276400" y="826025"/>
            <a:ext cx="459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omfortaa"/>
              <a:buNone/>
              <a:defRPr b="1" sz="3000">
                <a:latin typeface="Comfortaa"/>
                <a:ea typeface="Comfortaa"/>
                <a:cs typeface="Comfortaa"/>
                <a:sym typeface="Comforta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1"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61"/>
          <p:cNvSpPr/>
          <p:nvPr/>
        </p:nvSpPr>
        <p:spPr>
          <a:xfrm flipH="1" rot="10800000">
            <a:off x="7918898" y="4118886"/>
            <a:ext cx="49" cy="64036"/>
          </a:xfrm>
          <a:custGeom>
            <a:rect b="b" l="l" r="r" t="t"/>
            <a:pathLst>
              <a:path extrusionOk="0" fill="none" h="1320" w="1">
                <a:moveTo>
                  <a:pt x="1" y="0"/>
                </a:moveTo>
                <a:lnTo>
                  <a:pt x="1" y="1319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3" name="Google Shape;1063;p61"/>
          <p:cNvSpPr/>
          <p:nvPr/>
        </p:nvSpPr>
        <p:spPr>
          <a:xfrm flipH="1" rot="10800000">
            <a:off x="8882878" y="1863923"/>
            <a:ext cx="49" cy="36142"/>
          </a:xfrm>
          <a:custGeom>
            <a:rect b="b" l="l" r="r" t="t"/>
            <a:pathLst>
              <a:path extrusionOk="0" fill="none" h="745" w="1">
                <a:moveTo>
                  <a:pt x="0" y="1"/>
                </a:moveTo>
                <a:lnTo>
                  <a:pt x="0" y="744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1"/>
          <p:cNvSpPr/>
          <p:nvPr/>
        </p:nvSpPr>
        <p:spPr>
          <a:xfrm flipH="1" rot="10800000">
            <a:off x="8864589" y="1882213"/>
            <a:ext cx="38034" cy="49"/>
          </a:xfrm>
          <a:custGeom>
            <a:rect b="b" l="l" r="r" t="t"/>
            <a:pathLst>
              <a:path extrusionOk="0" fill="none" h="1" w="784">
                <a:moveTo>
                  <a:pt x="784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5" name="Google Shape;1065;p61"/>
          <p:cNvSpPr/>
          <p:nvPr/>
        </p:nvSpPr>
        <p:spPr>
          <a:xfrm flipH="1" rot="10800000">
            <a:off x="298332" y="4724471"/>
            <a:ext cx="49" cy="65928"/>
          </a:xfrm>
          <a:custGeom>
            <a:rect b="b" l="l" r="r" t="t"/>
            <a:pathLst>
              <a:path extrusionOk="0" fill="none" h="1359" w="1">
                <a:moveTo>
                  <a:pt x="1" y="0"/>
                </a:moveTo>
                <a:lnTo>
                  <a:pt x="1" y="1359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1"/>
          <p:cNvSpPr/>
          <p:nvPr/>
        </p:nvSpPr>
        <p:spPr>
          <a:xfrm flipH="1" rot="10800000">
            <a:off x="266121" y="4756684"/>
            <a:ext cx="63988" cy="49"/>
          </a:xfrm>
          <a:custGeom>
            <a:rect b="b" l="l" r="r" t="t"/>
            <a:pathLst>
              <a:path extrusionOk="0" fill="none" h="1" w="1319">
                <a:moveTo>
                  <a:pt x="1319" y="1"/>
                </a:moveTo>
                <a:lnTo>
                  <a:pt x="0" y="1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1"/>
          <p:cNvSpPr/>
          <p:nvPr/>
        </p:nvSpPr>
        <p:spPr>
          <a:xfrm flipH="1" rot="10800000">
            <a:off x="8866530" y="2555650"/>
            <a:ext cx="34201" cy="36093"/>
          </a:xfrm>
          <a:custGeom>
            <a:rect b="b" l="l" r="r" t="t"/>
            <a:pathLst>
              <a:path extrusionOk="0" fill="none" h="744" w="705">
                <a:moveTo>
                  <a:pt x="704" y="377"/>
                </a:moveTo>
                <a:cubicBezTo>
                  <a:pt x="704" y="575"/>
                  <a:pt x="545" y="744"/>
                  <a:pt x="337" y="744"/>
                </a:cubicBezTo>
                <a:cubicBezTo>
                  <a:pt x="129" y="744"/>
                  <a:pt x="0" y="575"/>
                  <a:pt x="0" y="377"/>
                </a:cubicBezTo>
                <a:cubicBezTo>
                  <a:pt x="0" y="169"/>
                  <a:pt x="129" y="0"/>
                  <a:pt x="337" y="0"/>
                </a:cubicBezTo>
                <a:cubicBezTo>
                  <a:pt x="545" y="0"/>
                  <a:pt x="704" y="169"/>
                  <a:pt x="704" y="377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1"/>
          <p:cNvSpPr/>
          <p:nvPr/>
        </p:nvSpPr>
        <p:spPr>
          <a:xfrm flipH="1" rot="10800000">
            <a:off x="645606" y="3401211"/>
            <a:ext cx="60204" cy="62096"/>
          </a:xfrm>
          <a:custGeom>
            <a:rect b="b" l="l" r="r" t="t"/>
            <a:pathLst>
              <a:path extrusionOk="0" fill="none" h="1280" w="1241">
                <a:moveTo>
                  <a:pt x="1240" y="655"/>
                </a:moveTo>
                <a:cubicBezTo>
                  <a:pt x="1240" y="992"/>
                  <a:pt x="992" y="1279"/>
                  <a:pt x="616" y="1279"/>
                </a:cubicBezTo>
                <a:cubicBezTo>
                  <a:pt x="288" y="1279"/>
                  <a:pt x="1" y="992"/>
                  <a:pt x="1" y="655"/>
                </a:cubicBezTo>
                <a:cubicBezTo>
                  <a:pt x="1" y="288"/>
                  <a:pt x="288" y="0"/>
                  <a:pt x="616" y="0"/>
                </a:cubicBezTo>
                <a:cubicBezTo>
                  <a:pt x="992" y="0"/>
                  <a:pt x="1240" y="288"/>
                  <a:pt x="1240" y="655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1"/>
          <p:cNvSpPr/>
          <p:nvPr/>
        </p:nvSpPr>
        <p:spPr>
          <a:xfrm flipH="1" rot="10800000">
            <a:off x="465139" y="4080903"/>
            <a:ext cx="348805" cy="49"/>
          </a:xfrm>
          <a:custGeom>
            <a:rect b="b" l="l" r="r" t="t"/>
            <a:pathLst>
              <a:path extrusionOk="0" fill="none" h="1" w="7190">
                <a:moveTo>
                  <a:pt x="1" y="0"/>
                </a:moveTo>
                <a:lnTo>
                  <a:pt x="719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1"/>
          <p:cNvSpPr/>
          <p:nvPr/>
        </p:nvSpPr>
        <p:spPr>
          <a:xfrm flipH="1" rot="10800000">
            <a:off x="8245486" y="3178651"/>
            <a:ext cx="254497" cy="49"/>
          </a:xfrm>
          <a:custGeom>
            <a:rect b="b" l="l" r="r" t="t"/>
            <a:pathLst>
              <a:path extrusionOk="0" fill="none" h="1" w="5246">
                <a:moveTo>
                  <a:pt x="0" y="1"/>
                </a:moveTo>
                <a:lnTo>
                  <a:pt x="5245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1"/>
          <p:cNvSpPr/>
          <p:nvPr/>
        </p:nvSpPr>
        <p:spPr>
          <a:xfrm flipH="1" rot="10800000">
            <a:off x="8698145" y="1144836"/>
            <a:ext cx="34201" cy="36142"/>
          </a:xfrm>
          <a:custGeom>
            <a:rect b="b" l="l" r="r" t="t"/>
            <a:pathLst>
              <a:path extrusionOk="0" fill="none" h="745" w="705">
                <a:moveTo>
                  <a:pt x="705" y="378"/>
                </a:moveTo>
                <a:cubicBezTo>
                  <a:pt x="705" y="586"/>
                  <a:pt x="546" y="745"/>
                  <a:pt x="338" y="745"/>
                </a:cubicBezTo>
                <a:cubicBezTo>
                  <a:pt x="130" y="745"/>
                  <a:pt x="1" y="586"/>
                  <a:pt x="1" y="378"/>
                </a:cubicBezTo>
                <a:cubicBezTo>
                  <a:pt x="1" y="170"/>
                  <a:pt x="130" y="1"/>
                  <a:pt x="338" y="1"/>
                </a:cubicBezTo>
                <a:cubicBezTo>
                  <a:pt x="546" y="1"/>
                  <a:pt x="705" y="170"/>
                  <a:pt x="705" y="378"/>
                </a:cubicBezTo>
                <a:close/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1"/>
          <p:cNvSpPr/>
          <p:nvPr/>
        </p:nvSpPr>
        <p:spPr>
          <a:xfrm flipH="1" rot="10800000">
            <a:off x="751845" y="2180946"/>
            <a:ext cx="60156" cy="62096"/>
          </a:xfrm>
          <a:custGeom>
            <a:rect b="b" l="l" r="r" t="t"/>
            <a:pathLst>
              <a:path extrusionOk="0" fill="none" h="1280" w="1240">
                <a:moveTo>
                  <a:pt x="1240" y="665"/>
                </a:moveTo>
                <a:cubicBezTo>
                  <a:pt x="1240" y="992"/>
                  <a:pt x="992" y="1280"/>
                  <a:pt x="615" y="1280"/>
                </a:cubicBezTo>
                <a:cubicBezTo>
                  <a:pt x="288" y="1280"/>
                  <a:pt x="0" y="992"/>
                  <a:pt x="0" y="665"/>
                </a:cubicBezTo>
                <a:cubicBezTo>
                  <a:pt x="0" y="288"/>
                  <a:pt x="288" y="1"/>
                  <a:pt x="615" y="1"/>
                </a:cubicBezTo>
                <a:cubicBezTo>
                  <a:pt x="992" y="1"/>
                  <a:pt x="1240" y="288"/>
                  <a:pt x="1240" y="665"/>
                </a:cubicBezTo>
                <a:close/>
              </a:path>
            </a:pathLst>
          </a:custGeom>
          <a:noFill/>
          <a:ln cap="flat" cmpd="sng" w="9525">
            <a:solidFill>
              <a:srgbClr val="E8ECF8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1"/>
          <p:cNvSpPr/>
          <p:nvPr/>
        </p:nvSpPr>
        <p:spPr>
          <a:xfrm flipH="1" rot="10800000">
            <a:off x="296803" y="2669604"/>
            <a:ext cx="348805" cy="49"/>
          </a:xfrm>
          <a:custGeom>
            <a:rect b="b" l="l" r="r" t="t"/>
            <a:pathLst>
              <a:path extrusionOk="0" fill="none" h="1" w="7190">
                <a:moveTo>
                  <a:pt x="1" y="0"/>
                </a:moveTo>
                <a:lnTo>
                  <a:pt x="7189" y="0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61"/>
          <p:cNvSpPr/>
          <p:nvPr/>
        </p:nvSpPr>
        <p:spPr>
          <a:xfrm flipH="1" rot="10800000">
            <a:off x="7864565" y="1825939"/>
            <a:ext cx="168387" cy="49"/>
          </a:xfrm>
          <a:custGeom>
            <a:rect b="b" l="l" r="r" t="t"/>
            <a:pathLst>
              <a:path extrusionOk="0" fill="none" h="1" w="3471">
                <a:moveTo>
                  <a:pt x="1" y="0"/>
                </a:moveTo>
                <a:lnTo>
                  <a:pt x="3471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61"/>
          <p:cNvSpPr/>
          <p:nvPr/>
        </p:nvSpPr>
        <p:spPr>
          <a:xfrm flipH="1" rot="10800000">
            <a:off x="1236721" y="760042"/>
            <a:ext cx="49" cy="65928"/>
          </a:xfrm>
          <a:custGeom>
            <a:rect b="b" l="l" r="r" t="t"/>
            <a:pathLst>
              <a:path extrusionOk="0" fill="none" h="1359" w="1">
                <a:moveTo>
                  <a:pt x="0" y="0"/>
                </a:moveTo>
                <a:lnTo>
                  <a:pt x="0" y="135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6" name="Google Shape;1076;p61"/>
          <p:cNvSpPr/>
          <p:nvPr/>
        </p:nvSpPr>
        <p:spPr>
          <a:xfrm flipH="1" rot="10800000">
            <a:off x="1204461" y="793710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7" name="Google Shape;1077;p61"/>
          <p:cNvSpPr/>
          <p:nvPr/>
        </p:nvSpPr>
        <p:spPr>
          <a:xfrm flipH="1" rot="10800000">
            <a:off x="7698120" y="513264"/>
            <a:ext cx="60204" cy="62096"/>
          </a:xfrm>
          <a:custGeom>
            <a:rect b="b" l="l" r="r" t="t"/>
            <a:pathLst>
              <a:path extrusionOk="0" fill="none" h="1280" w="1241">
                <a:moveTo>
                  <a:pt x="1240" y="615"/>
                </a:moveTo>
                <a:cubicBezTo>
                  <a:pt x="1240" y="992"/>
                  <a:pt x="992" y="1279"/>
                  <a:pt x="62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25" y="0"/>
                </a:cubicBezTo>
                <a:cubicBezTo>
                  <a:pt x="992" y="0"/>
                  <a:pt x="1240" y="288"/>
                  <a:pt x="1240" y="615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8" name="Google Shape;1078;p61"/>
          <p:cNvSpPr/>
          <p:nvPr/>
        </p:nvSpPr>
        <p:spPr>
          <a:xfrm flipH="1" rot="10800000">
            <a:off x="7742412" y="78454"/>
            <a:ext cx="49" cy="63988"/>
          </a:xfrm>
          <a:custGeom>
            <a:rect b="b" l="l" r="r" t="t"/>
            <a:pathLst>
              <a:path extrusionOk="0" fill="none" h="1319" w="1">
                <a:moveTo>
                  <a:pt x="0" y="0"/>
                </a:moveTo>
                <a:lnTo>
                  <a:pt x="0" y="1319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9" name="Google Shape;1079;p61"/>
          <p:cNvSpPr/>
          <p:nvPr/>
        </p:nvSpPr>
        <p:spPr>
          <a:xfrm flipH="1" rot="10800000">
            <a:off x="7710151" y="110667"/>
            <a:ext cx="64522" cy="49"/>
          </a:xfrm>
          <a:custGeom>
            <a:rect b="b" l="l" r="r" t="t"/>
            <a:pathLst>
              <a:path extrusionOk="0" fill="none" h="1" w="1330">
                <a:moveTo>
                  <a:pt x="1329" y="1"/>
                </a:moveTo>
                <a:lnTo>
                  <a:pt x="1" y="1"/>
                </a:lnTo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1"/>
          <p:cNvSpPr/>
          <p:nvPr/>
        </p:nvSpPr>
        <p:spPr>
          <a:xfrm flipH="1" rot="10800000">
            <a:off x="8499974" y="805740"/>
            <a:ext cx="60204" cy="62581"/>
          </a:xfrm>
          <a:custGeom>
            <a:rect b="b" l="l" r="r" t="t"/>
            <a:pathLst>
              <a:path extrusionOk="0" fill="none" h="1290" w="1241">
                <a:moveTo>
                  <a:pt x="1240" y="626"/>
                </a:moveTo>
                <a:cubicBezTo>
                  <a:pt x="1240" y="992"/>
                  <a:pt x="992" y="1290"/>
                  <a:pt x="615" y="1290"/>
                </a:cubicBezTo>
                <a:cubicBezTo>
                  <a:pt x="288" y="1290"/>
                  <a:pt x="1" y="992"/>
                  <a:pt x="1" y="626"/>
                </a:cubicBezTo>
                <a:cubicBezTo>
                  <a:pt x="1" y="298"/>
                  <a:pt x="288" y="1"/>
                  <a:pt x="615" y="1"/>
                </a:cubicBezTo>
                <a:cubicBezTo>
                  <a:pt x="992" y="1"/>
                  <a:pt x="1240" y="298"/>
                  <a:pt x="1240" y="626"/>
                </a:cubicBezTo>
                <a:close/>
              </a:path>
            </a:pathLst>
          </a:custGeom>
          <a:noFill/>
          <a:ln cap="flat" cmpd="sng" w="9525">
            <a:solidFill>
              <a:srgbClr val="4B54A1"/>
            </a:solidFill>
            <a:prstDash val="solid"/>
            <a:miter lim="9915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61"/>
          <p:cNvSpPr/>
          <p:nvPr/>
        </p:nvSpPr>
        <p:spPr>
          <a:xfrm flipH="1" rot="10800000">
            <a:off x="8880938" y="1380990"/>
            <a:ext cx="62096" cy="62096"/>
          </a:xfrm>
          <a:custGeom>
            <a:rect b="b" l="l" r="r" t="t"/>
            <a:pathLst>
              <a:path extrusionOk="0" fill="none" h="1280" w="1280">
                <a:moveTo>
                  <a:pt x="1280" y="615"/>
                </a:moveTo>
                <a:cubicBezTo>
                  <a:pt x="1280" y="992"/>
                  <a:pt x="992" y="1279"/>
                  <a:pt x="655" y="1279"/>
                </a:cubicBezTo>
                <a:cubicBezTo>
                  <a:pt x="288" y="1279"/>
                  <a:pt x="1" y="992"/>
                  <a:pt x="1" y="615"/>
                </a:cubicBezTo>
                <a:cubicBezTo>
                  <a:pt x="1" y="288"/>
                  <a:pt x="288" y="0"/>
                  <a:pt x="655" y="0"/>
                </a:cubicBezTo>
                <a:cubicBezTo>
                  <a:pt x="992" y="0"/>
                  <a:pt x="1280" y="288"/>
                  <a:pt x="1280" y="615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1"/>
          <p:cNvSpPr/>
          <p:nvPr/>
        </p:nvSpPr>
        <p:spPr>
          <a:xfrm flipH="1" rot="10800000">
            <a:off x="204436" y="1465206"/>
            <a:ext cx="62096" cy="62096"/>
          </a:xfrm>
          <a:custGeom>
            <a:rect b="b" l="l" r="r" t="t"/>
            <a:pathLst>
              <a:path extrusionOk="0" fill="none" h="1280" w="1280">
                <a:moveTo>
                  <a:pt x="1280" y="616"/>
                </a:moveTo>
                <a:cubicBezTo>
                  <a:pt x="1280" y="992"/>
                  <a:pt x="992" y="1280"/>
                  <a:pt x="625" y="1280"/>
                </a:cubicBezTo>
                <a:cubicBezTo>
                  <a:pt x="288" y="1280"/>
                  <a:pt x="1" y="992"/>
                  <a:pt x="1" y="616"/>
                </a:cubicBezTo>
                <a:cubicBezTo>
                  <a:pt x="1" y="288"/>
                  <a:pt x="288" y="1"/>
                  <a:pt x="625" y="1"/>
                </a:cubicBezTo>
                <a:cubicBezTo>
                  <a:pt x="992" y="1"/>
                  <a:pt x="1280" y="288"/>
                  <a:pt x="1280" y="616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1"/>
          <p:cNvSpPr/>
          <p:nvPr/>
        </p:nvSpPr>
        <p:spPr>
          <a:xfrm flipH="1" rot="10800000">
            <a:off x="8541840" y="1581587"/>
            <a:ext cx="236692" cy="49"/>
          </a:xfrm>
          <a:custGeom>
            <a:rect b="b" l="l" r="r" t="t"/>
            <a:pathLst>
              <a:path extrusionOk="0" fill="none" h="1" w="4879">
                <a:moveTo>
                  <a:pt x="4879" y="0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1"/>
          <p:cNvSpPr/>
          <p:nvPr/>
        </p:nvSpPr>
        <p:spPr>
          <a:xfrm flipH="1" rot="10800000">
            <a:off x="8639425" y="4924745"/>
            <a:ext cx="62096" cy="60156"/>
          </a:xfrm>
          <a:custGeom>
            <a:rect b="b" l="l" r="r" t="t"/>
            <a:pathLst>
              <a:path extrusionOk="0" fill="none" h="1240" w="1280">
                <a:moveTo>
                  <a:pt x="1280" y="625"/>
                </a:moveTo>
                <a:cubicBezTo>
                  <a:pt x="1280" y="992"/>
                  <a:pt x="992" y="1240"/>
                  <a:pt x="626" y="1240"/>
                </a:cubicBezTo>
                <a:cubicBezTo>
                  <a:pt x="288" y="1240"/>
                  <a:pt x="1" y="992"/>
                  <a:pt x="1" y="625"/>
                </a:cubicBezTo>
                <a:cubicBezTo>
                  <a:pt x="1" y="288"/>
                  <a:pt x="288" y="1"/>
                  <a:pt x="626" y="1"/>
                </a:cubicBezTo>
                <a:cubicBezTo>
                  <a:pt x="992" y="1"/>
                  <a:pt x="1280" y="288"/>
                  <a:pt x="1280" y="625"/>
                </a:cubicBezTo>
                <a:close/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1"/>
          <p:cNvSpPr/>
          <p:nvPr/>
        </p:nvSpPr>
        <p:spPr>
          <a:xfrm flipH="1" rot="10800000">
            <a:off x="8678449" y="4086676"/>
            <a:ext cx="254497" cy="49"/>
          </a:xfrm>
          <a:custGeom>
            <a:rect b="b" l="l" r="r" t="t"/>
            <a:pathLst>
              <a:path extrusionOk="0" fill="none" h="1" w="5246">
                <a:moveTo>
                  <a:pt x="0" y="0"/>
                </a:moveTo>
                <a:lnTo>
                  <a:pt x="5245" y="0"/>
                </a:lnTo>
              </a:path>
            </a:pathLst>
          </a:custGeom>
          <a:noFill/>
          <a:ln cap="flat" cmpd="sng" w="9525">
            <a:solidFill>
              <a:srgbClr val="B9CA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1"/>
          <p:cNvSpPr/>
          <p:nvPr/>
        </p:nvSpPr>
        <p:spPr>
          <a:xfrm flipH="1" rot="10800000">
            <a:off x="4236550" y="482752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1"/>
          <p:cNvSpPr/>
          <p:nvPr/>
        </p:nvSpPr>
        <p:spPr>
          <a:xfrm flipH="1" rot="10800000">
            <a:off x="-3354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88" name="Google Shape;1088;p61"/>
          <p:cNvGrpSpPr/>
          <p:nvPr/>
        </p:nvGrpSpPr>
        <p:grpSpPr>
          <a:xfrm flipH="1">
            <a:off x="7545770" y="3928755"/>
            <a:ext cx="1086673" cy="897677"/>
            <a:chOff x="6101758" y="2859784"/>
            <a:chExt cx="1222079" cy="1009533"/>
          </a:xfrm>
        </p:grpSpPr>
        <p:sp>
          <p:nvSpPr>
            <p:cNvPr id="1089" name="Google Shape;1089;p61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61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61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61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61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61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61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61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61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61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2">
    <p:spTree>
      <p:nvGrpSpPr>
        <p:cNvPr id="1099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0" name="Google Shape;1100;p62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01" name="Google Shape;1101;p62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62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62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62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62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62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62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62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62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62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62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62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62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62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62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62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62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62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62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62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62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62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62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4" name="Google Shape;1124;p62"/>
          <p:cNvSpPr/>
          <p:nvPr/>
        </p:nvSpPr>
        <p:spPr>
          <a:xfrm flipH="1">
            <a:off x="7356334" y="792847"/>
            <a:ext cx="1891500" cy="5601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5" name="Google Shape;1125;p62"/>
          <p:cNvSpPr/>
          <p:nvPr/>
        </p:nvSpPr>
        <p:spPr>
          <a:xfrm>
            <a:off x="680434" y="4932025"/>
            <a:ext cx="7255800" cy="669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6" name="Google Shape;1126;p62"/>
          <p:cNvGrpSpPr/>
          <p:nvPr/>
        </p:nvGrpSpPr>
        <p:grpSpPr>
          <a:xfrm flipH="1">
            <a:off x="7737387" y="58110"/>
            <a:ext cx="889429" cy="734738"/>
            <a:chOff x="6101758" y="2859784"/>
            <a:chExt cx="1222079" cy="1009533"/>
          </a:xfrm>
        </p:grpSpPr>
        <p:sp>
          <p:nvSpPr>
            <p:cNvPr id="1127" name="Google Shape;1127;p62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62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62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62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62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62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62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62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62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62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3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63"/>
          <p:cNvGrpSpPr/>
          <p:nvPr/>
        </p:nvGrpSpPr>
        <p:grpSpPr>
          <a:xfrm flipH="1">
            <a:off x="99224" y="176149"/>
            <a:ext cx="8738598" cy="4906447"/>
            <a:chOff x="204436" y="176149"/>
            <a:chExt cx="8738598" cy="4906447"/>
          </a:xfrm>
        </p:grpSpPr>
        <p:sp>
          <p:nvSpPr>
            <p:cNvPr id="1139" name="Google Shape;1139;p63"/>
            <p:cNvSpPr/>
            <p:nvPr/>
          </p:nvSpPr>
          <p:spPr>
            <a:xfrm>
              <a:off x="8882878" y="3260985"/>
              <a:ext cx="49" cy="36142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63"/>
            <p:cNvSpPr/>
            <p:nvPr/>
          </p:nvSpPr>
          <p:spPr>
            <a:xfrm>
              <a:off x="8864589" y="3278789"/>
              <a:ext cx="38034" cy="49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63"/>
            <p:cNvSpPr/>
            <p:nvPr/>
          </p:nvSpPr>
          <p:spPr>
            <a:xfrm>
              <a:off x="298332" y="370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63"/>
            <p:cNvSpPr/>
            <p:nvPr/>
          </p:nvSpPr>
          <p:spPr>
            <a:xfrm>
              <a:off x="266121" y="404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63"/>
            <p:cNvSpPr/>
            <p:nvPr/>
          </p:nvSpPr>
          <p:spPr>
            <a:xfrm>
              <a:off x="8866530" y="2569307"/>
              <a:ext cx="34201" cy="36093"/>
            </a:xfrm>
            <a:custGeom>
              <a:rect b="b" l="l" r="r" t="t"/>
              <a:pathLst>
                <a:path extrusionOk="0" fill="none" h="744" w="705">
                  <a:moveTo>
                    <a:pt x="704" y="377"/>
                  </a:moveTo>
                  <a:cubicBezTo>
                    <a:pt x="704" y="575"/>
                    <a:pt x="545" y="744"/>
                    <a:pt x="337" y="744"/>
                  </a:cubicBezTo>
                  <a:cubicBezTo>
                    <a:pt x="129" y="744"/>
                    <a:pt x="0" y="575"/>
                    <a:pt x="0" y="377"/>
                  </a:cubicBezTo>
                  <a:cubicBezTo>
                    <a:pt x="0" y="169"/>
                    <a:pt x="129" y="0"/>
                    <a:pt x="337" y="0"/>
                  </a:cubicBezTo>
                  <a:cubicBezTo>
                    <a:pt x="545" y="0"/>
                    <a:pt x="704" y="169"/>
                    <a:pt x="704" y="37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63"/>
            <p:cNvSpPr/>
            <p:nvPr/>
          </p:nvSpPr>
          <p:spPr>
            <a:xfrm>
              <a:off x="645606" y="16977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63"/>
            <p:cNvSpPr/>
            <p:nvPr/>
          </p:nvSpPr>
          <p:spPr>
            <a:xfrm>
              <a:off x="465139" y="10800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63"/>
            <p:cNvSpPr/>
            <p:nvPr/>
          </p:nvSpPr>
          <p:spPr>
            <a:xfrm>
              <a:off x="8245486" y="1982351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1"/>
                  </a:moveTo>
                  <a:lnTo>
                    <a:pt x="5245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63"/>
            <p:cNvSpPr/>
            <p:nvPr/>
          </p:nvSpPr>
          <p:spPr>
            <a:xfrm>
              <a:off x="8698145" y="3980072"/>
              <a:ext cx="34201" cy="36142"/>
            </a:xfrm>
            <a:custGeom>
              <a:rect b="b" l="l" r="r" t="t"/>
              <a:pathLst>
                <a:path extrusionOk="0" fill="none" h="745" w="705">
                  <a:moveTo>
                    <a:pt x="705" y="378"/>
                  </a:moveTo>
                  <a:cubicBezTo>
                    <a:pt x="705" y="586"/>
                    <a:pt x="546" y="745"/>
                    <a:pt x="338" y="745"/>
                  </a:cubicBezTo>
                  <a:cubicBezTo>
                    <a:pt x="130" y="745"/>
                    <a:pt x="1" y="586"/>
                    <a:pt x="1" y="378"/>
                  </a:cubicBezTo>
                  <a:cubicBezTo>
                    <a:pt x="1" y="170"/>
                    <a:pt x="130" y="1"/>
                    <a:pt x="338" y="1"/>
                  </a:cubicBezTo>
                  <a:cubicBezTo>
                    <a:pt x="546" y="1"/>
                    <a:pt x="705" y="170"/>
                    <a:pt x="705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63"/>
            <p:cNvSpPr/>
            <p:nvPr/>
          </p:nvSpPr>
          <p:spPr>
            <a:xfrm>
              <a:off x="751845" y="29180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63"/>
            <p:cNvSpPr/>
            <p:nvPr/>
          </p:nvSpPr>
          <p:spPr>
            <a:xfrm>
              <a:off x="296803" y="24913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63"/>
            <p:cNvSpPr/>
            <p:nvPr/>
          </p:nvSpPr>
          <p:spPr>
            <a:xfrm>
              <a:off x="7864565" y="3335062"/>
              <a:ext cx="168387" cy="49"/>
            </a:xfrm>
            <a:custGeom>
              <a:rect b="b" l="l" r="r" t="t"/>
              <a:pathLst>
                <a:path extrusionOk="0" fill="none" h="1" w="3471">
                  <a:moveTo>
                    <a:pt x="1" y="0"/>
                  </a:moveTo>
                  <a:lnTo>
                    <a:pt x="347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63"/>
            <p:cNvSpPr/>
            <p:nvPr/>
          </p:nvSpPr>
          <p:spPr>
            <a:xfrm>
              <a:off x="1236721" y="43350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63"/>
            <p:cNvSpPr/>
            <p:nvPr/>
          </p:nvSpPr>
          <p:spPr>
            <a:xfrm>
              <a:off x="1204461" y="43672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63"/>
            <p:cNvSpPr/>
            <p:nvPr/>
          </p:nvSpPr>
          <p:spPr>
            <a:xfrm>
              <a:off x="7698120" y="4585690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15"/>
                  </a:moveTo>
                  <a:cubicBezTo>
                    <a:pt x="1240" y="992"/>
                    <a:pt x="992" y="1279"/>
                    <a:pt x="62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25" y="0"/>
                  </a:cubicBezTo>
                  <a:cubicBezTo>
                    <a:pt x="992" y="0"/>
                    <a:pt x="1240" y="288"/>
                    <a:pt x="124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63"/>
            <p:cNvSpPr/>
            <p:nvPr/>
          </p:nvSpPr>
          <p:spPr>
            <a:xfrm>
              <a:off x="7742412" y="5018608"/>
              <a:ext cx="49" cy="63988"/>
            </a:xfrm>
            <a:custGeom>
              <a:rect b="b" l="l" r="r" t="t"/>
              <a:pathLst>
                <a:path extrusionOk="0" fill="none" h="1319" w="1">
                  <a:moveTo>
                    <a:pt x="0" y="0"/>
                  </a:moveTo>
                  <a:lnTo>
                    <a:pt x="0" y="1319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63"/>
            <p:cNvSpPr/>
            <p:nvPr/>
          </p:nvSpPr>
          <p:spPr>
            <a:xfrm>
              <a:off x="7710151" y="5050334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63"/>
            <p:cNvSpPr/>
            <p:nvPr/>
          </p:nvSpPr>
          <p:spPr>
            <a:xfrm>
              <a:off x="8499974" y="4292729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2"/>
                    <a:pt x="992" y="1290"/>
                    <a:pt x="615" y="1290"/>
                  </a:cubicBezTo>
                  <a:cubicBezTo>
                    <a:pt x="288" y="1290"/>
                    <a:pt x="1" y="992"/>
                    <a:pt x="1" y="626"/>
                  </a:cubicBezTo>
                  <a:cubicBezTo>
                    <a:pt x="1" y="298"/>
                    <a:pt x="288" y="1"/>
                    <a:pt x="615" y="1"/>
                  </a:cubicBezTo>
                  <a:cubicBezTo>
                    <a:pt x="992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63"/>
            <p:cNvSpPr/>
            <p:nvPr/>
          </p:nvSpPr>
          <p:spPr>
            <a:xfrm>
              <a:off x="8880938" y="3717964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5"/>
                  </a:moveTo>
                  <a:cubicBezTo>
                    <a:pt x="1280" y="992"/>
                    <a:pt x="992" y="1279"/>
                    <a:pt x="655" y="1279"/>
                  </a:cubicBezTo>
                  <a:cubicBezTo>
                    <a:pt x="288" y="1279"/>
                    <a:pt x="1" y="992"/>
                    <a:pt x="1" y="615"/>
                  </a:cubicBezTo>
                  <a:cubicBezTo>
                    <a:pt x="1" y="288"/>
                    <a:pt x="288" y="0"/>
                    <a:pt x="655" y="0"/>
                  </a:cubicBezTo>
                  <a:cubicBezTo>
                    <a:pt x="992" y="0"/>
                    <a:pt x="1280" y="288"/>
                    <a:pt x="1280" y="61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63"/>
            <p:cNvSpPr/>
            <p:nvPr/>
          </p:nvSpPr>
          <p:spPr>
            <a:xfrm>
              <a:off x="204436" y="36337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63"/>
            <p:cNvSpPr/>
            <p:nvPr/>
          </p:nvSpPr>
          <p:spPr>
            <a:xfrm>
              <a:off x="8541840" y="3579415"/>
              <a:ext cx="236692" cy="49"/>
            </a:xfrm>
            <a:custGeom>
              <a:rect b="b" l="l" r="r" t="t"/>
              <a:pathLst>
                <a:path extrusionOk="0" fill="none" h="1" w="4879">
                  <a:moveTo>
                    <a:pt x="487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63"/>
            <p:cNvSpPr/>
            <p:nvPr/>
          </p:nvSpPr>
          <p:spPr>
            <a:xfrm>
              <a:off x="8639425" y="176149"/>
              <a:ext cx="62096" cy="60156"/>
            </a:xfrm>
            <a:custGeom>
              <a:rect b="b" l="l" r="r" t="t"/>
              <a:pathLst>
                <a:path extrusionOk="0" fill="none" h="1240" w="1280">
                  <a:moveTo>
                    <a:pt x="1280" y="625"/>
                  </a:moveTo>
                  <a:cubicBezTo>
                    <a:pt x="1280" y="992"/>
                    <a:pt x="992" y="1240"/>
                    <a:pt x="626" y="1240"/>
                  </a:cubicBezTo>
                  <a:cubicBezTo>
                    <a:pt x="288" y="1240"/>
                    <a:pt x="1" y="992"/>
                    <a:pt x="1" y="625"/>
                  </a:cubicBezTo>
                  <a:cubicBezTo>
                    <a:pt x="1" y="288"/>
                    <a:pt x="288" y="1"/>
                    <a:pt x="626" y="1"/>
                  </a:cubicBezTo>
                  <a:cubicBezTo>
                    <a:pt x="992" y="1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63"/>
            <p:cNvSpPr/>
            <p:nvPr/>
          </p:nvSpPr>
          <p:spPr>
            <a:xfrm>
              <a:off x="8678449" y="1074326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5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2" name="Google Shape;1162;p63"/>
          <p:cNvSpPr/>
          <p:nvPr/>
        </p:nvSpPr>
        <p:spPr>
          <a:xfrm flipH="1">
            <a:off x="7821850" y="45631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63"/>
          <p:cNvSpPr/>
          <p:nvPr/>
        </p:nvSpPr>
        <p:spPr>
          <a:xfrm flipH="1">
            <a:off x="4133850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64" name="Google Shape;1164;p63"/>
          <p:cNvGrpSpPr/>
          <p:nvPr/>
        </p:nvGrpSpPr>
        <p:grpSpPr>
          <a:xfrm flipH="1">
            <a:off x="8377738" y="3548084"/>
            <a:ext cx="1222079" cy="1009533"/>
            <a:chOff x="6101758" y="2859784"/>
            <a:chExt cx="1222079" cy="1009533"/>
          </a:xfrm>
        </p:grpSpPr>
        <p:sp>
          <p:nvSpPr>
            <p:cNvPr id="1165" name="Google Shape;1165;p63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63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63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63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63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63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63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63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63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63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4">
  <p:cSld name="CUSTOM_14"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Google Shape;1176;p64"/>
          <p:cNvSpPr/>
          <p:nvPr/>
        </p:nvSpPr>
        <p:spPr>
          <a:xfrm>
            <a:off x="-1233991" y="-354075"/>
            <a:ext cx="5246100" cy="6876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7" name="Google Shape;1177;p64"/>
          <p:cNvSpPr/>
          <p:nvPr/>
        </p:nvSpPr>
        <p:spPr>
          <a:xfrm flipH="1">
            <a:off x="7864209" y="4258300"/>
            <a:ext cx="2118000" cy="621300"/>
          </a:xfrm>
          <a:prstGeom prst="roundRect">
            <a:avLst>
              <a:gd fmla="val 50000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8" name="Google Shape;1178;p64"/>
          <p:cNvGrpSpPr/>
          <p:nvPr/>
        </p:nvGrpSpPr>
        <p:grpSpPr>
          <a:xfrm flipH="1">
            <a:off x="-57151" y="116972"/>
            <a:ext cx="8939573" cy="4824997"/>
            <a:chOff x="204436" y="116972"/>
            <a:chExt cx="8939573" cy="4824997"/>
          </a:xfrm>
        </p:grpSpPr>
        <p:sp>
          <p:nvSpPr>
            <p:cNvPr id="1179" name="Google Shape;1179;p64"/>
            <p:cNvSpPr/>
            <p:nvPr/>
          </p:nvSpPr>
          <p:spPr>
            <a:xfrm>
              <a:off x="13651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64"/>
            <p:cNvSpPr/>
            <p:nvPr/>
          </p:nvSpPr>
          <p:spPr>
            <a:xfrm>
              <a:off x="13329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64"/>
            <p:cNvSpPr/>
            <p:nvPr/>
          </p:nvSpPr>
          <p:spPr>
            <a:xfrm>
              <a:off x="645606" y="1545343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64"/>
            <p:cNvSpPr/>
            <p:nvPr/>
          </p:nvSpPr>
          <p:spPr>
            <a:xfrm>
              <a:off x="4651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64"/>
            <p:cNvSpPr/>
            <p:nvPr/>
          </p:nvSpPr>
          <p:spPr>
            <a:xfrm>
              <a:off x="1196796" y="2162464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64"/>
            <p:cNvSpPr/>
            <p:nvPr/>
          </p:nvSpPr>
          <p:spPr>
            <a:xfrm>
              <a:off x="1164536" y="2196616"/>
              <a:ext cx="64036" cy="49"/>
            </a:xfrm>
            <a:custGeom>
              <a:rect b="b" l="l" r="r" t="t"/>
              <a:pathLst>
                <a:path extrusionOk="0" fill="none" h="1" w="1320">
                  <a:moveTo>
                    <a:pt x="1320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64"/>
            <p:cNvSpPr/>
            <p:nvPr/>
          </p:nvSpPr>
          <p:spPr>
            <a:xfrm>
              <a:off x="751845" y="2765608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65"/>
                  </a:moveTo>
                  <a:cubicBezTo>
                    <a:pt x="1240" y="992"/>
                    <a:pt x="992" y="1280"/>
                    <a:pt x="615" y="1280"/>
                  </a:cubicBezTo>
                  <a:cubicBezTo>
                    <a:pt x="288" y="1280"/>
                    <a:pt x="0" y="992"/>
                    <a:pt x="0" y="665"/>
                  </a:cubicBezTo>
                  <a:cubicBezTo>
                    <a:pt x="0" y="288"/>
                    <a:pt x="288" y="1"/>
                    <a:pt x="615" y="1"/>
                  </a:cubicBezTo>
                  <a:cubicBezTo>
                    <a:pt x="992" y="1"/>
                    <a:pt x="1240" y="288"/>
                    <a:pt x="1240" y="66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64"/>
            <p:cNvSpPr/>
            <p:nvPr/>
          </p:nvSpPr>
          <p:spPr>
            <a:xfrm>
              <a:off x="296803" y="2338997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89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64"/>
            <p:cNvSpPr/>
            <p:nvPr/>
          </p:nvSpPr>
          <p:spPr>
            <a:xfrm>
              <a:off x="1236721" y="418268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0" y="0"/>
                  </a:moveTo>
                  <a:lnTo>
                    <a:pt x="0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64"/>
            <p:cNvSpPr/>
            <p:nvPr/>
          </p:nvSpPr>
          <p:spPr>
            <a:xfrm>
              <a:off x="1204461" y="4214891"/>
              <a:ext cx="64522" cy="49"/>
            </a:xfrm>
            <a:custGeom>
              <a:rect b="b" l="l" r="r" t="t"/>
              <a:pathLst>
                <a:path extrusionOk="0" fill="none" h="1" w="1330">
                  <a:moveTo>
                    <a:pt x="1329" y="1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64"/>
            <p:cNvSpPr/>
            <p:nvPr/>
          </p:nvSpPr>
          <p:spPr>
            <a:xfrm>
              <a:off x="1921702" y="4488705"/>
              <a:ext cx="60204" cy="62581"/>
            </a:xfrm>
            <a:custGeom>
              <a:rect b="b" l="l" r="r" t="t"/>
              <a:pathLst>
                <a:path extrusionOk="0" fill="none" h="1290" w="1241">
                  <a:moveTo>
                    <a:pt x="1240" y="626"/>
                  </a:moveTo>
                  <a:cubicBezTo>
                    <a:pt x="1240" y="993"/>
                    <a:pt x="953" y="1290"/>
                    <a:pt x="625" y="1290"/>
                  </a:cubicBezTo>
                  <a:cubicBezTo>
                    <a:pt x="288" y="1290"/>
                    <a:pt x="1" y="993"/>
                    <a:pt x="1" y="626"/>
                  </a:cubicBezTo>
                  <a:cubicBezTo>
                    <a:pt x="1" y="298"/>
                    <a:pt x="288" y="1"/>
                    <a:pt x="625" y="1"/>
                  </a:cubicBezTo>
                  <a:cubicBezTo>
                    <a:pt x="953" y="1"/>
                    <a:pt x="1240" y="298"/>
                    <a:pt x="1240" y="62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64"/>
            <p:cNvSpPr/>
            <p:nvPr/>
          </p:nvSpPr>
          <p:spPr>
            <a:xfrm>
              <a:off x="2573013" y="4649147"/>
              <a:ext cx="254497" cy="49"/>
            </a:xfrm>
            <a:custGeom>
              <a:rect b="b" l="l" r="r" t="t"/>
              <a:pathLst>
                <a:path extrusionOk="0" fill="none" h="1" w="5246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64"/>
            <p:cNvSpPr/>
            <p:nvPr/>
          </p:nvSpPr>
          <p:spPr>
            <a:xfrm>
              <a:off x="1168417" y="309417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64"/>
            <p:cNvSpPr/>
            <p:nvPr/>
          </p:nvSpPr>
          <p:spPr>
            <a:xfrm>
              <a:off x="1134264" y="312638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64"/>
            <p:cNvSpPr/>
            <p:nvPr/>
          </p:nvSpPr>
          <p:spPr>
            <a:xfrm>
              <a:off x="204436" y="348134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64"/>
            <p:cNvSpPr/>
            <p:nvPr/>
          </p:nvSpPr>
          <p:spPr>
            <a:xfrm>
              <a:off x="1170309" y="348712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64"/>
            <p:cNvSpPr/>
            <p:nvPr/>
          </p:nvSpPr>
          <p:spPr>
            <a:xfrm>
              <a:off x="535385" y="492522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64"/>
            <p:cNvSpPr/>
            <p:nvPr/>
          </p:nvSpPr>
          <p:spPr>
            <a:xfrm>
              <a:off x="3604861" y="4625198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64"/>
            <p:cNvSpPr/>
            <p:nvPr/>
          </p:nvSpPr>
          <p:spPr>
            <a:xfrm>
              <a:off x="75786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64"/>
            <p:cNvSpPr/>
            <p:nvPr/>
          </p:nvSpPr>
          <p:spPr>
            <a:xfrm>
              <a:off x="7016767" y="48679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64"/>
            <p:cNvSpPr/>
            <p:nvPr/>
          </p:nvSpPr>
          <p:spPr>
            <a:xfrm>
              <a:off x="6982614" y="49001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64"/>
            <p:cNvSpPr/>
            <p:nvPr/>
          </p:nvSpPr>
          <p:spPr>
            <a:xfrm>
              <a:off x="8733761" y="4879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64"/>
            <p:cNvSpPr/>
            <p:nvPr/>
          </p:nvSpPr>
          <p:spPr>
            <a:xfrm>
              <a:off x="6104259" y="46512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2" name="Google Shape;1202;p64"/>
            <p:cNvSpPr/>
            <p:nvPr/>
          </p:nvSpPr>
          <p:spPr>
            <a:xfrm>
              <a:off x="6038357" y="48627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64"/>
            <p:cNvSpPr/>
            <p:nvPr/>
          </p:nvSpPr>
          <p:spPr>
            <a:xfrm>
              <a:off x="6006146" y="51994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4" name="Google Shape;1204;p64"/>
            <p:cNvSpPr/>
            <p:nvPr/>
          </p:nvSpPr>
          <p:spPr>
            <a:xfrm>
              <a:off x="5318831" y="1279968"/>
              <a:ext cx="60204" cy="62096"/>
            </a:xfrm>
            <a:custGeom>
              <a:rect b="b" l="l" r="r" t="t"/>
              <a:pathLst>
                <a:path extrusionOk="0" fill="none" h="1280" w="1241">
                  <a:moveTo>
                    <a:pt x="1240" y="655"/>
                  </a:moveTo>
                  <a:cubicBezTo>
                    <a:pt x="1240" y="992"/>
                    <a:pt x="992" y="1279"/>
                    <a:pt x="616" y="1279"/>
                  </a:cubicBezTo>
                  <a:cubicBezTo>
                    <a:pt x="288" y="1279"/>
                    <a:pt x="1" y="992"/>
                    <a:pt x="1" y="655"/>
                  </a:cubicBezTo>
                  <a:cubicBezTo>
                    <a:pt x="1" y="288"/>
                    <a:pt x="288" y="0"/>
                    <a:pt x="616" y="0"/>
                  </a:cubicBezTo>
                  <a:cubicBezTo>
                    <a:pt x="992" y="0"/>
                    <a:pt x="1240" y="288"/>
                    <a:pt x="1240" y="65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5" name="Google Shape;1205;p64"/>
            <p:cNvSpPr/>
            <p:nvPr/>
          </p:nvSpPr>
          <p:spPr>
            <a:xfrm>
              <a:off x="5138364" y="66232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64"/>
            <p:cNvSpPr/>
            <p:nvPr/>
          </p:nvSpPr>
          <p:spPr>
            <a:xfrm>
              <a:off x="5208610" y="22714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64"/>
            <p:cNvSpPr/>
            <p:nvPr/>
          </p:nvSpPr>
          <p:spPr>
            <a:xfrm>
              <a:off x="3260607" y="826125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64"/>
            <p:cNvSpPr/>
            <p:nvPr/>
          </p:nvSpPr>
          <p:spPr>
            <a:xfrm>
              <a:off x="3228396" y="859792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9" name="Google Shape;1209;p64"/>
            <p:cNvSpPr/>
            <p:nvPr/>
          </p:nvSpPr>
          <p:spPr>
            <a:xfrm>
              <a:off x="2360614" y="1002174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0" name="Google Shape;1210;p64"/>
            <p:cNvSpPr/>
            <p:nvPr/>
          </p:nvSpPr>
          <p:spPr>
            <a:xfrm>
              <a:off x="2430860" y="566997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1" name="Google Shape;1211;p64"/>
            <p:cNvSpPr/>
            <p:nvPr/>
          </p:nvSpPr>
          <p:spPr>
            <a:xfrm>
              <a:off x="4670307" y="901338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64"/>
            <p:cNvSpPr/>
            <p:nvPr/>
          </p:nvSpPr>
          <p:spPr>
            <a:xfrm>
              <a:off x="4638096" y="935005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64"/>
            <p:cNvSpPr/>
            <p:nvPr/>
          </p:nvSpPr>
          <p:spPr>
            <a:xfrm>
              <a:off x="3770314" y="1077386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64"/>
            <p:cNvSpPr/>
            <p:nvPr/>
          </p:nvSpPr>
          <p:spPr>
            <a:xfrm>
              <a:off x="3840560" y="642210"/>
              <a:ext cx="60156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5" name="Google Shape;1215;p64"/>
            <p:cNvSpPr/>
            <p:nvPr/>
          </p:nvSpPr>
          <p:spPr>
            <a:xfrm>
              <a:off x="7546857" y="37610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6" name="Google Shape;1216;p64"/>
            <p:cNvSpPr/>
            <p:nvPr/>
          </p:nvSpPr>
          <p:spPr>
            <a:xfrm>
              <a:off x="7514646" y="40976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64"/>
            <p:cNvSpPr/>
            <p:nvPr/>
          </p:nvSpPr>
          <p:spPr>
            <a:xfrm>
              <a:off x="6646864" y="55214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8" name="Google Shape;1218;p64"/>
            <p:cNvSpPr/>
            <p:nvPr/>
          </p:nvSpPr>
          <p:spPr>
            <a:xfrm>
              <a:off x="6717110" y="11697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9" name="Google Shape;1219;p64"/>
            <p:cNvSpPr/>
            <p:nvPr/>
          </p:nvSpPr>
          <p:spPr>
            <a:xfrm>
              <a:off x="9112232" y="751650"/>
              <a:ext cx="49" cy="65928"/>
            </a:xfrm>
            <a:custGeom>
              <a:rect b="b" l="l" r="r" t="t"/>
              <a:pathLst>
                <a:path extrusionOk="0" fill="none" h="1359" w="1">
                  <a:moveTo>
                    <a:pt x="1" y="0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0" name="Google Shape;1220;p64"/>
            <p:cNvSpPr/>
            <p:nvPr/>
          </p:nvSpPr>
          <p:spPr>
            <a:xfrm>
              <a:off x="9080021" y="785317"/>
              <a:ext cx="63988" cy="49"/>
            </a:xfrm>
            <a:custGeom>
              <a:rect b="b" l="l" r="r" t="t"/>
              <a:pathLst>
                <a:path extrusionOk="0" fill="none" h="1" w="1319">
                  <a:moveTo>
                    <a:pt x="1319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1" name="Google Shape;1221;p64"/>
            <p:cNvSpPr/>
            <p:nvPr/>
          </p:nvSpPr>
          <p:spPr>
            <a:xfrm>
              <a:off x="8212239" y="927699"/>
              <a:ext cx="348805" cy="49"/>
            </a:xfrm>
            <a:custGeom>
              <a:rect b="b" l="l" r="r" t="t"/>
              <a:pathLst>
                <a:path extrusionOk="0" fill="none" h="1" w="7190">
                  <a:moveTo>
                    <a:pt x="1" y="0"/>
                  </a:moveTo>
                  <a:lnTo>
                    <a:pt x="719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64"/>
            <p:cNvSpPr/>
            <p:nvPr/>
          </p:nvSpPr>
          <p:spPr>
            <a:xfrm>
              <a:off x="8282485" y="492522"/>
              <a:ext cx="60155" cy="62096"/>
            </a:xfrm>
            <a:custGeom>
              <a:rect b="b" l="l" r="r" t="t"/>
              <a:pathLst>
                <a:path extrusionOk="0" fill="none" h="1280" w="1240">
                  <a:moveTo>
                    <a:pt x="1240" y="625"/>
                  </a:moveTo>
                  <a:cubicBezTo>
                    <a:pt x="124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40" y="288"/>
                    <a:pt x="1240" y="625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64"/>
            <p:cNvSpPr/>
            <p:nvPr/>
          </p:nvSpPr>
          <p:spPr>
            <a:xfrm>
              <a:off x="8316617" y="4624827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64"/>
            <p:cNvSpPr/>
            <p:nvPr/>
          </p:nvSpPr>
          <p:spPr>
            <a:xfrm>
              <a:off x="8282464" y="4657039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64"/>
            <p:cNvSpPr/>
            <p:nvPr/>
          </p:nvSpPr>
          <p:spPr>
            <a:xfrm>
              <a:off x="4723134" y="4783371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64"/>
            <p:cNvSpPr/>
            <p:nvPr/>
          </p:nvSpPr>
          <p:spPr>
            <a:xfrm>
              <a:off x="9074167" y="4410702"/>
              <a:ext cx="49" cy="66414"/>
            </a:xfrm>
            <a:custGeom>
              <a:rect b="b" l="l" r="r" t="t"/>
              <a:pathLst>
                <a:path extrusionOk="0" fill="none" h="1369" w="1">
                  <a:moveTo>
                    <a:pt x="0" y="0"/>
                  </a:moveTo>
                  <a:lnTo>
                    <a:pt x="0" y="1368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p64"/>
            <p:cNvSpPr/>
            <p:nvPr/>
          </p:nvSpPr>
          <p:spPr>
            <a:xfrm>
              <a:off x="9040014" y="4442914"/>
              <a:ext cx="66414" cy="49"/>
            </a:xfrm>
            <a:custGeom>
              <a:rect b="b" l="l" r="r" t="t"/>
              <a:pathLst>
                <a:path extrusionOk="0" fill="none" h="1" w="1369">
                  <a:moveTo>
                    <a:pt x="1368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p64"/>
            <p:cNvSpPr/>
            <p:nvPr/>
          </p:nvSpPr>
          <p:spPr>
            <a:xfrm>
              <a:off x="5290786" y="4797873"/>
              <a:ext cx="62096" cy="62096"/>
            </a:xfrm>
            <a:custGeom>
              <a:rect b="b" l="l" r="r" t="t"/>
              <a:pathLst>
                <a:path extrusionOk="0" fill="none" h="1280" w="1280">
                  <a:moveTo>
                    <a:pt x="1280" y="616"/>
                  </a:moveTo>
                  <a:cubicBezTo>
                    <a:pt x="1280" y="992"/>
                    <a:pt x="992" y="1280"/>
                    <a:pt x="625" y="1280"/>
                  </a:cubicBezTo>
                  <a:cubicBezTo>
                    <a:pt x="288" y="1280"/>
                    <a:pt x="1" y="992"/>
                    <a:pt x="1" y="616"/>
                  </a:cubicBezTo>
                  <a:cubicBezTo>
                    <a:pt x="1" y="288"/>
                    <a:pt x="288" y="1"/>
                    <a:pt x="625" y="1"/>
                  </a:cubicBezTo>
                  <a:cubicBezTo>
                    <a:pt x="992" y="1"/>
                    <a:pt x="1280" y="288"/>
                    <a:pt x="1280" y="616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p64"/>
            <p:cNvSpPr/>
            <p:nvPr/>
          </p:nvSpPr>
          <p:spPr>
            <a:xfrm>
              <a:off x="6256659" y="4803646"/>
              <a:ext cx="254982" cy="49"/>
            </a:xfrm>
            <a:custGeom>
              <a:rect b="b" l="l" r="r" t="t"/>
              <a:pathLst>
                <a:path extrusionOk="0" fill="none" h="1" w="5256">
                  <a:moveTo>
                    <a:pt x="1" y="1"/>
                  </a:moveTo>
                  <a:lnTo>
                    <a:pt x="5256" y="1"/>
                  </a:ln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0" name="Google Shape;1230;p64"/>
          <p:cNvGrpSpPr/>
          <p:nvPr/>
        </p:nvGrpSpPr>
        <p:grpSpPr>
          <a:xfrm flipH="1">
            <a:off x="8250443" y="3253983"/>
            <a:ext cx="1190271" cy="1022535"/>
            <a:chOff x="7521697" y="2603884"/>
            <a:chExt cx="1473291" cy="1265671"/>
          </a:xfrm>
        </p:grpSpPr>
        <p:sp>
          <p:nvSpPr>
            <p:cNvPr id="1231" name="Google Shape;1231;p64"/>
            <p:cNvSpPr/>
            <p:nvPr/>
          </p:nvSpPr>
          <p:spPr>
            <a:xfrm>
              <a:off x="8233031" y="2604869"/>
              <a:ext cx="553351" cy="1264685"/>
            </a:xfrm>
            <a:custGeom>
              <a:rect b="b" l="l" r="r" t="t"/>
              <a:pathLst>
                <a:path extrusionOk="0" h="37224" w="16287">
                  <a:moveTo>
                    <a:pt x="11127" y="0"/>
                  </a:moveTo>
                  <a:cubicBezTo>
                    <a:pt x="11079" y="0"/>
                    <a:pt x="11030" y="1"/>
                    <a:pt x="10981" y="3"/>
                  </a:cubicBezTo>
                  <a:cubicBezTo>
                    <a:pt x="7491" y="189"/>
                    <a:pt x="4979" y="4531"/>
                    <a:pt x="3878" y="7245"/>
                  </a:cubicBezTo>
                  <a:cubicBezTo>
                    <a:pt x="0" y="16938"/>
                    <a:pt x="838" y="26942"/>
                    <a:pt x="62" y="37224"/>
                  </a:cubicBezTo>
                  <a:lnTo>
                    <a:pt x="3304" y="37224"/>
                  </a:lnTo>
                  <a:cubicBezTo>
                    <a:pt x="5242" y="32897"/>
                    <a:pt x="7817" y="26756"/>
                    <a:pt x="9569" y="22289"/>
                  </a:cubicBezTo>
                  <a:cubicBezTo>
                    <a:pt x="10531" y="19839"/>
                    <a:pt x="11446" y="17249"/>
                    <a:pt x="12082" y="14674"/>
                  </a:cubicBezTo>
                  <a:cubicBezTo>
                    <a:pt x="13050" y="10633"/>
                    <a:pt x="16286" y="0"/>
                    <a:pt x="11127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64"/>
            <p:cNvSpPr/>
            <p:nvPr/>
          </p:nvSpPr>
          <p:spPr>
            <a:xfrm>
              <a:off x="7708220" y="2603884"/>
              <a:ext cx="544857" cy="1265671"/>
            </a:xfrm>
            <a:custGeom>
              <a:rect b="b" l="l" r="r" t="t"/>
              <a:pathLst>
                <a:path extrusionOk="0" h="37253" w="16037">
                  <a:moveTo>
                    <a:pt x="5491" y="1"/>
                  </a:moveTo>
                  <a:cubicBezTo>
                    <a:pt x="4842" y="1"/>
                    <a:pt x="4174" y="190"/>
                    <a:pt x="3490" y="606"/>
                  </a:cubicBezTo>
                  <a:cubicBezTo>
                    <a:pt x="1" y="2746"/>
                    <a:pt x="2389" y="9663"/>
                    <a:pt x="3304" y="12625"/>
                  </a:cubicBezTo>
                  <a:cubicBezTo>
                    <a:pt x="4467" y="16580"/>
                    <a:pt x="6204" y="20379"/>
                    <a:pt x="7693" y="24195"/>
                  </a:cubicBezTo>
                  <a:cubicBezTo>
                    <a:pt x="9368" y="28522"/>
                    <a:pt x="11058" y="32926"/>
                    <a:pt x="12733" y="37253"/>
                  </a:cubicBezTo>
                  <a:lnTo>
                    <a:pt x="15959" y="37253"/>
                  </a:lnTo>
                  <a:cubicBezTo>
                    <a:pt x="15835" y="30336"/>
                    <a:pt x="16037" y="23481"/>
                    <a:pt x="15184" y="16642"/>
                  </a:cubicBezTo>
                  <a:cubicBezTo>
                    <a:pt x="14619" y="12039"/>
                    <a:pt x="10673" y="1"/>
                    <a:pt x="5491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64"/>
            <p:cNvSpPr/>
            <p:nvPr/>
          </p:nvSpPr>
          <p:spPr>
            <a:xfrm>
              <a:off x="7521697" y="2982059"/>
              <a:ext cx="632343" cy="887495"/>
            </a:xfrm>
            <a:custGeom>
              <a:rect b="b" l="l" r="r" t="t"/>
              <a:pathLst>
                <a:path extrusionOk="0" h="26122" w="18612">
                  <a:moveTo>
                    <a:pt x="4661" y="0"/>
                  </a:moveTo>
                  <a:cubicBezTo>
                    <a:pt x="3940" y="0"/>
                    <a:pt x="3170" y="160"/>
                    <a:pt x="2528" y="532"/>
                  </a:cubicBezTo>
                  <a:cubicBezTo>
                    <a:pt x="1288" y="1246"/>
                    <a:pt x="838" y="2657"/>
                    <a:pt x="652" y="3898"/>
                  </a:cubicBezTo>
                  <a:cubicBezTo>
                    <a:pt x="0" y="9326"/>
                    <a:pt x="4467" y="14552"/>
                    <a:pt x="8081" y="19329"/>
                  </a:cubicBezTo>
                  <a:cubicBezTo>
                    <a:pt x="9693" y="21469"/>
                    <a:pt x="13307" y="26122"/>
                    <a:pt x="13307" y="26122"/>
                  </a:cubicBezTo>
                  <a:lnTo>
                    <a:pt x="18611" y="26122"/>
                  </a:lnTo>
                  <a:cubicBezTo>
                    <a:pt x="18611" y="26122"/>
                    <a:pt x="14610" y="11063"/>
                    <a:pt x="12020" y="6798"/>
                  </a:cubicBezTo>
                  <a:cubicBezTo>
                    <a:pt x="10733" y="4596"/>
                    <a:pt x="8081" y="331"/>
                    <a:pt x="5103" y="21"/>
                  </a:cubicBezTo>
                  <a:cubicBezTo>
                    <a:pt x="4959" y="7"/>
                    <a:pt x="4811" y="0"/>
                    <a:pt x="46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64"/>
            <p:cNvSpPr/>
            <p:nvPr/>
          </p:nvSpPr>
          <p:spPr>
            <a:xfrm>
              <a:off x="7881560" y="2727723"/>
              <a:ext cx="296704" cy="1141832"/>
            </a:xfrm>
            <a:custGeom>
              <a:rect b="b" l="l" r="r" t="t"/>
              <a:pathLst>
                <a:path extrusionOk="0" fill="none" h="33608" w="8733">
                  <a:moveTo>
                    <a:pt x="1" y="0"/>
                  </a:moveTo>
                  <a:cubicBezTo>
                    <a:pt x="4343" y="8856"/>
                    <a:pt x="8670" y="25342"/>
                    <a:pt x="8732" y="3360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5" name="Google Shape;1235;p64"/>
            <p:cNvSpPr/>
            <p:nvPr/>
          </p:nvSpPr>
          <p:spPr>
            <a:xfrm>
              <a:off x="7649205" y="3074947"/>
              <a:ext cx="397338" cy="794607"/>
            </a:xfrm>
            <a:custGeom>
              <a:rect b="b" l="l" r="r" t="t"/>
              <a:pathLst>
                <a:path extrusionOk="0" fill="none" h="23388" w="11695">
                  <a:moveTo>
                    <a:pt x="1" y="1"/>
                  </a:moveTo>
                  <a:cubicBezTo>
                    <a:pt x="3878" y="7429"/>
                    <a:pt x="11694" y="23388"/>
                    <a:pt x="11694" y="23388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6" name="Google Shape;1236;p64"/>
            <p:cNvSpPr/>
            <p:nvPr/>
          </p:nvSpPr>
          <p:spPr>
            <a:xfrm>
              <a:off x="8285726" y="2686103"/>
              <a:ext cx="311958" cy="1183451"/>
            </a:xfrm>
            <a:custGeom>
              <a:rect b="b" l="l" r="r" t="t"/>
              <a:pathLst>
                <a:path extrusionOk="0" fill="none" h="34833" w="9182">
                  <a:moveTo>
                    <a:pt x="9181" y="0"/>
                  </a:moveTo>
                  <a:cubicBezTo>
                    <a:pt x="6080" y="7041"/>
                    <a:pt x="1753" y="22224"/>
                    <a:pt x="0" y="3483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64"/>
            <p:cNvSpPr/>
            <p:nvPr/>
          </p:nvSpPr>
          <p:spPr>
            <a:xfrm>
              <a:off x="8349463" y="2924132"/>
              <a:ext cx="645525" cy="945422"/>
            </a:xfrm>
            <a:custGeom>
              <a:rect b="b" l="l" r="r" t="t"/>
              <a:pathLst>
                <a:path extrusionOk="0" h="27827" w="19000">
                  <a:moveTo>
                    <a:pt x="15665" y="0"/>
                  </a:moveTo>
                  <a:cubicBezTo>
                    <a:pt x="14929" y="0"/>
                    <a:pt x="14162" y="266"/>
                    <a:pt x="13509" y="563"/>
                  </a:cubicBezTo>
                  <a:cubicBezTo>
                    <a:pt x="8856" y="2749"/>
                    <a:pt x="4390" y="10318"/>
                    <a:pt x="3041" y="15218"/>
                  </a:cubicBezTo>
                  <a:cubicBezTo>
                    <a:pt x="1815" y="19809"/>
                    <a:pt x="1" y="27827"/>
                    <a:pt x="1" y="27827"/>
                  </a:cubicBezTo>
                  <a:lnTo>
                    <a:pt x="4452" y="27827"/>
                  </a:lnTo>
                  <a:cubicBezTo>
                    <a:pt x="7430" y="24012"/>
                    <a:pt x="11183" y="17684"/>
                    <a:pt x="13757" y="13667"/>
                  </a:cubicBezTo>
                  <a:cubicBezTo>
                    <a:pt x="15122" y="11605"/>
                    <a:pt x="18999" y="4300"/>
                    <a:pt x="18162" y="1974"/>
                  </a:cubicBezTo>
                  <a:cubicBezTo>
                    <a:pt x="17960" y="1260"/>
                    <a:pt x="17510" y="687"/>
                    <a:pt x="16859" y="299"/>
                  </a:cubicBezTo>
                  <a:cubicBezTo>
                    <a:pt x="16489" y="86"/>
                    <a:pt x="16082" y="0"/>
                    <a:pt x="15665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64"/>
            <p:cNvSpPr/>
            <p:nvPr/>
          </p:nvSpPr>
          <p:spPr>
            <a:xfrm>
              <a:off x="8386869" y="2998027"/>
              <a:ext cx="506941" cy="871527"/>
            </a:xfrm>
            <a:custGeom>
              <a:rect b="b" l="l" r="r" t="t"/>
              <a:pathLst>
                <a:path extrusionOk="0" fill="none" h="25652" w="14921">
                  <a:moveTo>
                    <a:pt x="14920" y="0"/>
                  </a:moveTo>
                  <a:cubicBezTo>
                    <a:pt x="9430" y="4777"/>
                    <a:pt x="2064" y="20022"/>
                    <a:pt x="1" y="2565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39" name="Google Shape;1239;p64"/>
          <p:cNvGrpSpPr/>
          <p:nvPr/>
        </p:nvGrpSpPr>
        <p:grpSpPr>
          <a:xfrm rot="10800000">
            <a:off x="-270296" y="340481"/>
            <a:ext cx="1086673" cy="897677"/>
            <a:chOff x="6101758" y="2859784"/>
            <a:chExt cx="1222079" cy="1009533"/>
          </a:xfrm>
        </p:grpSpPr>
        <p:sp>
          <p:nvSpPr>
            <p:cNvPr id="1240" name="Google Shape;1240;p64"/>
            <p:cNvSpPr/>
            <p:nvPr/>
          </p:nvSpPr>
          <p:spPr>
            <a:xfrm>
              <a:off x="6880667" y="3471604"/>
              <a:ext cx="443170" cy="397711"/>
            </a:xfrm>
            <a:custGeom>
              <a:rect b="b" l="l" r="r" t="t"/>
              <a:pathLst>
                <a:path extrusionOk="0" h="11706" w="13044">
                  <a:moveTo>
                    <a:pt x="11202" y="1"/>
                  </a:moveTo>
                  <a:cubicBezTo>
                    <a:pt x="11127" y="1"/>
                    <a:pt x="11053" y="5"/>
                    <a:pt x="10981" y="12"/>
                  </a:cubicBezTo>
                  <a:cubicBezTo>
                    <a:pt x="10329" y="74"/>
                    <a:pt x="9755" y="338"/>
                    <a:pt x="9244" y="648"/>
                  </a:cubicBezTo>
                  <a:cubicBezTo>
                    <a:pt x="4901" y="2975"/>
                    <a:pt x="776" y="10093"/>
                    <a:pt x="0" y="11706"/>
                  </a:cubicBezTo>
                  <a:lnTo>
                    <a:pt x="4591" y="11706"/>
                  </a:lnTo>
                  <a:cubicBezTo>
                    <a:pt x="7103" y="8403"/>
                    <a:pt x="12144" y="6728"/>
                    <a:pt x="12919" y="2277"/>
                  </a:cubicBezTo>
                  <a:cubicBezTo>
                    <a:pt x="13043" y="1749"/>
                    <a:pt x="12981" y="1113"/>
                    <a:pt x="12656" y="648"/>
                  </a:cubicBezTo>
                  <a:cubicBezTo>
                    <a:pt x="12315" y="199"/>
                    <a:pt x="11737" y="1"/>
                    <a:pt x="11202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64"/>
            <p:cNvSpPr/>
            <p:nvPr/>
          </p:nvSpPr>
          <p:spPr>
            <a:xfrm>
              <a:off x="6748946" y="3155570"/>
              <a:ext cx="513770" cy="713747"/>
            </a:xfrm>
            <a:custGeom>
              <a:rect b="b" l="l" r="r" t="t"/>
              <a:pathLst>
                <a:path extrusionOk="0" h="21008" w="15122">
                  <a:moveTo>
                    <a:pt x="11621" y="0"/>
                  </a:moveTo>
                  <a:cubicBezTo>
                    <a:pt x="9314" y="0"/>
                    <a:pt x="7202" y="3025"/>
                    <a:pt x="6142" y="4724"/>
                  </a:cubicBezTo>
                  <a:cubicBezTo>
                    <a:pt x="4203" y="7763"/>
                    <a:pt x="2776" y="11113"/>
                    <a:pt x="1675" y="14541"/>
                  </a:cubicBezTo>
                  <a:cubicBezTo>
                    <a:pt x="1489" y="15068"/>
                    <a:pt x="62" y="21008"/>
                    <a:pt x="0" y="21008"/>
                  </a:cubicBezTo>
                  <a:lnTo>
                    <a:pt x="3877" y="21008"/>
                  </a:lnTo>
                  <a:cubicBezTo>
                    <a:pt x="3877" y="21008"/>
                    <a:pt x="7941" y="12990"/>
                    <a:pt x="11958" y="8151"/>
                  </a:cubicBezTo>
                  <a:cubicBezTo>
                    <a:pt x="13819" y="5887"/>
                    <a:pt x="15121" y="1684"/>
                    <a:pt x="13121" y="459"/>
                  </a:cubicBezTo>
                  <a:cubicBezTo>
                    <a:pt x="12617" y="139"/>
                    <a:pt x="12115" y="0"/>
                    <a:pt x="11621" y="0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64"/>
            <p:cNvSpPr/>
            <p:nvPr/>
          </p:nvSpPr>
          <p:spPr>
            <a:xfrm>
              <a:off x="6841154" y="3250190"/>
              <a:ext cx="305096" cy="619126"/>
            </a:xfrm>
            <a:custGeom>
              <a:rect b="b" l="l" r="r" t="t"/>
              <a:pathLst>
                <a:path extrusionOk="0" fill="none" h="18223" w="8980">
                  <a:moveTo>
                    <a:pt x="8980" y="0"/>
                  </a:moveTo>
                  <a:cubicBezTo>
                    <a:pt x="5165" y="4715"/>
                    <a:pt x="2063" y="11756"/>
                    <a:pt x="0" y="1822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64"/>
            <p:cNvSpPr/>
            <p:nvPr/>
          </p:nvSpPr>
          <p:spPr>
            <a:xfrm>
              <a:off x="6101758" y="3129681"/>
              <a:ext cx="489138" cy="739636"/>
            </a:xfrm>
            <a:custGeom>
              <a:rect b="b" l="l" r="r" t="t"/>
              <a:pathLst>
                <a:path extrusionOk="0" h="21770" w="14397">
                  <a:moveTo>
                    <a:pt x="2020" y="0"/>
                  </a:moveTo>
                  <a:cubicBezTo>
                    <a:pt x="1" y="0"/>
                    <a:pt x="85" y="2718"/>
                    <a:pt x="501" y="4509"/>
                  </a:cubicBezTo>
                  <a:cubicBezTo>
                    <a:pt x="1152" y="7037"/>
                    <a:pt x="3215" y="8650"/>
                    <a:pt x="4704" y="10526"/>
                  </a:cubicBezTo>
                  <a:cubicBezTo>
                    <a:pt x="7480" y="14016"/>
                    <a:pt x="9093" y="16342"/>
                    <a:pt x="11093" y="21770"/>
                  </a:cubicBezTo>
                  <a:lnTo>
                    <a:pt x="14397" y="21770"/>
                  </a:lnTo>
                  <a:cubicBezTo>
                    <a:pt x="14397" y="21770"/>
                    <a:pt x="13947" y="9425"/>
                    <a:pt x="8441" y="3671"/>
                  </a:cubicBezTo>
                  <a:cubicBezTo>
                    <a:pt x="6968" y="2120"/>
                    <a:pt x="4564" y="507"/>
                    <a:pt x="2563" y="58"/>
                  </a:cubicBezTo>
                  <a:cubicBezTo>
                    <a:pt x="2367" y="19"/>
                    <a:pt x="2187" y="0"/>
                    <a:pt x="202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64"/>
            <p:cNvSpPr/>
            <p:nvPr/>
          </p:nvSpPr>
          <p:spPr>
            <a:xfrm>
              <a:off x="6250466" y="2868583"/>
              <a:ext cx="445820" cy="1000734"/>
            </a:xfrm>
            <a:custGeom>
              <a:rect b="b" l="l" r="r" t="t"/>
              <a:pathLst>
                <a:path extrusionOk="0" h="29455" w="13122">
                  <a:moveTo>
                    <a:pt x="2563" y="1"/>
                  </a:moveTo>
                  <a:cubicBezTo>
                    <a:pt x="2127" y="1"/>
                    <a:pt x="1717" y="115"/>
                    <a:pt x="1350" y="376"/>
                  </a:cubicBezTo>
                  <a:cubicBezTo>
                    <a:pt x="1" y="1338"/>
                    <a:pt x="2002" y="4703"/>
                    <a:pt x="2513" y="5742"/>
                  </a:cubicBezTo>
                  <a:cubicBezTo>
                    <a:pt x="4266" y="9030"/>
                    <a:pt x="5615" y="12581"/>
                    <a:pt x="6716" y="16210"/>
                  </a:cubicBezTo>
                  <a:cubicBezTo>
                    <a:pt x="7941" y="20413"/>
                    <a:pt x="8918" y="24864"/>
                    <a:pt x="9244" y="29253"/>
                  </a:cubicBezTo>
                  <a:lnTo>
                    <a:pt x="9244" y="29455"/>
                  </a:lnTo>
                  <a:lnTo>
                    <a:pt x="11632" y="29455"/>
                  </a:lnTo>
                  <a:cubicBezTo>
                    <a:pt x="13121" y="26741"/>
                    <a:pt x="12594" y="15171"/>
                    <a:pt x="11896" y="11558"/>
                  </a:cubicBezTo>
                  <a:cubicBezTo>
                    <a:pt x="11369" y="9030"/>
                    <a:pt x="10268" y="6580"/>
                    <a:pt x="8856" y="4579"/>
                  </a:cubicBezTo>
                  <a:cubicBezTo>
                    <a:pt x="7765" y="3058"/>
                    <a:pt x="4820" y="1"/>
                    <a:pt x="25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64"/>
            <p:cNvSpPr/>
            <p:nvPr/>
          </p:nvSpPr>
          <p:spPr>
            <a:xfrm>
              <a:off x="6638800" y="2859784"/>
              <a:ext cx="452649" cy="1009533"/>
            </a:xfrm>
            <a:custGeom>
              <a:rect b="b" l="l" r="r" t="t"/>
              <a:pathLst>
                <a:path extrusionOk="0" h="29714" w="13323">
                  <a:moveTo>
                    <a:pt x="10463" y="0"/>
                  </a:moveTo>
                  <a:cubicBezTo>
                    <a:pt x="8832" y="0"/>
                    <a:pt x="5738" y="2873"/>
                    <a:pt x="3242" y="7676"/>
                  </a:cubicBezTo>
                  <a:cubicBezTo>
                    <a:pt x="327" y="13306"/>
                    <a:pt x="1" y="23247"/>
                    <a:pt x="528" y="29714"/>
                  </a:cubicBezTo>
                  <a:lnTo>
                    <a:pt x="3956" y="29714"/>
                  </a:lnTo>
                  <a:cubicBezTo>
                    <a:pt x="6018" y="27388"/>
                    <a:pt x="13323" y="8064"/>
                    <a:pt x="11508" y="899"/>
                  </a:cubicBezTo>
                  <a:cubicBezTo>
                    <a:pt x="11351" y="290"/>
                    <a:pt x="10981" y="0"/>
                    <a:pt x="10463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64"/>
            <p:cNvSpPr/>
            <p:nvPr/>
          </p:nvSpPr>
          <p:spPr>
            <a:xfrm>
              <a:off x="6164577" y="3201708"/>
              <a:ext cx="362547" cy="667609"/>
            </a:xfrm>
            <a:custGeom>
              <a:rect b="b" l="l" r="r" t="t"/>
              <a:pathLst>
                <a:path extrusionOk="0" fill="none" h="19650" w="10671">
                  <a:moveTo>
                    <a:pt x="1" y="0"/>
                  </a:moveTo>
                  <a:cubicBezTo>
                    <a:pt x="5894" y="4141"/>
                    <a:pt x="9958" y="11896"/>
                    <a:pt x="10671" y="19650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64"/>
            <p:cNvSpPr/>
            <p:nvPr/>
          </p:nvSpPr>
          <p:spPr>
            <a:xfrm>
              <a:off x="6369039" y="2951414"/>
              <a:ext cx="246081" cy="917903"/>
            </a:xfrm>
            <a:custGeom>
              <a:rect b="b" l="l" r="r" t="t"/>
              <a:pathLst>
                <a:path extrusionOk="0" fill="none" h="27017" w="7243">
                  <a:moveTo>
                    <a:pt x="0" y="1"/>
                  </a:moveTo>
                  <a:cubicBezTo>
                    <a:pt x="2901" y="2591"/>
                    <a:pt x="4327" y="6654"/>
                    <a:pt x="5227" y="10531"/>
                  </a:cubicBezTo>
                  <a:cubicBezTo>
                    <a:pt x="6468" y="15959"/>
                    <a:pt x="7041" y="21465"/>
                    <a:pt x="7243" y="27017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64"/>
            <p:cNvSpPr/>
            <p:nvPr/>
          </p:nvSpPr>
          <p:spPr>
            <a:xfrm>
              <a:off x="6724688" y="2982501"/>
              <a:ext cx="241358" cy="886815"/>
            </a:xfrm>
            <a:custGeom>
              <a:rect b="b" l="l" r="r" t="t"/>
              <a:pathLst>
                <a:path extrusionOk="0" fill="none" h="26102" w="7104">
                  <a:moveTo>
                    <a:pt x="7104" y="1"/>
                  </a:moveTo>
                  <a:cubicBezTo>
                    <a:pt x="3552" y="8143"/>
                    <a:pt x="513" y="16983"/>
                    <a:pt x="1" y="26102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64"/>
            <p:cNvSpPr/>
            <p:nvPr/>
          </p:nvSpPr>
          <p:spPr>
            <a:xfrm>
              <a:off x="6950758" y="3524707"/>
              <a:ext cx="300883" cy="344608"/>
            </a:xfrm>
            <a:custGeom>
              <a:rect b="b" l="l" r="r" t="t"/>
              <a:pathLst>
                <a:path extrusionOk="0" fill="none" h="10143" w="8856">
                  <a:moveTo>
                    <a:pt x="8856" y="0"/>
                  </a:moveTo>
                  <a:cubicBezTo>
                    <a:pt x="8856" y="0"/>
                    <a:pt x="3614" y="3490"/>
                    <a:pt x="0" y="10143"/>
                  </a:cubicBezTo>
                </a:path>
              </a:pathLst>
            </a:custGeom>
            <a:noFill/>
            <a:ln cap="flat" cmpd="sng" w="9525">
              <a:solidFill>
                <a:srgbClr val="FFFFFF"/>
              </a:solidFill>
              <a:prstDash val="solid"/>
              <a:miter lim="15508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0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Comfortaa"/>
              <a:buNone/>
              <a:defRPr b="1" i="0" sz="2400" u="none" cap="none" strike="noStrike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b="0" i="0" sz="18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 b="0" i="0" sz="1400" u="none" cap="none" strike="noStrike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"/>
          <p:cNvSpPr txBox="1"/>
          <p:nvPr>
            <p:ph type="title"/>
          </p:nvPr>
        </p:nvSpPr>
        <p:spPr>
          <a:xfrm>
            <a:off x="1071875" y="801900"/>
            <a:ext cx="7302000" cy="14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5200">
                <a:solidFill>
                  <a:schemeClr val="accent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Проработка концепции проекта</a:t>
            </a:r>
            <a:endParaRPr b="0">
              <a:solidFill>
                <a:schemeClr val="accent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255" name="Google Shape;1255;p1"/>
          <p:cNvSpPr txBox="1"/>
          <p:nvPr>
            <p:ph idx="1" type="subTitle"/>
          </p:nvPr>
        </p:nvSpPr>
        <p:spPr>
          <a:xfrm>
            <a:off x="929550" y="2478075"/>
            <a:ext cx="8169600" cy="4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accent3"/>
                </a:solidFill>
              </a:rPr>
              <a:t>Рабочая тетрадь команды в интенсиве Университета 20.35</a:t>
            </a:r>
            <a:endParaRPr/>
          </a:p>
        </p:txBody>
      </p:sp>
      <p:grpSp>
        <p:nvGrpSpPr>
          <p:cNvPr id="1256" name="Google Shape;1256;p1"/>
          <p:cNvGrpSpPr/>
          <p:nvPr/>
        </p:nvGrpSpPr>
        <p:grpSpPr>
          <a:xfrm>
            <a:off x="2285922" y="3059412"/>
            <a:ext cx="4572156" cy="1870287"/>
            <a:chOff x="1843737" y="2818617"/>
            <a:chExt cx="5131488" cy="2099088"/>
          </a:xfrm>
        </p:grpSpPr>
        <p:sp>
          <p:nvSpPr>
            <p:cNvPr id="1257" name="Google Shape;1257;p1"/>
            <p:cNvSpPr/>
            <p:nvPr/>
          </p:nvSpPr>
          <p:spPr>
            <a:xfrm>
              <a:off x="6898414" y="3855561"/>
              <a:ext cx="32096" cy="43"/>
            </a:xfrm>
            <a:custGeom>
              <a:rect b="b" l="l" r="r" t="t"/>
              <a:pathLst>
                <a:path extrusionOk="0" fill="none" h="1" w="744">
                  <a:moveTo>
                    <a:pt x="744" y="1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1"/>
            <p:cNvSpPr/>
            <p:nvPr/>
          </p:nvSpPr>
          <p:spPr>
            <a:xfrm>
              <a:off x="3706087" y="3761043"/>
              <a:ext cx="43" cy="32096"/>
            </a:xfrm>
            <a:custGeom>
              <a:rect b="b" l="l" r="r" t="t"/>
              <a:pathLst>
                <a:path extrusionOk="0" fill="none" h="744" w="1">
                  <a:moveTo>
                    <a:pt x="1" y="0"/>
                  </a:moveTo>
                  <a:lnTo>
                    <a:pt x="1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1"/>
            <p:cNvSpPr/>
            <p:nvPr/>
          </p:nvSpPr>
          <p:spPr>
            <a:xfrm>
              <a:off x="3688572" y="3777306"/>
              <a:ext cx="33822" cy="43"/>
            </a:xfrm>
            <a:custGeom>
              <a:rect b="b" l="l" r="r" t="t"/>
              <a:pathLst>
                <a:path extrusionOk="0" fill="none" h="1" w="784">
                  <a:moveTo>
                    <a:pt x="784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1"/>
            <p:cNvSpPr/>
            <p:nvPr/>
          </p:nvSpPr>
          <p:spPr>
            <a:xfrm>
              <a:off x="2046875" y="3714840"/>
              <a:ext cx="32139" cy="32139"/>
            </a:xfrm>
            <a:custGeom>
              <a:rect b="b" l="l" r="r" t="t"/>
              <a:pathLst>
                <a:path extrusionOk="0" fill="none" h="745" w="745">
                  <a:moveTo>
                    <a:pt x="744" y="367"/>
                  </a:moveTo>
                  <a:cubicBezTo>
                    <a:pt x="744" y="575"/>
                    <a:pt x="575" y="744"/>
                    <a:pt x="377" y="744"/>
                  </a:cubicBezTo>
                  <a:cubicBezTo>
                    <a:pt x="169" y="744"/>
                    <a:pt x="0" y="575"/>
                    <a:pt x="0" y="367"/>
                  </a:cubicBezTo>
                  <a:cubicBezTo>
                    <a:pt x="0" y="159"/>
                    <a:pt x="169" y="0"/>
                    <a:pt x="377" y="0"/>
                  </a:cubicBezTo>
                  <a:cubicBezTo>
                    <a:pt x="575" y="0"/>
                    <a:pt x="744" y="159"/>
                    <a:pt x="744" y="36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1" name="Google Shape;1261;p1"/>
            <p:cNvSpPr/>
            <p:nvPr/>
          </p:nvSpPr>
          <p:spPr>
            <a:xfrm>
              <a:off x="1863357" y="3916302"/>
              <a:ext cx="128385" cy="8585"/>
            </a:xfrm>
            <a:custGeom>
              <a:rect b="b" l="l" r="r" t="t"/>
              <a:pathLst>
                <a:path extrusionOk="0" fill="none" h="199" w="2976">
                  <a:moveTo>
                    <a:pt x="1" y="80"/>
                  </a:moveTo>
                  <a:cubicBezTo>
                    <a:pt x="1" y="80"/>
                    <a:pt x="1815" y="1"/>
                    <a:pt x="2975" y="199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2" name="Google Shape;1262;p1"/>
            <p:cNvSpPr/>
            <p:nvPr/>
          </p:nvSpPr>
          <p:spPr>
            <a:xfrm>
              <a:off x="2023752" y="3778989"/>
              <a:ext cx="195985" cy="94563"/>
            </a:xfrm>
            <a:custGeom>
              <a:rect b="b" l="l" r="r" t="t"/>
              <a:pathLst>
                <a:path extrusionOk="0" fill="none" h="2192" w="4543">
                  <a:moveTo>
                    <a:pt x="1" y="1"/>
                  </a:moveTo>
                  <a:cubicBezTo>
                    <a:pt x="1" y="1"/>
                    <a:pt x="3144" y="1111"/>
                    <a:pt x="4542" y="2192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3" name="Google Shape;1263;p1"/>
            <p:cNvSpPr/>
            <p:nvPr/>
          </p:nvSpPr>
          <p:spPr>
            <a:xfrm>
              <a:off x="2018230" y="3607897"/>
              <a:ext cx="135632" cy="42838"/>
            </a:xfrm>
            <a:custGeom>
              <a:rect b="b" l="l" r="r" t="t"/>
              <a:pathLst>
                <a:path extrusionOk="0" fill="none" h="993" w="3144">
                  <a:moveTo>
                    <a:pt x="0" y="1"/>
                  </a:moveTo>
                  <a:cubicBezTo>
                    <a:pt x="0" y="1"/>
                    <a:pt x="2152" y="367"/>
                    <a:pt x="3143" y="992"/>
                  </a:cubicBezTo>
                </a:path>
              </a:pathLst>
            </a:cu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4" name="Google Shape;1264;p1"/>
            <p:cNvSpPr/>
            <p:nvPr/>
          </p:nvSpPr>
          <p:spPr>
            <a:xfrm>
              <a:off x="2232075" y="3714840"/>
              <a:ext cx="114278" cy="217339"/>
            </a:xfrm>
            <a:custGeom>
              <a:rect b="b" l="l" r="r" t="t"/>
              <a:pathLst>
                <a:path extrusionOk="0" fill="none" h="5038" w="2649">
                  <a:moveTo>
                    <a:pt x="1" y="5037"/>
                  </a:moveTo>
                  <a:cubicBezTo>
                    <a:pt x="1" y="5037"/>
                    <a:pt x="586" y="2767"/>
                    <a:pt x="2648" y="0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65" name="Google Shape;1265;p1"/>
            <p:cNvGrpSpPr/>
            <p:nvPr/>
          </p:nvGrpSpPr>
          <p:grpSpPr>
            <a:xfrm>
              <a:off x="1843737" y="3461734"/>
              <a:ext cx="907359" cy="983892"/>
              <a:chOff x="1671534" y="3266758"/>
              <a:chExt cx="1020307" cy="1106367"/>
            </a:xfrm>
          </p:grpSpPr>
          <p:sp>
            <p:nvSpPr>
              <p:cNvPr id="1266" name="Google Shape;1266;p1"/>
              <p:cNvSpPr/>
              <p:nvPr/>
            </p:nvSpPr>
            <p:spPr>
              <a:xfrm>
                <a:off x="2142439" y="3288879"/>
                <a:ext cx="365154" cy="703286"/>
              </a:xfrm>
              <a:custGeom>
                <a:rect b="b" l="l" r="r" t="t"/>
                <a:pathLst>
                  <a:path extrusionOk="0" fill="none" h="14497" w="7527">
                    <a:moveTo>
                      <a:pt x="1984" y="14497"/>
                    </a:moveTo>
                    <a:cubicBezTo>
                      <a:pt x="1865" y="13555"/>
                      <a:pt x="665" y="12891"/>
                      <a:pt x="784" y="11939"/>
                    </a:cubicBezTo>
                    <a:cubicBezTo>
                      <a:pt x="834" y="11483"/>
                      <a:pt x="1200" y="11116"/>
                      <a:pt x="1329" y="10660"/>
                    </a:cubicBezTo>
                    <a:cubicBezTo>
                      <a:pt x="1577" y="9916"/>
                      <a:pt x="1200" y="9093"/>
                      <a:pt x="784" y="8389"/>
                    </a:cubicBezTo>
                    <a:cubicBezTo>
                      <a:pt x="417" y="7685"/>
                      <a:pt x="1" y="6902"/>
                      <a:pt x="209" y="6158"/>
                    </a:cubicBezTo>
                    <a:cubicBezTo>
                      <a:pt x="457" y="5285"/>
                      <a:pt x="1984" y="4750"/>
                      <a:pt x="2608" y="4135"/>
                    </a:cubicBezTo>
                    <a:cubicBezTo>
                      <a:pt x="3263" y="3550"/>
                      <a:pt x="3392" y="2688"/>
                      <a:pt x="3759" y="1944"/>
                    </a:cubicBezTo>
                    <a:cubicBezTo>
                      <a:pt x="4135" y="1161"/>
                      <a:pt x="4998" y="417"/>
                      <a:pt x="5831" y="169"/>
                    </a:cubicBezTo>
                    <a:cubicBezTo>
                      <a:pt x="6366" y="1"/>
                      <a:pt x="6902" y="169"/>
                      <a:pt x="7189" y="665"/>
                    </a:cubicBezTo>
                    <a:cubicBezTo>
                      <a:pt x="7437" y="1032"/>
                      <a:pt x="7526" y="1528"/>
                      <a:pt x="7526" y="1984"/>
                    </a:cubicBezTo>
                    <a:cubicBezTo>
                      <a:pt x="7526" y="2598"/>
                      <a:pt x="7358" y="3263"/>
                      <a:pt x="7031" y="3838"/>
                    </a:cubicBezTo>
                    <a:cubicBezTo>
                      <a:pt x="6614" y="4502"/>
                      <a:pt x="6039" y="5038"/>
                      <a:pt x="5791" y="5781"/>
                    </a:cubicBezTo>
                    <a:cubicBezTo>
                      <a:pt x="5494" y="6614"/>
                      <a:pt x="5335" y="7358"/>
                      <a:pt x="5583" y="8349"/>
                    </a:cubicBezTo>
                    <a:cubicBezTo>
                      <a:pt x="6039" y="10164"/>
                      <a:pt x="5414" y="11859"/>
                      <a:pt x="4839" y="12068"/>
                    </a:cubicBezTo>
                    <a:cubicBezTo>
                      <a:pt x="3312" y="12682"/>
                      <a:pt x="2688" y="12851"/>
                      <a:pt x="1984" y="1449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1"/>
              <p:cNvSpPr/>
              <p:nvPr/>
            </p:nvSpPr>
            <p:spPr>
              <a:xfrm>
                <a:off x="2216517" y="3349033"/>
                <a:ext cx="208798" cy="943762"/>
              </a:xfrm>
              <a:custGeom>
                <a:rect b="b" l="l" r="r" t="t"/>
                <a:pathLst>
                  <a:path extrusionOk="0" fill="none" h="19454" w="4304">
                    <a:moveTo>
                      <a:pt x="4304" y="0"/>
                    </a:moveTo>
                    <a:cubicBezTo>
                      <a:pt x="3887" y="615"/>
                      <a:pt x="3144" y="2191"/>
                      <a:pt x="2896" y="2935"/>
                    </a:cubicBezTo>
                    <a:cubicBezTo>
                      <a:pt x="953" y="8220"/>
                      <a:pt x="1" y="13842"/>
                      <a:pt x="50" y="19454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8" name="Google Shape;1268;p1"/>
              <p:cNvSpPr/>
              <p:nvPr/>
            </p:nvSpPr>
            <p:spPr>
              <a:xfrm>
                <a:off x="1671534" y="3645779"/>
                <a:ext cx="412744" cy="553237"/>
              </a:xfrm>
              <a:custGeom>
                <a:rect b="b" l="l" r="r" t="t"/>
                <a:pathLst>
                  <a:path extrusionOk="0" fill="none" h="11404" w="8508">
                    <a:moveTo>
                      <a:pt x="7685" y="11403"/>
                    </a:moveTo>
                    <a:cubicBezTo>
                      <a:pt x="7318" y="10699"/>
                      <a:pt x="6693" y="10283"/>
                      <a:pt x="6118" y="9956"/>
                    </a:cubicBezTo>
                    <a:cubicBezTo>
                      <a:pt x="5454" y="9619"/>
                      <a:pt x="4790" y="9123"/>
                      <a:pt x="4542" y="8429"/>
                    </a:cubicBezTo>
                    <a:cubicBezTo>
                      <a:pt x="4423" y="8181"/>
                      <a:pt x="4423" y="7933"/>
                      <a:pt x="4294" y="7725"/>
                    </a:cubicBezTo>
                    <a:cubicBezTo>
                      <a:pt x="4096" y="7348"/>
                      <a:pt x="3719" y="7140"/>
                      <a:pt x="3352" y="6981"/>
                    </a:cubicBezTo>
                    <a:cubicBezTo>
                      <a:pt x="2936" y="6813"/>
                      <a:pt x="2559" y="6694"/>
                      <a:pt x="2232" y="6396"/>
                    </a:cubicBezTo>
                    <a:cubicBezTo>
                      <a:pt x="1984" y="6148"/>
                      <a:pt x="1775" y="5781"/>
                      <a:pt x="1775" y="5405"/>
                    </a:cubicBezTo>
                    <a:cubicBezTo>
                      <a:pt x="1736" y="5038"/>
                      <a:pt x="1865" y="4661"/>
                      <a:pt x="1736" y="4334"/>
                    </a:cubicBezTo>
                    <a:cubicBezTo>
                      <a:pt x="1617" y="3967"/>
                      <a:pt x="1240" y="3719"/>
                      <a:pt x="952" y="3422"/>
                    </a:cubicBezTo>
                    <a:cubicBezTo>
                      <a:pt x="377" y="2886"/>
                      <a:pt x="1" y="1984"/>
                      <a:pt x="80" y="1191"/>
                    </a:cubicBezTo>
                    <a:cubicBezTo>
                      <a:pt x="248" y="80"/>
                      <a:pt x="1319" y="1"/>
                      <a:pt x="2192" y="368"/>
                    </a:cubicBezTo>
                    <a:cubicBezTo>
                      <a:pt x="2767" y="576"/>
                      <a:pt x="3263" y="943"/>
                      <a:pt x="3848" y="1151"/>
                    </a:cubicBezTo>
                    <a:cubicBezTo>
                      <a:pt x="4344" y="1320"/>
                      <a:pt x="4839" y="1359"/>
                      <a:pt x="5335" y="1567"/>
                    </a:cubicBezTo>
                    <a:cubicBezTo>
                      <a:pt x="5870" y="1815"/>
                      <a:pt x="6277" y="2311"/>
                      <a:pt x="6485" y="2886"/>
                    </a:cubicBezTo>
                    <a:cubicBezTo>
                      <a:pt x="6614" y="3342"/>
                      <a:pt x="6614" y="3838"/>
                      <a:pt x="6693" y="4294"/>
                    </a:cubicBezTo>
                    <a:cubicBezTo>
                      <a:pt x="6773" y="4621"/>
                      <a:pt x="6941" y="4958"/>
                      <a:pt x="7150" y="5246"/>
                    </a:cubicBezTo>
                    <a:cubicBezTo>
                      <a:pt x="7764" y="6029"/>
                      <a:pt x="8429" y="6942"/>
                      <a:pt x="8468" y="7973"/>
                    </a:cubicBezTo>
                    <a:cubicBezTo>
                      <a:pt x="8508" y="9172"/>
                      <a:pt x="8220" y="10362"/>
                      <a:pt x="7685" y="11403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9" name="Google Shape;1269;p1"/>
              <p:cNvSpPr/>
              <p:nvPr/>
            </p:nvSpPr>
            <p:spPr>
              <a:xfrm>
                <a:off x="1747552" y="3713598"/>
                <a:ext cx="318970" cy="659527"/>
              </a:xfrm>
              <a:custGeom>
                <a:rect b="b" l="l" r="r" t="t"/>
                <a:pathLst>
                  <a:path extrusionOk="0" fill="none" h="13595" w="6575">
                    <a:moveTo>
                      <a:pt x="0" y="1"/>
                    </a:moveTo>
                    <a:cubicBezTo>
                      <a:pt x="4214" y="2856"/>
                      <a:pt x="6247" y="8350"/>
                      <a:pt x="6574" y="13595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0" name="Google Shape;1270;p1"/>
              <p:cNvSpPr/>
              <p:nvPr/>
            </p:nvSpPr>
            <p:spPr>
              <a:xfrm>
                <a:off x="1767733" y="3940147"/>
                <a:ext cx="192449" cy="22219"/>
              </a:xfrm>
              <a:custGeom>
                <a:rect b="b" l="l" r="r" t="t"/>
                <a:pathLst>
                  <a:path extrusionOk="0" fill="none" h="458" w="3967">
                    <a:moveTo>
                      <a:pt x="1" y="1"/>
                    </a:moveTo>
                    <a:cubicBezTo>
                      <a:pt x="1" y="1"/>
                      <a:pt x="2152" y="1"/>
                      <a:pt x="3967" y="45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1" name="Google Shape;1271;p1"/>
              <p:cNvSpPr/>
              <p:nvPr/>
            </p:nvSpPr>
            <p:spPr>
              <a:xfrm>
                <a:off x="1757642" y="3729946"/>
                <a:ext cx="182358" cy="178041"/>
              </a:xfrm>
              <a:custGeom>
                <a:rect b="b" l="l" r="r" t="t"/>
                <a:pathLst>
                  <a:path extrusionOk="0" fill="none" h="3670" w="3759">
                    <a:moveTo>
                      <a:pt x="3312" y="1"/>
                    </a:moveTo>
                    <a:cubicBezTo>
                      <a:pt x="3758" y="1607"/>
                      <a:pt x="3560" y="3670"/>
                      <a:pt x="3560" y="3670"/>
                    </a:cubicBezTo>
                    <a:cubicBezTo>
                      <a:pt x="3560" y="3670"/>
                      <a:pt x="1904" y="3303"/>
                      <a:pt x="0" y="3223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2" name="Google Shape;1272;p1"/>
              <p:cNvSpPr/>
              <p:nvPr/>
            </p:nvSpPr>
            <p:spPr>
              <a:xfrm>
                <a:off x="1887994" y="3868010"/>
                <a:ext cx="154464" cy="200648"/>
              </a:xfrm>
              <a:custGeom>
                <a:rect b="b" l="l" r="r" t="t"/>
                <a:pathLst>
                  <a:path extrusionOk="0" fill="none" h="4136" w="3184">
                    <a:moveTo>
                      <a:pt x="0" y="3600"/>
                    </a:moveTo>
                    <a:cubicBezTo>
                      <a:pt x="0" y="3600"/>
                      <a:pt x="1369" y="3719"/>
                      <a:pt x="2440" y="4135"/>
                    </a:cubicBezTo>
                    <a:cubicBezTo>
                      <a:pt x="2440" y="4135"/>
                      <a:pt x="3183" y="2113"/>
                      <a:pt x="2727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3" name="Google Shape;1273;p1"/>
              <p:cNvSpPr/>
              <p:nvPr/>
            </p:nvSpPr>
            <p:spPr>
              <a:xfrm>
                <a:off x="1839870" y="3266758"/>
                <a:ext cx="445005" cy="819716"/>
              </a:xfrm>
              <a:custGeom>
                <a:rect b="b" l="l" r="r" t="t"/>
                <a:pathLst>
                  <a:path extrusionOk="0" fill="none" h="16897" w="9173">
                    <a:moveTo>
                      <a:pt x="6446" y="16896"/>
                    </a:moveTo>
                    <a:cubicBezTo>
                      <a:pt x="7725" y="15944"/>
                      <a:pt x="8925" y="14457"/>
                      <a:pt x="9093" y="12890"/>
                    </a:cubicBezTo>
                    <a:cubicBezTo>
                      <a:pt x="9173" y="12186"/>
                      <a:pt x="9093" y="11482"/>
                      <a:pt x="8845" y="10828"/>
                    </a:cubicBezTo>
                    <a:cubicBezTo>
                      <a:pt x="8637" y="10124"/>
                      <a:pt x="8141" y="9549"/>
                      <a:pt x="7973" y="8845"/>
                    </a:cubicBezTo>
                    <a:cubicBezTo>
                      <a:pt x="7685" y="7606"/>
                      <a:pt x="8677" y="6198"/>
                      <a:pt x="7894" y="5038"/>
                    </a:cubicBezTo>
                    <a:cubicBezTo>
                      <a:pt x="7606" y="4631"/>
                      <a:pt x="7150" y="4383"/>
                      <a:pt x="6773" y="4006"/>
                    </a:cubicBezTo>
                    <a:cubicBezTo>
                      <a:pt x="5990" y="3223"/>
                      <a:pt x="5990" y="2023"/>
                      <a:pt x="5286" y="1240"/>
                    </a:cubicBezTo>
                    <a:cubicBezTo>
                      <a:pt x="4592" y="457"/>
                      <a:pt x="3303" y="1"/>
                      <a:pt x="2272" y="1"/>
                    </a:cubicBezTo>
                    <a:cubicBezTo>
                      <a:pt x="1201" y="40"/>
                      <a:pt x="1" y="823"/>
                      <a:pt x="1" y="1944"/>
                    </a:cubicBezTo>
                    <a:cubicBezTo>
                      <a:pt x="1" y="2807"/>
                      <a:pt x="745" y="3471"/>
                      <a:pt x="1072" y="4254"/>
                    </a:cubicBezTo>
                    <a:cubicBezTo>
                      <a:pt x="1369" y="4958"/>
                      <a:pt x="1409" y="5781"/>
                      <a:pt x="1121" y="6485"/>
                    </a:cubicBezTo>
                    <a:cubicBezTo>
                      <a:pt x="784" y="7358"/>
                      <a:pt x="41" y="8220"/>
                      <a:pt x="378" y="9053"/>
                    </a:cubicBezTo>
                    <a:cubicBezTo>
                      <a:pt x="665" y="9876"/>
                      <a:pt x="2153" y="10451"/>
                      <a:pt x="2648" y="11076"/>
                    </a:cubicBezTo>
                    <a:cubicBezTo>
                      <a:pt x="3640" y="12276"/>
                      <a:pt x="1984" y="13466"/>
                      <a:pt x="3471" y="14378"/>
                    </a:cubicBezTo>
                    <a:cubicBezTo>
                      <a:pt x="4215" y="14794"/>
                      <a:pt x="5990" y="15201"/>
                      <a:pt x="6446" y="16896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4" name="Google Shape;1274;p1"/>
              <p:cNvSpPr/>
              <p:nvPr/>
            </p:nvSpPr>
            <p:spPr>
              <a:xfrm>
                <a:off x="1901965" y="3551521"/>
                <a:ext cx="166446" cy="77960"/>
              </a:xfrm>
              <a:custGeom>
                <a:rect b="b" l="l" r="r" t="t"/>
                <a:pathLst>
                  <a:path extrusionOk="0" fill="none" h="1607" w="3431">
                    <a:moveTo>
                      <a:pt x="0" y="0"/>
                    </a:moveTo>
                    <a:cubicBezTo>
                      <a:pt x="0" y="0"/>
                      <a:pt x="2568" y="952"/>
                      <a:pt x="3431" y="160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5" name="Google Shape;1275;p1"/>
              <p:cNvSpPr/>
              <p:nvPr/>
            </p:nvSpPr>
            <p:spPr>
              <a:xfrm>
                <a:off x="2048180" y="3371155"/>
                <a:ext cx="74612" cy="188131"/>
              </a:xfrm>
              <a:custGeom>
                <a:rect b="b" l="l" r="r" t="t"/>
                <a:pathLst>
                  <a:path extrusionOk="0" fill="none" h="3878" w="1538">
                    <a:moveTo>
                      <a:pt x="1537" y="0"/>
                    </a:moveTo>
                    <a:cubicBezTo>
                      <a:pt x="1537" y="0"/>
                      <a:pt x="248" y="1983"/>
                      <a:pt x="0" y="387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6" name="Google Shape;1276;p1"/>
              <p:cNvSpPr/>
              <p:nvPr/>
            </p:nvSpPr>
            <p:spPr>
              <a:xfrm>
                <a:off x="1901965" y="3278789"/>
                <a:ext cx="270845" cy="1082314"/>
              </a:xfrm>
              <a:custGeom>
                <a:rect b="b" l="l" r="r" t="t"/>
                <a:pathLst>
                  <a:path extrusionOk="0" fill="none" h="22310" w="5583">
                    <a:moveTo>
                      <a:pt x="0" y="0"/>
                    </a:moveTo>
                    <a:cubicBezTo>
                      <a:pt x="0" y="0"/>
                      <a:pt x="1200" y="952"/>
                      <a:pt x="1983" y="2896"/>
                    </a:cubicBezTo>
                    <a:cubicBezTo>
                      <a:pt x="4551" y="9341"/>
                      <a:pt x="5126" y="15250"/>
                      <a:pt x="5582" y="2231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7" name="Google Shape;1277;p1"/>
              <p:cNvSpPr/>
              <p:nvPr/>
            </p:nvSpPr>
            <p:spPr>
              <a:xfrm>
                <a:off x="1908175" y="3605369"/>
                <a:ext cx="324743" cy="240573"/>
              </a:xfrm>
              <a:custGeom>
                <a:rect b="b" l="l" r="r" t="t"/>
                <a:pathLst>
                  <a:path extrusionOk="0" fill="none" h="4959" w="6694">
                    <a:moveTo>
                      <a:pt x="6694" y="1"/>
                    </a:moveTo>
                    <a:cubicBezTo>
                      <a:pt x="5286" y="2192"/>
                      <a:pt x="4334" y="4959"/>
                      <a:pt x="4334" y="4959"/>
                    </a:cubicBezTo>
                    <a:cubicBezTo>
                      <a:pt x="4334" y="4959"/>
                      <a:pt x="2143" y="3679"/>
                      <a:pt x="1" y="3144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8" name="Google Shape;1278;p1"/>
              <p:cNvSpPr/>
              <p:nvPr/>
            </p:nvSpPr>
            <p:spPr>
              <a:xfrm>
                <a:off x="2140547" y="3792041"/>
                <a:ext cx="128461" cy="208313"/>
              </a:xfrm>
              <a:custGeom>
                <a:rect b="b" l="l" r="r" t="t"/>
                <a:pathLst>
                  <a:path extrusionOk="0" fill="none" h="4294" w="2648">
                    <a:moveTo>
                      <a:pt x="0" y="4293"/>
                    </a:moveTo>
                    <a:cubicBezTo>
                      <a:pt x="0" y="4293"/>
                      <a:pt x="1319" y="1487"/>
                      <a:pt x="2647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9" name="Google Shape;1279;p1"/>
              <p:cNvSpPr/>
              <p:nvPr/>
            </p:nvSpPr>
            <p:spPr>
              <a:xfrm>
                <a:off x="2258867" y="3619340"/>
                <a:ext cx="432974" cy="579676"/>
              </a:xfrm>
              <a:custGeom>
                <a:rect b="b" l="l" r="r" t="t"/>
                <a:pathLst>
                  <a:path extrusionOk="0" fill="none" h="11949" w="8925">
                    <a:moveTo>
                      <a:pt x="1160" y="11948"/>
                    </a:moveTo>
                    <a:cubicBezTo>
                      <a:pt x="1160" y="10907"/>
                      <a:pt x="367" y="10372"/>
                      <a:pt x="169" y="9509"/>
                    </a:cubicBezTo>
                    <a:cubicBezTo>
                      <a:pt x="0" y="8974"/>
                      <a:pt x="0" y="8389"/>
                      <a:pt x="288" y="7893"/>
                    </a:cubicBezTo>
                    <a:cubicBezTo>
                      <a:pt x="536" y="7397"/>
                      <a:pt x="992" y="7070"/>
                      <a:pt x="1160" y="6535"/>
                    </a:cubicBezTo>
                    <a:cubicBezTo>
                      <a:pt x="1279" y="6039"/>
                      <a:pt x="1031" y="5503"/>
                      <a:pt x="992" y="4918"/>
                    </a:cubicBezTo>
                    <a:cubicBezTo>
                      <a:pt x="863" y="3967"/>
                      <a:pt x="1448" y="2975"/>
                      <a:pt x="2310" y="2608"/>
                    </a:cubicBezTo>
                    <a:cubicBezTo>
                      <a:pt x="2687" y="2440"/>
                      <a:pt x="3054" y="2360"/>
                      <a:pt x="3391" y="2152"/>
                    </a:cubicBezTo>
                    <a:cubicBezTo>
                      <a:pt x="3966" y="1865"/>
                      <a:pt x="4254" y="1289"/>
                      <a:pt x="4789" y="913"/>
                    </a:cubicBezTo>
                    <a:cubicBezTo>
                      <a:pt x="5374" y="546"/>
                      <a:pt x="6068" y="248"/>
                      <a:pt x="6772" y="129"/>
                    </a:cubicBezTo>
                    <a:cubicBezTo>
                      <a:pt x="7149" y="50"/>
                      <a:pt x="7556" y="0"/>
                      <a:pt x="7932" y="129"/>
                    </a:cubicBezTo>
                    <a:cubicBezTo>
                      <a:pt x="8299" y="248"/>
                      <a:pt x="8636" y="546"/>
                      <a:pt x="8755" y="913"/>
                    </a:cubicBezTo>
                    <a:cubicBezTo>
                      <a:pt x="8924" y="1537"/>
                      <a:pt x="8428" y="2112"/>
                      <a:pt x="7972" y="2608"/>
                    </a:cubicBezTo>
                    <a:cubicBezTo>
                      <a:pt x="7516" y="3064"/>
                      <a:pt x="7020" y="3679"/>
                      <a:pt x="7268" y="4304"/>
                    </a:cubicBezTo>
                    <a:cubicBezTo>
                      <a:pt x="7357" y="4462"/>
                      <a:pt x="7476" y="4631"/>
                      <a:pt x="7556" y="4839"/>
                    </a:cubicBezTo>
                    <a:cubicBezTo>
                      <a:pt x="7972" y="5751"/>
                      <a:pt x="7189" y="6535"/>
                      <a:pt x="6406" y="6902"/>
                    </a:cubicBezTo>
                    <a:cubicBezTo>
                      <a:pt x="5989" y="7110"/>
                      <a:pt x="5533" y="7278"/>
                      <a:pt x="5166" y="7566"/>
                    </a:cubicBezTo>
                    <a:cubicBezTo>
                      <a:pt x="4581" y="7982"/>
                      <a:pt x="4541" y="8478"/>
                      <a:pt x="4462" y="9093"/>
                    </a:cubicBezTo>
                    <a:cubicBezTo>
                      <a:pt x="4383" y="9717"/>
                      <a:pt x="4046" y="10124"/>
                      <a:pt x="3510" y="10372"/>
                    </a:cubicBezTo>
                    <a:cubicBezTo>
                      <a:pt x="3054" y="10580"/>
                      <a:pt x="1944" y="10749"/>
                      <a:pt x="1160" y="11948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0" name="Google Shape;1280;p1"/>
              <p:cNvSpPr/>
              <p:nvPr/>
            </p:nvSpPr>
            <p:spPr>
              <a:xfrm>
                <a:off x="2303110" y="3695794"/>
                <a:ext cx="274241" cy="651377"/>
              </a:xfrm>
              <a:custGeom>
                <a:rect b="b" l="l" r="r" t="t"/>
                <a:pathLst>
                  <a:path extrusionOk="0" fill="none" h="13427" w="5653">
                    <a:moveTo>
                      <a:pt x="5652" y="1"/>
                    </a:moveTo>
                    <a:cubicBezTo>
                      <a:pt x="4710" y="784"/>
                      <a:pt x="2678" y="3223"/>
                      <a:pt x="1934" y="4919"/>
                    </a:cubicBezTo>
                    <a:cubicBezTo>
                      <a:pt x="655" y="7844"/>
                      <a:pt x="80" y="10204"/>
                      <a:pt x="0" y="13426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1" name="Google Shape;1281;p1"/>
              <p:cNvSpPr/>
              <p:nvPr/>
            </p:nvSpPr>
            <p:spPr>
              <a:xfrm>
                <a:off x="2303110" y="3960376"/>
                <a:ext cx="31776" cy="146265"/>
              </a:xfrm>
              <a:custGeom>
                <a:rect b="b" l="l" r="r" t="t"/>
                <a:pathLst>
                  <a:path extrusionOk="0" fill="none" h="3015" w="655">
                    <a:moveTo>
                      <a:pt x="0" y="0"/>
                    </a:moveTo>
                    <a:cubicBezTo>
                      <a:pt x="0" y="0"/>
                      <a:pt x="199" y="2063"/>
                      <a:pt x="655" y="3015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2" name="Google Shape;1282;p1"/>
              <p:cNvSpPr/>
              <p:nvPr/>
            </p:nvSpPr>
            <p:spPr>
              <a:xfrm>
                <a:off x="2355067" y="3754008"/>
                <a:ext cx="272786" cy="206421"/>
              </a:xfrm>
              <a:custGeom>
                <a:rect b="b" l="l" r="r" t="t"/>
                <a:pathLst>
                  <a:path extrusionOk="0" fill="none" h="4255" w="5623">
                    <a:moveTo>
                      <a:pt x="0" y="1"/>
                    </a:moveTo>
                    <a:cubicBezTo>
                      <a:pt x="0" y="1"/>
                      <a:pt x="169" y="2886"/>
                      <a:pt x="665" y="4254"/>
                    </a:cubicBezTo>
                    <a:cubicBezTo>
                      <a:pt x="665" y="4254"/>
                      <a:pt x="2896" y="2767"/>
                      <a:pt x="5622" y="2182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3" name="Google Shape;1283;p1"/>
              <p:cNvSpPr/>
              <p:nvPr/>
            </p:nvSpPr>
            <p:spPr>
              <a:xfrm>
                <a:off x="2441175" y="3713598"/>
                <a:ext cx="176585" cy="116479"/>
              </a:xfrm>
              <a:custGeom>
                <a:rect b="b" l="l" r="r" t="t"/>
                <a:pathLst>
                  <a:path extrusionOk="0" fill="none" h="2401" w="3640">
                    <a:moveTo>
                      <a:pt x="0" y="1"/>
                    </a:moveTo>
                    <a:cubicBezTo>
                      <a:pt x="0" y="1"/>
                      <a:pt x="40" y="1280"/>
                      <a:pt x="377" y="2400"/>
                    </a:cubicBezTo>
                    <a:cubicBezTo>
                      <a:pt x="377" y="2400"/>
                      <a:pt x="1656" y="1776"/>
                      <a:pt x="3639" y="1369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4" name="Google Shape;1284;p1"/>
              <p:cNvSpPr/>
              <p:nvPr/>
            </p:nvSpPr>
            <p:spPr>
              <a:xfrm>
                <a:off x="2429144" y="3811737"/>
                <a:ext cx="178477" cy="64522"/>
              </a:xfrm>
              <a:custGeom>
                <a:rect b="b" l="l" r="r" t="t"/>
                <a:pathLst>
                  <a:path extrusionOk="0" fill="none" h="1330" w="3679">
                    <a:moveTo>
                      <a:pt x="0" y="1329"/>
                    </a:moveTo>
                    <a:cubicBezTo>
                      <a:pt x="0" y="1329"/>
                      <a:pt x="1864" y="338"/>
                      <a:pt x="3679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5" name="Google Shape;1285;p1"/>
              <p:cNvSpPr/>
              <p:nvPr/>
            </p:nvSpPr>
            <p:spPr>
              <a:xfrm>
                <a:off x="2355067" y="3986330"/>
                <a:ext cx="154464" cy="56323"/>
              </a:xfrm>
              <a:custGeom>
                <a:rect b="b" l="l" r="r" t="t"/>
                <a:pathLst>
                  <a:path extrusionOk="0" fill="none" h="1161" w="3184">
                    <a:moveTo>
                      <a:pt x="0" y="1161"/>
                    </a:moveTo>
                    <a:cubicBezTo>
                      <a:pt x="0" y="1161"/>
                      <a:pt x="1240" y="249"/>
                      <a:pt x="3183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86" name="Google Shape;1286;p1"/>
            <p:cNvSpPr/>
            <p:nvPr/>
          </p:nvSpPr>
          <p:spPr>
            <a:xfrm>
              <a:off x="2111024" y="4350889"/>
              <a:ext cx="406422" cy="566816"/>
            </a:xfrm>
            <a:custGeom>
              <a:rect b="b" l="l" r="r" t="t"/>
              <a:pathLst>
                <a:path extrusionOk="0" h="13139" w="9421">
                  <a:moveTo>
                    <a:pt x="1" y="0"/>
                  </a:moveTo>
                  <a:lnTo>
                    <a:pt x="1" y="2816"/>
                  </a:lnTo>
                  <a:cubicBezTo>
                    <a:pt x="1" y="9093"/>
                    <a:pt x="1865" y="13138"/>
                    <a:pt x="1865" y="13138"/>
                  </a:cubicBezTo>
                  <a:lnTo>
                    <a:pt x="7566" y="13138"/>
                  </a:lnTo>
                  <a:cubicBezTo>
                    <a:pt x="7566" y="13138"/>
                    <a:pt x="9420" y="9093"/>
                    <a:pt x="9420" y="2816"/>
                  </a:cubicBezTo>
                  <a:lnTo>
                    <a:pt x="942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7" name="Google Shape;1287;p1"/>
            <p:cNvGrpSpPr/>
            <p:nvPr/>
          </p:nvGrpSpPr>
          <p:grpSpPr>
            <a:xfrm>
              <a:off x="5984084" y="3408282"/>
              <a:ext cx="991141" cy="1251251"/>
              <a:chOff x="6327271" y="3206652"/>
              <a:chExt cx="1114518" cy="1407007"/>
            </a:xfrm>
          </p:grpSpPr>
          <p:sp>
            <p:nvSpPr>
              <p:cNvPr id="1288" name="Google Shape;1288;p1"/>
              <p:cNvSpPr/>
              <p:nvPr/>
            </p:nvSpPr>
            <p:spPr>
              <a:xfrm>
                <a:off x="6842419" y="3254727"/>
                <a:ext cx="356955" cy="862019"/>
              </a:xfrm>
              <a:custGeom>
                <a:rect b="b" l="l" r="r" t="t"/>
                <a:pathLst>
                  <a:path extrusionOk="0" fill="none" h="17769" w="7358">
                    <a:moveTo>
                      <a:pt x="2192" y="17769"/>
                    </a:moveTo>
                    <a:cubicBezTo>
                      <a:pt x="1161" y="16777"/>
                      <a:pt x="209" y="15201"/>
                      <a:pt x="80" y="13555"/>
                    </a:cubicBezTo>
                    <a:cubicBezTo>
                      <a:pt x="0" y="12851"/>
                      <a:pt x="80" y="12068"/>
                      <a:pt x="248" y="11364"/>
                    </a:cubicBezTo>
                    <a:cubicBezTo>
                      <a:pt x="457" y="10660"/>
                      <a:pt x="823" y="10045"/>
                      <a:pt x="952" y="9341"/>
                    </a:cubicBezTo>
                    <a:cubicBezTo>
                      <a:pt x="1200" y="7973"/>
                      <a:pt x="417" y="6525"/>
                      <a:pt x="1032" y="5286"/>
                    </a:cubicBezTo>
                    <a:cubicBezTo>
                      <a:pt x="1280" y="4879"/>
                      <a:pt x="1983" y="4671"/>
                      <a:pt x="2271" y="4294"/>
                    </a:cubicBezTo>
                    <a:cubicBezTo>
                      <a:pt x="2767" y="3679"/>
                      <a:pt x="2727" y="2688"/>
                      <a:pt x="3054" y="1904"/>
                    </a:cubicBezTo>
                    <a:cubicBezTo>
                      <a:pt x="3510" y="705"/>
                      <a:pt x="4502" y="1"/>
                      <a:pt x="5533" y="40"/>
                    </a:cubicBezTo>
                    <a:cubicBezTo>
                      <a:pt x="6406" y="80"/>
                      <a:pt x="7358" y="913"/>
                      <a:pt x="7358" y="2023"/>
                    </a:cubicBezTo>
                    <a:cubicBezTo>
                      <a:pt x="7358" y="2936"/>
                      <a:pt x="6773" y="3679"/>
                      <a:pt x="6525" y="4502"/>
                    </a:cubicBezTo>
                    <a:cubicBezTo>
                      <a:pt x="6277" y="5246"/>
                      <a:pt x="6237" y="6079"/>
                      <a:pt x="6485" y="6822"/>
                    </a:cubicBezTo>
                    <a:cubicBezTo>
                      <a:pt x="6733" y="7725"/>
                      <a:pt x="7318" y="8637"/>
                      <a:pt x="7070" y="9549"/>
                    </a:cubicBezTo>
                    <a:cubicBezTo>
                      <a:pt x="6822" y="10372"/>
                      <a:pt x="5662" y="10987"/>
                      <a:pt x="5246" y="11651"/>
                    </a:cubicBezTo>
                    <a:cubicBezTo>
                      <a:pt x="4462" y="12891"/>
                      <a:pt x="5781" y="14170"/>
                      <a:pt x="4591" y="15122"/>
                    </a:cubicBezTo>
                    <a:cubicBezTo>
                      <a:pt x="3967" y="15538"/>
                      <a:pt x="2559" y="15994"/>
                      <a:pt x="2192" y="17769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9" name="Google Shape;1289;p1"/>
              <p:cNvSpPr/>
              <p:nvPr/>
            </p:nvSpPr>
            <p:spPr>
              <a:xfrm>
                <a:off x="7008863" y="3312941"/>
                <a:ext cx="46184" cy="166495"/>
              </a:xfrm>
              <a:custGeom>
                <a:rect b="b" l="l" r="r" t="t"/>
                <a:pathLst>
                  <a:path extrusionOk="0" fill="none" h="3432" w="952">
                    <a:moveTo>
                      <a:pt x="952" y="3431"/>
                    </a:moveTo>
                    <a:cubicBezTo>
                      <a:pt x="952" y="3431"/>
                      <a:pt x="615" y="1408"/>
                      <a:pt x="0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0" name="Google Shape;1290;p1"/>
              <p:cNvSpPr/>
              <p:nvPr/>
            </p:nvSpPr>
            <p:spPr>
              <a:xfrm>
                <a:off x="7017013" y="3555353"/>
                <a:ext cx="132342" cy="80385"/>
              </a:xfrm>
              <a:custGeom>
                <a:rect b="b" l="l" r="r" t="t"/>
                <a:pathLst>
                  <a:path extrusionOk="0" fill="none" h="1657" w="2728">
                    <a:moveTo>
                      <a:pt x="2727" y="1"/>
                    </a:moveTo>
                    <a:cubicBezTo>
                      <a:pt x="2727" y="1"/>
                      <a:pt x="695" y="992"/>
                      <a:pt x="1" y="165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1" name="Google Shape;1291;p1"/>
              <p:cNvSpPr/>
              <p:nvPr/>
            </p:nvSpPr>
            <p:spPr>
              <a:xfrm>
                <a:off x="6982861" y="3369214"/>
                <a:ext cx="50065" cy="194390"/>
              </a:xfrm>
              <a:custGeom>
                <a:rect b="b" l="l" r="r" t="t"/>
                <a:pathLst>
                  <a:path extrusionOk="0" fill="none" h="4007" w="1032">
                    <a:moveTo>
                      <a:pt x="1" y="0"/>
                    </a:moveTo>
                    <a:cubicBezTo>
                      <a:pt x="1" y="0"/>
                      <a:pt x="824" y="1984"/>
                      <a:pt x="1032" y="4006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2" name="Google Shape;1292;p1"/>
              <p:cNvSpPr/>
              <p:nvPr/>
            </p:nvSpPr>
            <p:spPr>
              <a:xfrm>
                <a:off x="7055046" y="3429320"/>
                <a:ext cx="122203" cy="50113"/>
              </a:xfrm>
              <a:custGeom>
                <a:rect b="b" l="l" r="r" t="t"/>
                <a:pathLst>
                  <a:path extrusionOk="0" fill="none" h="1033" w="2519">
                    <a:moveTo>
                      <a:pt x="2519" y="1"/>
                    </a:moveTo>
                    <a:cubicBezTo>
                      <a:pt x="2519" y="1"/>
                      <a:pt x="783" y="368"/>
                      <a:pt x="0" y="1032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3" name="Google Shape;1293;p1"/>
              <p:cNvSpPr/>
              <p:nvPr/>
            </p:nvSpPr>
            <p:spPr>
              <a:xfrm>
                <a:off x="6932845" y="3268698"/>
                <a:ext cx="216511" cy="1136696"/>
              </a:xfrm>
              <a:custGeom>
                <a:rect b="b" l="l" r="r" t="t"/>
                <a:pathLst>
                  <a:path extrusionOk="0" fill="none" h="23431" w="4463">
                    <a:moveTo>
                      <a:pt x="4462" y="0"/>
                    </a:moveTo>
                    <a:cubicBezTo>
                      <a:pt x="4462" y="0"/>
                      <a:pt x="3511" y="952"/>
                      <a:pt x="2886" y="3014"/>
                    </a:cubicBezTo>
                    <a:cubicBezTo>
                      <a:pt x="823" y="9797"/>
                      <a:pt x="367" y="16033"/>
                      <a:pt x="1" y="2343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1"/>
              <p:cNvSpPr/>
              <p:nvPr/>
            </p:nvSpPr>
            <p:spPr>
              <a:xfrm>
                <a:off x="6884721" y="3611627"/>
                <a:ext cx="260318" cy="252605"/>
              </a:xfrm>
              <a:custGeom>
                <a:rect b="b" l="l" r="r" t="t"/>
                <a:pathLst>
                  <a:path extrusionOk="0" fill="none" h="5207" w="5366">
                    <a:moveTo>
                      <a:pt x="1" y="1"/>
                    </a:moveTo>
                    <a:cubicBezTo>
                      <a:pt x="1111" y="2271"/>
                      <a:pt x="1895" y="5206"/>
                      <a:pt x="1895" y="5206"/>
                    </a:cubicBezTo>
                    <a:cubicBezTo>
                      <a:pt x="1895" y="5206"/>
                      <a:pt x="3630" y="3878"/>
                      <a:pt x="5365" y="3263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5" name="Google Shape;1295;p1"/>
              <p:cNvSpPr/>
              <p:nvPr/>
            </p:nvSpPr>
            <p:spPr>
              <a:xfrm>
                <a:off x="6854450" y="3805964"/>
                <a:ext cx="104399" cy="220344"/>
              </a:xfrm>
              <a:custGeom>
                <a:rect b="b" l="l" r="r" t="t"/>
                <a:pathLst>
                  <a:path extrusionOk="0" fill="none" h="4542" w="2152">
                    <a:moveTo>
                      <a:pt x="2152" y="4542"/>
                    </a:moveTo>
                    <a:cubicBezTo>
                      <a:pt x="2152" y="4542"/>
                      <a:pt x="1071" y="1607"/>
                      <a:pt x="0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1"/>
              <p:cNvSpPr/>
              <p:nvPr/>
            </p:nvSpPr>
            <p:spPr>
              <a:xfrm>
                <a:off x="6327271" y="3613567"/>
                <a:ext cx="439184" cy="699453"/>
              </a:xfrm>
              <a:custGeom>
                <a:rect b="b" l="l" r="r" t="t"/>
                <a:pathLst>
                  <a:path extrusionOk="0" fill="none" h="14418" w="9053">
                    <a:moveTo>
                      <a:pt x="7853" y="14417"/>
                    </a:moveTo>
                    <a:cubicBezTo>
                      <a:pt x="7893" y="13218"/>
                      <a:pt x="8676" y="12603"/>
                      <a:pt x="8884" y="11611"/>
                    </a:cubicBezTo>
                    <a:cubicBezTo>
                      <a:pt x="9053" y="10987"/>
                      <a:pt x="9053" y="10332"/>
                      <a:pt x="8805" y="9747"/>
                    </a:cubicBezTo>
                    <a:cubicBezTo>
                      <a:pt x="8517" y="9212"/>
                      <a:pt x="8061" y="8845"/>
                      <a:pt x="7893" y="8220"/>
                    </a:cubicBezTo>
                    <a:cubicBezTo>
                      <a:pt x="7774" y="7645"/>
                      <a:pt x="8022" y="7021"/>
                      <a:pt x="8061" y="6406"/>
                    </a:cubicBezTo>
                    <a:cubicBezTo>
                      <a:pt x="8180" y="5285"/>
                      <a:pt x="7605" y="4175"/>
                      <a:pt x="6693" y="3719"/>
                    </a:cubicBezTo>
                    <a:cubicBezTo>
                      <a:pt x="6286" y="3471"/>
                      <a:pt x="5830" y="3392"/>
                      <a:pt x="5454" y="3094"/>
                    </a:cubicBezTo>
                    <a:cubicBezTo>
                      <a:pt x="5087" y="2807"/>
                      <a:pt x="4839" y="2440"/>
                      <a:pt x="4502" y="2103"/>
                    </a:cubicBezTo>
                    <a:cubicBezTo>
                      <a:pt x="3599" y="1240"/>
                      <a:pt x="1408" y="0"/>
                      <a:pt x="377" y="1280"/>
                    </a:cubicBezTo>
                    <a:cubicBezTo>
                      <a:pt x="248" y="1488"/>
                      <a:pt x="169" y="1736"/>
                      <a:pt x="129" y="1984"/>
                    </a:cubicBezTo>
                    <a:cubicBezTo>
                      <a:pt x="0" y="2727"/>
                      <a:pt x="129" y="3550"/>
                      <a:pt x="585" y="4175"/>
                    </a:cubicBezTo>
                    <a:cubicBezTo>
                      <a:pt x="992" y="4710"/>
                      <a:pt x="1656" y="5037"/>
                      <a:pt x="2231" y="5454"/>
                    </a:cubicBezTo>
                    <a:cubicBezTo>
                      <a:pt x="2608" y="5702"/>
                      <a:pt x="2856" y="5989"/>
                      <a:pt x="2856" y="6485"/>
                    </a:cubicBezTo>
                    <a:cubicBezTo>
                      <a:pt x="2895" y="7021"/>
                      <a:pt x="2648" y="7556"/>
                      <a:pt x="2856" y="8101"/>
                    </a:cubicBezTo>
                    <a:cubicBezTo>
                      <a:pt x="3143" y="8845"/>
                      <a:pt x="3262" y="8924"/>
                      <a:pt x="3808" y="9380"/>
                    </a:cubicBezTo>
                    <a:cubicBezTo>
                      <a:pt x="4383" y="9836"/>
                      <a:pt x="4462" y="10412"/>
                      <a:pt x="4551" y="11155"/>
                    </a:cubicBezTo>
                    <a:cubicBezTo>
                      <a:pt x="4631" y="11859"/>
                      <a:pt x="4918" y="12355"/>
                      <a:pt x="5493" y="12643"/>
                    </a:cubicBezTo>
                    <a:cubicBezTo>
                      <a:pt x="5949" y="12890"/>
                      <a:pt x="7109" y="13059"/>
                      <a:pt x="7853" y="14417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1"/>
              <p:cNvSpPr/>
              <p:nvPr/>
            </p:nvSpPr>
            <p:spPr>
              <a:xfrm>
                <a:off x="6441710" y="3735719"/>
                <a:ext cx="280499" cy="745637"/>
              </a:xfrm>
              <a:custGeom>
                <a:rect b="b" l="l" r="r" t="t"/>
                <a:pathLst>
                  <a:path extrusionOk="0" fill="none" h="15370" w="5782">
                    <a:moveTo>
                      <a:pt x="1" y="1"/>
                    </a:moveTo>
                    <a:cubicBezTo>
                      <a:pt x="953" y="913"/>
                      <a:pt x="3055" y="3680"/>
                      <a:pt x="3799" y="5663"/>
                    </a:cubicBezTo>
                    <a:cubicBezTo>
                      <a:pt x="5117" y="9004"/>
                      <a:pt x="5702" y="11731"/>
                      <a:pt x="5782" y="1537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1"/>
              <p:cNvSpPr/>
              <p:nvPr/>
            </p:nvSpPr>
            <p:spPr>
              <a:xfrm>
                <a:off x="6688005" y="4038286"/>
                <a:ext cx="34201" cy="170327"/>
              </a:xfrm>
              <a:custGeom>
                <a:rect b="b" l="l" r="r" t="t"/>
                <a:pathLst>
                  <a:path extrusionOk="0" fill="none" h="3511" w="705">
                    <a:moveTo>
                      <a:pt x="705" y="1"/>
                    </a:moveTo>
                    <a:cubicBezTo>
                      <a:pt x="705" y="1"/>
                      <a:pt x="496" y="2361"/>
                      <a:pt x="1" y="351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1"/>
              <p:cNvSpPr/>
              <p:nvPr/>
            </p:nvSpPr>
            <p:spPr>
              <a:xfrm>
                <a:off x="6637989" y="3804024"/>
                <a:ext cx="30369" cy="234315"/>
              </a:xfrm>
              <a:custGeom>
                <a:rect b="b" l="l" r="r" t="t"/>
                <a:pathLst>
                  <a:path extrusionOk="0" fill="none" h="4830" w="626">
                    <a:moveTo>
                      <a:pt x="625" y="1"/>
                    </a:moveTo>
                    <a:cubicBezTo>
                      <a:pt x="625" y="1"/>
                      <a:pt x="457" y="3303"/>
                      <a:pt x="0" y="483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1"/>
              <p:cNvSpPr/>
              <p:nvPr/>
            </p:nvSpPr>
            <p:spPr>
              <a:xfrm>
                <a:off x="6401348" y="3757889"/>
                <a:ext cx="180418" cy="134234"/>
              </a:xfrm>
              <a:custGeom>
                <a:rect b="b" l="l" r="r" t="t"/>
                <a:pathLst>
                  <a:path extrusionOk="0" fill="none" h="2767" w="3719">
                    <a:moveTo>
                      <a:pt x="3718" y="0"/>
                    </a:moveTo>
                    <a:cubicBezTo>
                      <a:pt x="3718" y="0"/>
                      <a:pt x="3639" y="1448"/>
                      <a:pt x="3351" y="2766"/>
                    </a:cubicBezTo>
                    <a:cubicBezTo>
                      <a:pt x="3351" y="2766"/>
                      <a:pt x="1983" y="2023"/>
                      <a:pt x="0" y="156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1"/>
              <p:cNvSpPr/>
              <p:nvPr/>
            </p:nvSpPr>
            <p:spPr>
              <a:xfrm>
                <a:off x="6511956" y="4068606"/>
                <a:ext cx="158296" cy="65928"/>
              </a:xfrm>
              <a:custGeom>
                <a:rect b="b" l="l" r="r" t="t"/>
                <a:pathLst>
                  <a:path extrusionOk="0" fill="none" h="1359" w="3263">
                    <a:moveTo>
                      <a:pt x="3263" y="1359"/>
                    </a:moveTo>
                    <a:cubicBezTo>
                      <a:pt x="3263" y="1359"/>
                      <a:pt x="1984" y="328"/>
                      <a:pt x="1" y="0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1"/>
              <p:cNvSpPr/>
              <p:nvPr/>
            </p:nvSpPr>
            <p:spPr>
              <a:xfrm>
                <a:off x="6994892" y="3643402"/>
                <a:ext cx="446897" cy="615721"/>
              </a:xfrm>
              <a:custGeom>
                <a:rect b="b" l="l" r="r" t="t"/>
                <a:pathLst>
                  <a:path extrusionOk="0" fill="none" h="12692" w="9212">
                    <a:moveTo>
                      <a:pt x="863" y="12692"/>
                    </a:moveTo>
                    <a:cubicBezTo>
                      <a:pt x="1280" y="11899"/>
                      <a:pt x="1944" y="11452"/>
                      <a:pt x="2559" y="11115"/>
                    </a:cubicBezTo>
                    <a:cubicBezTo>
                      <a:pt x="3223" y="10788"/>
                      <a:pt x="3967" y="10292"/>
                      <a:pt x="4254" y="9469"/>
                    </a:cubicBezTo>
                    <a:cubicBezTo>
                      <a:pt x="4334" y="9221"/>
                      <a:pt x="4373" y="8924"/>
                      <a:pt x="4542" y="8676"/>
                    </a:cubicBezTo>
                    <a:cubicBezTo>
                      <a:pt x="4750" y="8270"/>
                      <a:pt x="5166" y="8061"/>
                      <a:pt x="5533" y="7893"/>
                    </a:cubicBezTo>
                    <a:cubicBezTo>
                      <a:pt x="5950" y="7734"/>
                      <a:pt x="6356" y="7605"/>
                      <a:pt x="6693" y="7278"/>
                    </a:cubicBezTo>
                    <a:cubicBezTo>
                      <a:pt x="6981" y="7030"/>
                      <a:pt x="7189" y="6614"/>
                      <a:pt x="7229" y="6197"/>
                    </a:cubicBezTo>
                    <a:cubicBezTo>
                      <a:pt x="7269" y="5791"/>
                      <a:pt x="7189" y="5335"/>
                      <a:pt x="7308" y="4958"/>
                    </a:cubicBezTo>
                    <a:cubicBezTo>
                      <a:pt x="7477" y="4551"/>
                      <a:pt x="7844" y="4303"/>
                      <a:pt x="8181" y="3966"/>
                    </a:cubicBezTo>
                    <a:cubicBezTo>
                      <a:pt x="8795" y="3391"/>
                      <a:pt x="9212" y="2400"/>
                      <a:pt x="9172" y="1488"/>
                    </a:cubicBezTo>
                    <a:cubicBezTo>
                      <a:pt x="9043" y="208"/>
                      <a:pt x="7973" y="0"/>
                      <a:pt x="7060" y="377"/>
                    </a:cubicBezTo>
                    <a:cubicBezTo>
                      <a:pt x="6485" y="625"/>
                      <a:pt x="5950" y="992"/>
                      <a:pt x="5365" y="1200"/>
                    </a:cubicBezTo>
                    <a:cubicBezTo>
                      <a:pt x="4829" y="1369"/>
                      <a:pt x="4294" y="1369"/>
                      <a:pt x="3798" y="1577"/>
                    </a:cubicBezTo>
                    <a:cubicBezTo>
                      <a:pt x="3263" y="1825"/>
                      <a:pt x="2767" y="2360"/>
                      <a:pt x="2559" y="3024"/>
                    </a:cubicBezTo>
                    <a:cubicBezTo>
                      <a:pt x="2390" y="3520"/>
                      <a:pt x="2390" y="4095"/>
                      <a:pt x="2271" y="4591"/>
                    </a:cubicBezTo>
                    <a:cubicBezTo>
                      <a:pt x="2142" y="5007"/>
                      <a:pt x="1984" y="5335"/>
                      <a:pt x="1736" y="5662"/>
                    </a:cubicBezTo>
                    <a:cubicBezTo>
                      <a:pt x="1071" y="6534"/>
                      <a:pt x="209" y="6862"/>
                      <a:pt x="80" y="8101"/>
                    </a:cubicBezTo>
                    <a:cubicBezTo>
                      <a:pt x="1" y="9420"/>
                      <a:pt x="367" y="11492"/>
                      <a:pt x="863" y="12692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1"/>
              <p:cNvSpPr/>
              <p:nvPr/>
            </p:nvSpPr>
            <p:spPr>
              <a:xfrm>
                <a:off x="7004982" y="3721796"/>
                <a:ext cx="360836" cy="735498"/>
              </a:xfrm>
              <a:custGeom>
                <a:rect b="b" l="l" r="r" t="t"/>
                <a:pathLst>
                  <a:path extrusionOk="0" fill="none" h="15161" w="7438">
                    <a:moveTo>
                      <a:pt x="7437" y="0"/>
                    </a:moveTo>
                    <a:cubicBezTo>
                      <a:pt x="3015" y="2975"/>
                      <a:pt x="616" y="9172"/>
                      <a:pt x="1" y="1516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4" name="Google Shape;1304;p1"/>
              <p:cNvSpPr/>
              <p:nvPr/>
            </p:nvSpPr>
            <p:spPr>
              <a:xfrm>
                <a:off x="7137274" y="3972407"/>
                <a:ext cx="196282" cy="19745"/>
              </a:xfrm>
              <a:custGeom>
                <a:rect b="b" l="l" r="r" t="t"/>
                <a:pathLst>
                  <a:path extrusionOk="0" fill="none" h="407" w="4046">
                    <a:moveTo>
                      <a:pt x="4046" y="119"/>
                    </a:moveTo>
                    <a:cubicBezTo>
                      <a:pt x="4046" y="119"/>
                      <a:pt x="1855" y="0"/>
                      <a:pt x="1" y="407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5" name="Google Shape;1305;p1"/>
              <p:cNvSpPr/>
              <p:nvPr/>
            </p:nvSpPr>
            <p:spPr>
              <a:xfrm>
                <a:off x="7165168" y="3729946"/>
                <a:ext cx="180418" cy="202103"/>
              </a:xfrm>
              <a:custGeom>
                <a:rect b="b" l="l" r="r" t="t"/>
                <a:pathLst>
                  <a:path extrusionOk="0" fill="none" h="4166" w="3719">
                    <a:moveTo>
                      <a:pt x="536" y="1"/>
                    </a:moveTo>
                    <a:cubicBezTo>
                      <a:pt x="1" y="1815"/>
                      <a:pt x="80" y="4165"/>
                      <a:pt x="80" y="4165"/>
                    </a:cubicBezTo>
                    <a:cubicBezTo>
                      <a:pt x="80" y="4165"/>
                      <a:pt x="1775" y="3878"/>
                      <a:pt x="3719" y="3918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6" name="Google Shape;1306;p1"/>
              <p:cNvSpPr/>
              <p:nvPr/>
            </p:nvSpPr>
            <p:spPr>
              <a:xfrm>
                <a:off x="7271458" y="3793933"/>
                <a:ext cx="146314" cy="8247"/>
              </a:xfrm>
              <a:custGeom>
                <a:rect b="b" l="l" r="r" t="t"/>
                <a:pathLst>
                  <a:path extrusionOk="0" fill="none" h="170" w="3016">
                    <a:moveTo>
                      <a:pt x="3015" y="169"/>
                    </a:moveTo>
                    <a:cubicBezTo>
                      <a:pt x="3015" y="169"/>
                      <a:pt x="1151" y="1"/>
                      <a:pt x="1" y="169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7" name="Google Shape;1307;p1"/>
              <p:cNvSpPr/>
              <p:nvPr/>
            </p:nvSpPr>
            <p:spPr>
              <a:xfrm>
                <a:off x="7053106" y="3918026"/>
                <a:ext cx="152038" cy="194390"/>
              </a:xfrm>
              <a:custGeom>
                <a:rect b="b" l="l" r="r" t="t"/>
                <a:pathLst>
                  <a:path extrusionOk="0" fill="none" h="4007" w="3134">
                    <a:moveTo>
                      <a:pt x="3134" y="3560"/>
                    </a:moveTo>
                    <a:cubicBezTo>
                      <a:pt x="3134" y="3560"/>
                      <a:pt x="1736" y="3560"/>
                      <a:pt x="615" y="4007"/>
                    </a:cubicBezTo>
                    <a:cubicBezTo>
                      <a:pt x="615" y="4007"/>
                      <a:pt x="0" y="2400"/>
                      <a:pt x="536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8" name="Google Shape;1308;p1"/>
              <p:cNvSpPr/>
              <p:nvPr/>
            </p:nvSpPr>
            <p:spPr>
              <a:xfrm>
                <a:off x="6503806" y="3206652"/>
                <a:ext cx="424775" cy="1001977"/>
              </a:xfrm>
              <a:custGeom>
                <a:rect b="b" l="l" r="r" t="t"/>
                <a:pathLst>
                  <a:path extrusionOk="0" fill="none" h="20654" w="8756">
                    <a:moveTo>
                      <a:pt x="6445" y="20654"/>
                    </a:moveTo>
                    <a:cubicBezTo>
                      <a:pt x="6653" y="19375"/>
                      <a:pt x="8388" y="17887"/>
                      <a:pt x="8299" y="16569"/>
                    </a:cubicBezTo>
                    <a:cubicBezTo>
                      <a:pt x="8220" y="15002"/>
                      <a:pt x="7060" y="14754"/>
                      <a:pt x="8141" y="12067"/>
                    </a:cubicBezTo>
                    <a:cubicBezTo>
                      <a:pt x="8547" y="11036"/>
                      <a:pt x="8755" y="9876"/>
                      <a:pt x="8428" y="8805"/>
                    </a:cubicBezTo>
                    <a:cubicBezTo>
                      <a:pt x="7972" y="7516"/>
                      <a:pt x="6941" y="6980"/>
                      <a:pt x="6118" y="6029"/>
                    </a:cubicBezTo>
                    <a:cubicBezTo>
                      <a:pt x="5325" y="5166"/>
                      <a:pt x="5245" y="3966"/>
                      <a:pt x="4789" y="2895"/>
                    </a:cubicBezTo>
                    <a:cubicBezTo>
                      <a:pt x="4383" y="1815"/>
                      <a:pt x="3342" y="664"/>
                      <a:pt x="2271" y="288"/>
                    </a:cubicBezTo>
                    <a:cubicBezTo>
                      <a:pt x="1606" y="0"/>
                      <a:pt x="912" y="208"/>
                      <a:pt x="496" y="823"/>
                    </a:cubicBezTo>
                    <a:cubicBezTo>
                      <a:pt x="169" y="1368"/>
                      <a:pt x="40" y="2023"/>
                      <a:pt x="0" y="2647"/>
                    </a:cubicBezTo>
                    <a:cubicBezTo>
                      <a:pt x="0" y="3550"/>
                      <a:pt x="169" y="4422"/>
                      <a:pt x="535" y="5245"/>
                    </a:cubicBezTo>
                    <a:cubicBezTo>
                      <a:pt x="912" y="6029"/>
                      <a:pt x="1487" y="6693"/>
                      <a:pt x="1815" y="7516"/>
                    </a:cubicBezTo>
                    <a:cubicBezTo>
                      <a:pt x="2231" y="8557"/>
                      <a:pt x="1735" y="9628"/>
                      <a:pt x="1735" y="10699"/>
                    </a:cubicBezTo>
                    <a:cubicBezTo>
                      <a:pt x="1775" y="12523"/>
                      <a:pt x="3510" y="12811"/>
                      <a:pt x="4006" y="14338"/>
                    </a:cubicBezTo>
                    <a:cubicBezTo>
                      <a:pt x="4174" y="14794"/>
                      <a:pt x="4045" y="15290"/>
                      <a:pt x="3927" y="15696"/>
                    </a:cubicBezTo>
                    <a:cubicBezTo>
                      <a:pt x="3758" y="16400"/>
                      <a:pt x="3589" y="16935"/>
                      <a:pt x="4174" y="17639"/>
                    </a:cubicBezTo>
                    <a:cubicBezTo>
                      <a:pt x="5414" y="19047"/>
                      <a:pt x="6157" y="19295"/>
                      <a:pt x="6445" y="20654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9" name="Google Shape;1309;p1"/>
              <p:cNvSpPr/>
              <p:nvPr/>
            </p:nvSpPr>
            <p:spPr>
              <a:xfrm>
                <a:off x="6587974" y="3278789"/>
                <a:ext cx="244406" cy="1334870"/>
              </a:xfrm>
              <a:custGeom>
                <a:rect b="b" l="l" r="r" t="t"/>
                <a:pathLst>
                  <a:path extrusionOk="0" fill="none" h="27516" w="5038">
                    <a:moveTo>
                      <a:pt x="0" y="0"/>
                    </a:moveTo>
                    <a:cubicBezTo>
                      <a:pt x="863" y="1319"/>
                      <a:pt x="2063" y="3758"/>
                      <a:pt x="2687" y="5989"/>
                    </a:cubicBezTo>
                    <a:cubicBezTo>
                      <a:pt x="4670" y="13515"/>
                      <a:pt x="5037" y="19752"/>
                      <a:pt x="4631" y="27515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0" name="Google Shape;1310;p1"/>
              <p:cNvSpPr/>
              <p:nvPr/>
            </p:nvSpPr>
            <p:spPr>
              <a:xfrm>
                <a:off x="6503806" y="3286939"/>
                <a:ext cx="210253" cy="184299"/>
              </a:xfrm>
              <a:custGeom>
                <a:rect b="b" l="l" r="r" t="t"/>
                <a:pathLst>
                  <a:path extrusionOk="0" fill="none" h="3799" w="4334">
                    <a:moveTo>
                      <a:pt x="0" y="2024"/>
                    </a:moveTo>
                    <a:cubicBezTo>
                      <a:pt x="0" y="2024"/>
                      <a:pt x="2023" y="2440"/>
                      <a:pt x="3718" y="3799"/>
                    </a:cubicBezTo>
                    <a:cubicBezTo>
                      <a:pt x="3718" y="3799"/>
                      <a:pt x="4333" y="1855"/>
                      <a:pt x="4045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1" name="Google Shape;1311;p1"/>
              <p:cNvSpPr/>
              <p:nvPr/>
            </p:nvSpPr>
            <p:spPr>
              <a:xfrm>
                <a:off x="6523986" y="3447124"/>
                <a:ext cx="182358" cy="86158"/>
              </a:xfrm>
              <a:custGeom>
                <a:rect b="b" l="l" r="r" t="t"/>
                <a:pathLst>
                  <a:path extrusionOk="0" fill="none" h="1776" w="3759">
                    <a:moveTo>
                      <a:pt x="0" y="1"/>
                    </a:moveTo>
                    <a:cubicBezTo>
                      <a:pt x="0" y="1"/>
                      <a:pt x="2430" y="873"/>
                      <a:pt x="3758" y="1776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2" name="Google Shape;1312;p1"/>
              <p:cNvSpPr/>
              <p:nvPr/>
            </p:nvSpPr>
            <p:spPr>
              <a:xfrm>
                <a:off x="6598064" y="3499080"/>
                <a:ext cx="202540" cy="216511"/>
              </a:xfrm>
              <a:custGeom>
                <a:rect b="b" l="l" r="r" t="t"/>
                <a:pathLst>
                  <a:path extrusionOk="0" fill="none" h="4463" w="4175">
                    <a:moveTo>
                      <a:pt x="0" y="2856"/>
                    </a:moveTo>
                    <a:cubicBezTo>
                      <a:pt x="0" y="2856"/>
                      <a:pt x="2231" y="3679"/>
                      <a:pt x="3183" y="4463"/>
                    </a:cubicBezTo>
                    <a:cubicBezTo>
                      <a:pt x="4046" y="2569"/>
                      <a:pt x="4175" y="1"/>
                      <a:pt x="4175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3" name="Google Shape;1313;p1"/>
              <p:cNvSpPr/>
              <p:nvPr/>
            </p:nvSpPr>
            <p:spPr>
              <a:xfrm>
                <a:off x="6617760" y="3589505"/>
                <a:ext cx="270894" cy="278559"/>
              </a:xfrm>
              <a:custGeom>
                <a:rect b="b" l="l" r="r" t="t"/>
                <a:pathLst>
                  <a:path extrusionOk="0" fill="none" h="5742" w="5584">
                    <a:moveTo>
                      <a:pt x="1" y="4334"/>
                    </a:moveTo>
                    <a:cubicBezTo>
                      <a:pt x="1" y="4334"/>
                      <a:pt x="1578" y="4631"/>
                      <a:pt x="3392" y="5742"/>
                    </a:cubicBezTo>
                    <a:cubicBezTo>
                      <a:pt x="3392" y="5742"/>
                      <a:pt x="5504" y="3223"/>
                      <a:pt x="5583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4" name="Google Shape;1314;p1"/>
              <p:cNvSpPr/>
              <p:nvPr/>
            </p:nvSpPr>
            <p:spPr>
              <a:xfrm>
                <a:off x="6788522" y="3657810"/>
                <a:ext cx="129965" cy="252605"/>
              </a:xfrm>
              <a:custGeom>
                <a:rect b="b" l="l" r="r" t="t"/>
                <a:pathLst>
                  <a:path extrusionOk="0" fill="none" h="5207" w="2679">
                    <a:moveTo>
                      <a:pt x="1" y="5206"/>
                    </a:moveTo>
                    <a:cubicBezTo>
                      <a:pt x="1" y="5206"/>
                      <a:pt x="2272" y="2807"/>
                      <a:pt x="2678" y="1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1"/>
              <p:cNvSpPr/>
              <p:nvPr/>
            </p:nvSpPr>
            <p:spPr>
              <a:xfrm>
                <a:off x="6694263" y="3968090"/>
                <a:ext cx="110220" cy="62581"/>
              </a:xfrm>
              <a:custGeom>
                <a:rect b="b" l="l" r="r" t="t"/>
                <a:pathLst>
                  <a:path extrusionOk="0" fill="none" h="1290" w="2272">
                    <a:moveTo>
                      <a:pt x="1" y="0"/>
                    </a:moveTo>
                    <a:cubicBezTo>
                      <a:pt x="1" y="0"/>
                      <a:pt x="1527" y="585"/>
                      <a:pt x="2271" y="1289"/>
                    </a:cubicBez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991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6" name="Google Shape;1316;p1"/>
            <p:cNvSpPr/>
            <p:nvPr/>
          </p:nvSpPr>
          <p:spPr>
            <a:xfrm>
              <a:off x="6240527" y="4431301"/>
              <a:ext cx="458147" cy="481270"/>
            </a:xfrm>
            <a:custGeom>
              <a:rect b="b" l="l" r="r" t="t"/>
              <a:pathLst>
                <a:path extrusionOk="0" h="11156" w="10620">
                  <a:moveTo>
                    <a:pt x="0" y="1"/>
                  </a:moveTo>
                  <a:lnTo>
                    <a:pt x="0" y="2390"/>
                  </a:lnTo>
                  <a:cubicBezTo>
                    <a:pt x="0" y="7725"/>
                    <a:pt x="2073" y="11155"/>
                    <a:pt x="2073" y="11155"/>
                  </a:cubicBezTo>
                  <a:lnTo>
                    <a:pt x="8557" y="11155"/>
                  </a:lnTo>
                  <a:cubicBezTo>
                    <a:pt x="8557" y="11155"/>
                    <a:pt x="10620" y="7725"/>
                    <a:pt x="10620" y="2390"/>
                  </a:cubicBezTo>
                  <a:lnTo>
                    <a:pt x="10620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"/>
            <p:cNvSpPr/>
            <p:nvPr/>
          </p:nvSpPr>
          <p:spPr>
            <a:xfrm>
              <a:off x="1959602" y="4914205"/>
              <a:ext cx="4883621" cy="43"/>
            </a:xfrm>
            <a:custGeom>
              <a:rect b="b" l="l" r="r" t="t"/>
              <a:pathLst>
                <a:path extrusionOk="0" fill="none" h="1" w="113204">
                  <a:moveTo>
                    <a:pt x="1" y="1"/>
                  </a:moveTo>
                  <a:lnTo>
                    <a:pt x="113204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"/>
            <p:cNvSpPr/>
            <p:nvPr/>
          </p:nvSpPr>
          <p:spPr>
            <a:xfrm>
              <a:off x="5290495" y="4587854"/>
              <a:ext cx="292619" cy="303317"/>
            </a:xfrm>
            <a:custGeom>
              <a:rect b="b" l="l" r="r" t="t"/>
              <a:pathLst>
                <a:path extrusionOk="0" h="7031" w="6783">
                  <a:moveTo>
                    <a:pt x="2935" y="1"/>
                  </a:moveTo>
                  <a:lnTo>
                    <a:pt x="2856" y="5256"/>
                  </a:lnTo>
                  <a:lnTo>
                    <a:pt x="20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98" y="6991"/>
                  </a:cubicBezTo>
                  <a:lnTo>
                    <a:pt x="6495" y="7031"/>
                  </a:lnTo>
                  <a:lnTo>
                    <a:pt x="6445" y="5454"/>
                  </a:lnTo>
                  <a:lnTo>
                    <a:pt x="6782" y="417"/>
                  </a:lnTo>
                  <a:lnTo>
                    <a:pt x="2935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"/>
            <p:cNvSpPr/>
            <p:nvPr/>
          </p:nvSpPr>
          <p:spPr>
            <a:xfrm>
              <a:off x="5274662" y="4814553"/>
              <a:ext cx="310177" cy="103148"/>
            </a:xfrm>
            <a:custGeom>
              <a:rect b="b" l="l" r="r" t="t"/>
              <a:pathLst>
                <a:path extrusionOk="0" h="2391" w="719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119" y="1647"/>
                  </a:cubicBezTo>
                  <a:cubicBezTo>
                    <a:pt x="119" y="1686"/>
                    <a:pt x="0" y="2390"/>
                    <a:pt x="169" y="2390"/>
                  </a:cubicBezTo>
                  <a:lnTo>
                    <a:pt x="7060" y="2390"/>
                  </a:lnTo>
                  <a:cubicBezTo>
                    <a:pt x="7149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"/>
            <p:cNvSpPr/>
            <p:nvPr/>
          </p:nvSpPr>
          <p:spPr>
            <a:xfrm>
              <a:off x="5388854" y="4818004"/>
              <a:ext cx="15876" cy="30371"/>
            </a:xfrm>
            <a:custGeom>
              <a:rect b="b" l="l" r="r" t="t"/>
              <a:pathLst>
                <a:path extrusionOk="0" fill="none" h="704" w="368">
                  <a:moveTo>
                    <a:pt x="1" y="0"/>
                  </a:moveTo>
                  <a:cubicBezTo>
                    <a:pt x="120" y="208"/>
                    <a:pt x="288" y="456"/>
                    <a:pt x="368" y="704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"/>
            <p:cNvSpPr/>
            <p:nvPr/>
          </p:nvSpPr>
          <p:spPr>
            <a:xfrm>
              <a:off x="5372634" y="4828659"/>
              <a:ext cx="14150" cy="23166"/>
            </a:xfrm>
            <a:custGeom>
              <a:rect b="b" l="l" r="r" t="t"/>
              <a:pathLst>
                <a:path extrusionOk="0" fill="none" h="537" w="328">
                  <a:moveTo>
                    <a:pt x="0" y="1"/>
                  </a:moveTo>
                  <a:cubicBezTo>
                    <a:pt x="169" y="209"/>
                    <a:pt x="248" y="328"/>
                    <a:pt x="327" y="536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"/>
            <p:cNvSpPr/>
            <p:nvPr/>
          </p:nvSpPr>
          <p:spPr>
            <a:xfrm>
              <a:off x="5360209" y="4833793"/>
              <a:ext cx="12467" cy="23598"/>
            </a:xfrm>
            <a:custGeom>
              <a:rect b="b" l="l" r="r" t="t"/>
              <a:pathLst>
                <a:path extrusionOk="0" fill="none" h="547" w="289">
                  <a:moveTo>
                    <a:pt x="1" y="1"/>
                  </a:moveTo>
                  <a:cubicBezTo>
                    <a:pt x="80" y="169"/>
                    <a:pt x="209" y="378"/>
                    <a:pt x="288" y="546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"/>
            <p:cNvSpPr/>
            <p:nvPr/>
          </p:nvSpPr>
          <p:spPr>
            <a:xfrm>
              <a:off x="5278070" y="4896259"/>
              <a:ext cx="305043" cy="1769"/>
            </a:xfrm>
            <a:custGeom>
              <a:rect b="b" l="l" r="r" t="t"/>
              <a:pathLst>
                <a:path extrusionOk="0" fill="none" h="41" w="7071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"/>
            <p:cNvSpPr/>
            <p:nvPr/>
          </p:nvSpPr>
          <p:spPr>
            <a:xfrm>
              <a:off x="5497524" y="4851782"/>
              <a:ext cx="76617" cy="44520"/>
            </a:xfrm>
            <a:custGeom>
              <a:rect b="b" l="l" r="r" t="t"/>
              <a:pathLst>
                <a:path extrusionOk="0" fill="none" h="1032" w="1776">
                  <a:moveTo>
                    <a:pt x="1775" y="0"/>
                  </a:moveTo>
                  <a:cubicBezTo>
                    <a:pt x="1775" y="0"/>
                    <a:pt x="119" y="40"/>
                    <a:pt x="0" y="1032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"/>
            <p:cNvSpPr/>
            <p:nvPr/>
          </p:nvSpPr>
          <p:spPr>
            <a:xfrm>
              <a:off x="5317457" y="4855190"/>
              <a:ext cx="23123" cy="41112"/>
            </a:xfrm>
            <a:custGeom>
              <a:rect b="b" l="l" r="r" t="t"/>
              <a:pathLst>
                <a:path extrusionOk="0" fill="none" h="953" w="536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"/>
            <p:cNvSpPr/>
            <p:nvPr/>
          </p:nvSpPr>
          <p:spPr>
            <a:xfrm>
              <a:off x="5372634" y="3670363"/>
              <a:ext cx="272947" cy="1110035"/>
            </a:xfrm>
            <a:custGeom>
              <a:rect b="b" l="l" r="r" t="t"/>
              <a:pathLst>
                <a:path extrusionOk="0" h="25731" w="6327">
                  <a:moveTo>
                    <a:pt x="169" y="0"/>
                  </a:moveTo>
                  <a:cubicBezTo>
                    <a:pt x="169" y="0"/>
                    <a:pt x="0" y="13713"/>
                    <a:pt x="536" y="25730"/>
                  </a:cubicBezTo>
                  <a:lnTo>
                    <a:pt x="5206" y="25730"/>
                  </a:lnTo>
                  <a:cubicBezTo>
                    <a:pt x="5206" y="25730"/>
                    <a:pt x="5830" y="9995"/>
                    <a:pt x="5830" y="4294"/>
                  </a:cubicBezTo>
                  <a:cubicBezTo>
                    <a:pt x="5989" y="3262"/>
                    <a:pt x="6326" y="1815"/>
                    <a:pt x="6118" y="119"/>
                  </a:cubicBezTo>
                  <a:lnTo>
                    <a:pt x="169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"/>
            <p:cNvSpPr/>
            <p:nvPr/>
          </p:nvSpPr>
          <p:spPr>
            <a:xfrm>
              <a:off x="5561674" y="3855561"/>
              <a:ext cx="26574" cy="924835"/>
            </a:xfrm>
            <a:custGeom>
              <a:rect b="b" l="l" r="r" t="t"/>
              <a:pathLst>
                <a:path extrusionOk="0" fill="none" h="21438" w="616">
                  <a:moveTo>
                    <a:pt x="1" y="21437"/>
                  </a:moveTo>
                  <a:cubicBezTo>
                    <a:pt x="1" y="21437"/>
                    <a:pt x="615" y="5702"/>
                    <a:pt x="615" y="1"/>
                  </a:cubicBez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"/>
            <p:cNvSpPr/>
            <p:nvPr/>
          </p:nvSpPr>
          <p:spPr>
            <a:xfrm>
              <a:off x="5664779" y="4559641"/>
              <a:ext cx="276355" cy="326311"/>
            </a:xfrm>
            <a:custGeom>
              <a:rect b="b" l="l" r="r" t="t"/>
              <a:pathLst>
                <a:path extrusionOk="0" h="7564" w="6406">
                  <a:moveTo>
                    <a:pt x="4799" y="0"/>
                  </a:moveTo>
                  <a:lnTo>
                    <a:pt x="952" y="327"/>
                  </a:lnTo>
                  <a:lnTo>
                    <a:pt x="2529" y="5325"/>
                  </a:lnTo>
                  <a:lnTo>
                    <a:pt x="129" y="7060"/>
                  </a:lnTo>
                  <a:cubicBezTo>
                    <a:pt x="50" y="7100"/>
                    <a:pt x="0" y="7228"/>
                    <a:pt x="0" y="7347"/>
                  </a:cubicBezTo>
                  <a:cubicBezTo>
                    <a:pt x="43" y="7459"/>
                    <a:pt x="138" y="7563"/>
                    <a:pt x="273" y="7563"/>
                  </a:cubicBezTo>
                  <a:cubicBezTo>
                    <a:pt x="293" y="7563"/>
                    <a:pt x="315" y="7561"/>
                    <a:pt x="337" y="7556"/>
                  </a:cubicBezTo>
                  <a:lnTo>
                    <a:pt x="6406" y="6405"/>
                  </a:lnTo>
                  <a:lnTo>
                    <a:pt x="6078" y="4869"/>
                  </a:lnTo>
                  <a:lnTo>
                    <a:pt x="4799" y="0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"/>
            <p:cNvSpPr/>
            <p:nvPr/>
          </p:nvSpPr>
          <p:spPr>
            <a:xfrm>
              <a:off x="5656194" y="4766236"/>
              <a:ext cx="304612" cy="151465"/>
            </a:xfrm>
            <a:custGeom>
              <a:rect b="b" l="l" r="r" t="t"/>
              <a:pathLst>
                <a:path extrusionOk="0" h="3511" w="7061">
                  <a:moveTo>
                    <a:pt x="6277" y="0"/>
                  </a:moveTo>
                  <a:cubicBezTo>
                    <a:pt x="6277" y="0"/>
                    <a:pt x="4940" y="613"/>
                    <a:pt x="3538" y="613"/>
                  </a:cubicBezTo>
                  <a:cubicBezTo>
                    <a:pt x="3267" y="613"/>
                    <a:pt x="2994" y="590"/>
                    <a:pt x="2728" y="536"/>
                  </a:cubicBezTo>
                  <a:lnTo>
                    <a:pt x="160" y="2271"/>
                  </a:lnTo>
                  <a:cubicBezTo>
                    <a:pt x="80" y="2360"/>
                    <a:pt x="1" y="2608"/>
                    <a:pt x="1" y="2806"/>
                  </a:cubicBezTo>
                  <a:cubicBezTo>
                    <a:pt x="1" y="2806"/>
                    <a:pt x="41" y="3510"/>
                    <a:pt x="160" y="3510"/>
                  </a:cubicBezTo>
                  <a:lnTo>
                    <a:pt x="6942" y="2192"/>
                  </a:lnTo>
                  <a:cubicBezTo>
                    <a:pt x="7021" y="2192"/>
                    <a:pt x="7061" y="2112"/>
                    <a:pt x="7021" y="2023"/>
                  </a:cubicBezTo>
                  <a:lnTo>
                    <a:pt x="6277" y="0"/>
                  </a:ln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"/>
            <p:cNvSpPr/>
            <p:nvPr/>
          </p:nvSpPr>
          <p:spPr>
            <a:xfrm>
              <a:off x="5748600" y="4800015"/>
              <a:ext cx="23166" cy="25280"/>
            </a:xfrm>
            <a:custGeom>
              <a:rect b="b" l="l" r="r" t="t"/>
              <a:pathLst>
                <a:path extrusionOk="0" fill="none" h="586" w="537">
                  <a:moveTo>
                    <a:pt x="1" y="1"/>
                  </a:moveTo>
                  <a:cubicBezTo>
                    <a:pt x="209" y="169"/>
                    <a:pt x="377" y="377"/>
                    <a:pt x="536" y="586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"/>
            <p:cNvSpPr/>
            <p:nvPr/>
          </p:nvSpPr>
          <p:spPr>
            <a:xfrm>
              <a:off x="5736219" y="4812439"/>
              <a:ext cx="17989" cy="21397"/>
            </a:xfrm>
            <a:custGeom>
              <a:rect b="b" l="l" r="r" t="t"/>
              <a:pathLst>
                <a:path extrusionOk="0" fill="none" h="496" w="417">
                  <a:moveTo>
                    <a:pt x="0" y="0"/>
                  </a:moveTo>
                  <a:cubicBezTo>
                    <a:pt x="208" y="169"/>
                    <a:pt x="288" y="298"/>
                    <a:pt x="417" y="496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"/>
            <p:cNvSpPr/>
            <p:nvPr/>
          </p:nvSpPr>
          <p:spPr>
            <a:xfrm>
              <a:off x="5723794" y="4821412"/>
              <a:ext cx="18033" cy="19715"/>
            </a:xfrm>
            <a:custGeom>
              <a:rect b="b" l="l" r="r" t="t"/>
              <a:pathLst>
                <a:path extrusionOk="0" fill="none" h="457" w="418">
                  <a:moveTo>
                    <a:pt x="1" y="0"/>
                  </a:moveTo>
                  <a:cubicBezTo>
                    <a:pt x="169" y="129"/>
                    <a:pt x="288" y="288"/>
                    <a:pt x="417" y="456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"/>
            <p:cNvSpPr/>
            <p:nvPr/>
          </p:nvSpPr>
          <p:spPr>
            <a:xfrm>
              <a:off x="5656194" y="4841083"/>
              <a:ext cx="299478" cy="55219"/>
            </a:xfrm>
            <a:custGeom>
              <a:rect b="b" l="l" r="r" t="t"/>
              <a:pathLst>
                <a:path extrusionOk="0" fill="none" h="1280" w="6942">
                  <a:moveTo>
                    <a:pt x="6942" y="0"/>
                  </a:moveTo>
                  <a:lnTo>
                    <a:pt x="1" y="1280"/>
                  </a:ln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"/>
            <p:cNvSpPr/>
            <p:nvPr/>
          </p:nvSpPr>
          <p:spPr>
            <a:xfrm>
              <a:off x="5867969" y="4798289"/>
              <a:ext cx="69757" cy="59102"/>
            </a:xfrm>
            <a:custGeom>
              <a:rect b="b" l="l" r="r" t="t"/>
              <a:pathLst>
                <a:path extrusionOk="0" fill="none" h="1370" w="1617">
                  <a:moveTo>
                    <a:pt x="1616" y="1"/>
                  </a:moveTo>
                  <a:cubicBezTo>
                    <a:pt x="1616" y="1"/>
                    <a:pt x="0" y="328"/>
                    <a:pt x="50" y="1369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"/>
            <p:cNvSpPr/>
            <p:nvPr/>
          </p:nvSpPr>
          <p:spPr>
            <a:xfrm>
              <a:off x="5686176" y="4850056"/>
              <a:ext cx="30414" cy="35547"/>
            </a:xfrm>
            <a:custGeom>
              <a:rect b="b" l="l" r="r" t="t"/>
              <a:pathLst>
                <a:path extrusionOk="0" fill="none" h="824" w="705">
                  <a:moveTo>
                    <a:pt x="0" y="1"/>
                  </a:moveTo>
                  <a:cubicBezTo>
                    <a:pt x="0" y="1"/>
                    <a:pt x="585" y="536"/>
                    <a:pt x="704" y="824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"/>
            <p:cNvSpPr/>
            <p:nvPr/>
          </p:nvSpPr>
          <p:spPr>
            <a:xfrm>
              <a:off x="5554426" y="3670363"/>
              <a:ext cx="377734" cy="1095929"/>
            </a:xfrm>
            <a:custGeom>
              <a:rect b="b" l="l" r="r" t="t"/>
              <a:pathLst>
                <a:path extrusionOk="0" h="25404" w="8756">
                  <a:moveTo>
                    <a:pt x="417" y="0"/>
                  </a:moveTo>
                  <a:lnTo>
                    <a:pt x="417" y="0"/>
                  </a:lnTo>
                  <a:cubicBezTo>
                    <a:pt x="417" y="0"/>
                    <a:pt x="0" y="7347"/>
                    <a:pt x="1031" y="13634"/>
                  </a:cubicBezTo>
                  <a:cubicBezTo>
                    <a:pt x="1815" y="18383"/>
                    <a:pt x="3927" y="25403"/>
                    <a:pt x="3927" y="25403"/>
                  </a:cubicBezTo>
                  <a:lnTo>
                    <a:pt x="8755" y="24332"/>
                  </a:lnTo>
                  <a:cubicBezTo>
                    <a:pt x="8755" y="24332"/>
                    <a:pt x="7109" y="17471"/>
                    <a:pt x="6445" y="13792"/>
                  </a:cubicBezTo>
                  <a:cubicBezTo>
                    <a:pt x="5781" y="10035"/>
                    <a:pt x="5989" y="6564"/>
                    <a:pt x="6118" y="4462"/>
                  </a:cubicBezTo>
                  <a:cubicBezTo>
                    <a:pt x="6118" y="4333"/>
                    <a:pt x="6118" y="4254"/>
                    <a:pt x="6158" y="4125"/>
                  </a:cubicBezTo>
                  <a:cubicBezTo>
                    <a:pt x="6326" y="3094"/>
                    <a:pt x="6614" y="1735"/>
                    <a:pt x="6405" y="119"/>
                  </a:cubicBezTo>
                  <a:lnTo>
                    <a:pt x="417" y="0"/>
                  </a:ln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"/>
            <p:cNvSpPr/>
            <p:nvPr/>
          </p:nvSpPr>
          <p:spPr>
            <a:xfrm>
              <a:off x="5775562" y="3675497"/>
              <a:ext cx="130067" cy="1049726"/>
            </a:xfrm>
            <a:custGeom>
              <a:rect b="b" l="l" r="r" t="t"/>
              <a:pathLst>
                <a:path extrusionOk="0" fill="none" h="24333" w="3015">
                  <a:moveTo>
                    <a:pt x="3015" y="24332"/>
                  </a:moveTo>
                  <a:cubicBezTo>
                    <a:pt x="3015" y="24332"/>
                    <a:pt x="1319" y="17352"/>
                    <a:pt x="655" y="13673"/>
                  </a:cubicBezTo>
                  <a:cubicBezTo>
                    <a:pt x="0" y="9916"/>
                    <a:pt x="209" y="6445"/>
                    <a:pt x="328" y="4343"/>
                  </a:cubicBezTo>
                  <a:cubicBezTo>
                    <a:pt x="328" y="4214"/>
                    <a:pt x="328" y="4135"/>
                    <a:pt x="367" y="4006"/>
                  </a:cubicBezTo>
                  <a:cubicBezTo>
                    <a:pt x="536" y="2975"/>
                    <a:pt x="823" y="1616"/>
                    <a:pt x="615" y="0"/>
                  </a:cubicBez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"/>
            <p:cNvSpPr/>
            <p:nvPr/>
          </p:nvSpPr>
          <p:spPr>
            <a:xfrm>
              <a:off x="5570647" y="3670363"/>
              <a:ext cx="37273" cy="668152"/>
            </a:xfrm>
            <a:custGeom>
              <a:rect b="b" l="l" r="r" t="t"/>
              <a:pathLst>
                <a:path extrusionOk="0" fill="none" h="15488" w="864">
                  <a:moveTo>
                    <a:pt x="41" y="0"/>
                  </a:moveTo>
                  <a:cubicBezTo>
                    <a:pt x="41" y="0"/>
                    <a:pt x="1" y="8091"/>
                    <a:pt x="407" y="12682"/>
                  </a:cubicBezTo>
                  <a:cubicBezTo>
                    <a:pt x="497" y="13673"/>
                    <a:pt x="695" y="14824"/>
                    <a:pt x="864" y="15488"/>
                  </a:cubicBez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"/>
            <p:cNvSpPr/>
            <p:nvPr/>
          </p:nvSpPr>
          <p:spPr>
            <a:xfrm>
              <a:off x="5713095" y="3696851"/>
              <a:ext cx="90723" cy="73209"/>
            </a:xfrm>
            <a:custGeom>
              <a:rect b="b" l="l" r="r" t="t"/>
              <a:pathLst>
                <a:path extrusionOk="0" fill="none" h="1697" w="2103">
                  <a:moveTo>
                    <a:pt x="1" y="1"/>
                  </a:moveTo>
                  <a:cubicBezTo>
                    <a:pt x="1" y="1"/>
                    <a:pt x="576" y="1072"/>
                    <a:pt x="2103" y="1696"/>
                  </a:cubicBez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"/>
            <p:cNvSpPr/>
            <p:nvPr/>
          </p:nvSpPr>
          <p:spPr>
            <a:xfrm>
              <a:off x="5376042" y="3686195"/>
              <a:ext cx="83864" cy="69757"/>
            </a:xfrm>
            <a:custGeom>
              <a:rect b="b" l="l" r="r" t="t"/>
              <a:pathLst>
                <a:path extrusionOk="0" fill="none" h="1617" w="1944">
                  <a:moveTo>
                    <a:pt x="0" y="1616"/>
                  </a:moveTo>
                  <a:cubicBezTo>
                    <a:pt x="0" y="1616"/>
                    <a:pt x="1577" y="1200"/>
                    <a:pt x="1944" y="0"/>
                  </a:cubicBez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"/>
            <p:cNvSpPr/>
            <p:nvPr/>
          </p:nvSpPr>
          <p:spPr>
            <a:xfrm>
              <a:off x="5393988" y="4739705"/>
              <a:ext cx="204958" cy="43"/>
            </a:xfrm>
            <a:custGeom>
              <a:rect b="b" l="l" r="r" t="t"/>
              <a:pathLst>
                <a:path extrusionOk="0" fill="none" h="1" w="4751">
                  <a:moveTo>
                    <a:pt x="1" y="1"/>
                  </a:moveTo>
                  <a:lnTo>
                    <a:pt x="4750" y="1"/>
                  </a:ln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"/>
            <p:cNvSpPr/>
            <p:nvPr/>
          </p:nvSpPr>
          <p:spPr>
            <a:xfrm>
              <a:off x="5713095" y="4684099"/>
              <a:ext cx="210523" cy="44952"/>
            </a:xfrm>
            <a:custGeom>
              <a:rect b="b" l="l" r="r" t="t"/>
              <a:pathLst>
                <a:path extrusionOk="0" fill="none" h="1042" w="4880">
                  <a:moveTo>
                    <a:pt x="1" y="1042"/>
                  </a:moveTo>
                  <a:lnTo>
                    <a:pt x="4879" y="1"/>
                  </a:lnTo>
                </a:path>
              </a:pathLst>
            </a:custGeom>
            <a:noFill/>
            <a:ln cap="flat" cmpd="sng" w="9525">
              <a:solidFill>
                <a:srgbClr val="848CC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"/>
            <p:cNvSpPr/>
            <p:nvPr/>
          </p:nvSpPr>
          <p:spPr>
            <a:xfrm>
              <a:off x="5508223" y="2994497"/>
              <a:ext cx="119368" cy="107505"/>
            </a:xfrm>
            <a:custGeom>
              <a:rect b="b" l="l" r="r" t="t"/>
              <a:pathLst>
                <a:path extrusionOk="0" h="2492" w="2767">
                  <a:moveTo>
                    <a:pt x="2439" y="1"/>
                  </a:moveTo>
                  <a:lnTo>
                    <a:pt x="159" y="209"/>
                  </a:lnTo>
                  <a:lnTo>
                    <a:pt x="0" y="1736"/>
                  </a:lnTo>
                  <a:cubicBezTo>
                    <a:pt x="0" y="1736"/>
                    <a:pt x="119" y="2361"/>
                    <a:pt x="1071" y="2480"/>
                  </a:cubicBezTo>
                  <a:cubicBezTo>
                    <a:pt x="1142" y="2488"/>
                    <a:pt x="1211" y="2492"/>
                    <a:pt x="1278" y="2492"/>
                  </a:cubicBezTo>
                  <a:cubicBezTo>
                    <a:pt x="2262" y="2492"/>
                    <a:pt x="2767" y="1657"/>
                    <a:pt x="2767" y="1657"/>
                  </a:cubicBezTo>
                  <a:lnTo>
                    <a:pt x="243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"/>
            <p:cNvSpPr/>
            <p:nvPr/>
          </p:nvSpPr>
          <p:spPr>
            <a:xfrm>
              <a:off x="5459863" y="2882463"/>
              <a:ext cx="65918" cy="103579"/>
            </a:xfrm>
            <a:custGeom>
              <a:rect b="b" l="l" r="r" t="t"/>
              <a:pathLst>
                <a:path extrusionOk="0" h="2401" w="1528">
                  <a:moveTo>
                    <a:pt x="873" y="0"/>
                  </a:moveTo>
                  <a:cubicBezTo>
                    <a:pt x="625" y="40"/>
                    <a:pt x="417" y="169"/>
                    <a:pt x="378" y="417"/>
                  </a:cubicBezTo>
                  <a:cubicBezTo>
                    <a:pt x="338" y="536"/>
                    <a:pt x="378" y="664"/>
                    <a:pt x="338" y="744"/>
                  </a:cubicBezTo>
                  <a:cubicBezTo>
                    <a:pt x="288" y="952"/>
                    <a:pt x="130" y="1031"/>
                    <a:pt x="40" y="1200"/>
                  </a:cubicBezTo>
                  <a:cubicBezTo>
                    <a:pt x="1" y="1319"/>
                    <a:pt x="1" y="1448"/>
                    <a:pt x="1" y="1567"/>
                  </a:cubicBezTo>
                  <a:cubicBezTo>
                    <a:pt x="40" y="1696"/>
                    <a:pt x="130" y="1815"/>
                    <a:pt x="169" y="1904"/>
                  </a:cubicBezTo>
                  <a:cubicBezTo>
                    <a:pt x="288" y="2063"/>
                    <a:pt x="417" y="2231"/>
                    <a:pt x="536" y="2310"/>
                  </a:cubicBezTo>
                  <a:cubicBezTo>
                    <a:pt x="638" y="2365"/>
                    <a:pt x="755" y="2400"/>
                    <a:pt x="869" y="2400"/>
                  </a:cubicBezTo>
                  <a:cubicBezTo>
                    <a:pt x="943" y="2400"/>
                    <a:pt x="1015" y="2385"/>
                    <a:pt x="1082" y="2350"/>
                  </a:cubicBezTo>
                  <a:cubicBezTo>
                    <a:pt x="1161" y="2310"/>
                    <a:pt x="1201" y="2231"/>
                    <a:pt x="1240" y="2191"/>
                  </a:cubicBezTo>
                  <a:cubicBezTo>
                    <a:pt x="1409" y="1944"/>
                    <a:pt x="1528" y="1696"/>
                    <a:pt x="1528" y="1408"/>
                  </a:cubicBezTo>
                  <a:lnTo>
                    <a:pt x="873" y="0"/>
                  </a:ln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"/>
            <p:cNvSpPr/>
            <p:nvPr/>
          </p:nvSpPr>
          <p:spPr>
            <a:xfrm>
              <a:off x="5458180" y="2879745"/>
              <a:ext cx="163846" cy="155951"/>
            </a:xfrm>
            <a:custGeom>
              <a:rect b="b" l="l" r="r" t="t"/>
              <a:pathLst>
                <a:path extrusionOk="0" h="3615" w="3798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80" y="3614"/>
                    <a:pt x="1616" y="3614"/>
                  </a:cubicBezTo>
                  <a:cubicBezTo>
                    <a:pt x="2409" y="3614"/>
                    <a:pt x="3283" y="3100"/>
                    <a:pt x="335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"/>
            <p:cNvSpPr/>
            <p:nvPr/>
          </p:nvSpPr>
          <p:spPr>
            <a:xfrm>
              <a:off x="5504384" y="2994497"/>
              <a:ext cx="28688" cy="19888"/>
            </a:xfrm>
            <a:custGeom>
              <a:rect b="b" l="l" r="r" t="t"/>
              <a:pathLst>
                <a:path extrusionOk="0" h="461" w="665">
                  <a:moveTo>
                    <a:pt x="625" y="1"/>
                  </a:moveTo>
                  <a:lnTo>
                    <a:pt x="0" y="170"/>
                  </a:lnTo>
                  <a:cubicBezTo>
                    <a:pt x="0" y="170"/>
                    <a:pt x="79" y="460"/>
                    <a:pt x="329" y="460"/>
                  </a:cubicBezTo>
                  <a:cubicBezTo>
                    <a:pt x="345" y="460"/>
                    <a:pt x="360" y="459"/>
                    <a:pt x="377" y="457"/>
                  </a:cubicBezTo>
                  <a:cubicBezTo>
                    <a:pt x="545" y="417"/>
                    <a:pt x="664" y="249"/>
                    <a:pt x="6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"/>
            <p:cNvSpPr/>
            <p:nvPr/>
          </p:nvSpPr>
          <p:spPr>
            <a:xfrm>
              <a:off x="5511631" y="3023184"/>
              <a:ext cx="67644" cy="24849"/>
            </a:xfrm>
            <a:custGeom>
              <a:rect b="b" l="l" r="r" t="t"/>
              <a:pathLst>
                <a:path extrusionOk="0" fill="none" h="576" w="1568">
                  <a:moveTo>
                    <a:pt x="1" y="328"/>
                  </a:moveTo>
                  <a:cubicBezTo>
                    <a:pt x="1" y="328"/>
                    <a:pt x="913" y="575"/>
                    <a:pt x="1567" y="0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"/>
            <p:cNvSpPr/>
            <p:nvPr/>
          </p:nvSpPr>
          <p:spPr>
            <a:xfrm>
              <a:off x="5470562" y="2818617"/>
              <a:ext cx="181835" cy="188263"/>
            </a:xfrm>
            <a:custGeom>
              <a:rect b="b" l="l" r="r" t="t"/>
              <a:pathLst>
                <a:path extrusionOk="0" h="4364" w="4215">
                  <a:moveTo>
                    <a:pt x="1028" y="1"/>
                  </a:moveTo>
                  <a:cubicBezTo>
                    <a:pt x="839" y="1"/>
                    <a:pt x="647" y="68"/>
                    <a:pt x="496" y="161"/>
                  </a:cubicBezTo>
                  <a:cubicBezTo>
                    <a:pt x="288" y="280"/>
                    <a:pt x="130" y="449"/>
                    <a:pt x="90" y="657"/>
                  </a:cubicBezTo>
                  <a:cubicBezTo>
                    <a:pt x="1" y="905"/>
                    <a:pt x="40" y="1153"/>
                    <a:pt x="169" y="1351"/>
                  </a:cubicBezTo>
                  <a:cubicBezTo>
                    <a:pt x="209" y="1351"/>
                    <a:pt x="209" y="1401"/>
                    <a:pt x="209" y="1401"/>
                  </a:cubicBezTo>
                  <a:cubicBezTo>
                    <a:pt x="417" y="1649"/>
                    <a:pt x="705" y="1768"/>
                    <a:pt x="953" y="1897"/>
                  </a:cubicBezTo>
                  <a:cubicBezTo>
                    <a:pt x="1280" y="2016"/>
                    <a:pt x="1617" y="1936"/>
                    <a:pt x="1944" y="2055"/>
                  </a:cubicBezTo>
                  <a:cubicBezTo>
                    <a:pt x="2152" y="2144"/>
                    <a:pt x="2400" y="2303"/>
                    <a:pt x="2519" y="2511"/>
                  </a:cubicBezTo>
                  <a:cubicBezTo>
                    <a:pt x="2648" y="2720"/>
                    <a:pt x="2480" y="2967"/>
                    <a:pt x="2608" y="3176"/>
                  </a:cubicBezTo>
                  <a:cubicBezTo>
                    <a:pt x="2648" y="3255"/>
                    <a:pt x="2727" y="3295"/>
                    <a:pt x="2767" y="3384"/>
                  </a:cubicBezTo>
                  <a:cubicBezTo>
                    <a:pt x="2856" y="3463"/>
                    <a:pt x="2817" y="3582"/>
                    <a:pt x="2817" y="3711"/>
                  </a:cubicBezTo>
                  <a:cubicBezTo>
                    <a:pt x="2767" y="3790"/>
                    <a:pt x="2817" y="3959"/>
                    <a:pt x="2817" y="4038"/>
                  </a:cubicBezTo>
                  <a:cubicBezTo>
                    <a:pt x="2856" y="4167"/>
                    <a:pt x="2856" y="4247"/>
                    <a:pt x="2936" y="4326"/>
                  </a:cubicBezTo>
                  <a:cubicBezTo>
                    <a:pt x="2975" y="4351"/>
                    <a:pt x="3027" y="4363"/>
                    <a:pt x="3079" y="4363"/>
                  </a:cubicBezTo>
                  <a:cubicBezTo>
                    <a:pt x="3131" y="4363"/>
                    <a:pt x="3184" y="4351"/>
                    <a:pt x="3223" y="4326"/>
                  </a:cubicBezTo>
                  <a:cubicBezTo>
                    <a:pt x="3848" y="4247"/>
                    <a:pt x="3719" y="3424"/>
                    <a:pt x="3888" y="3007"/>
                  </a:cubicBezTo>
                  <a:cubicBezTo>
                    <a:pt x="3927" y="2888"/>
                    <a:pt x="4007" y="2799"/>
                    <a:pt x="4056" y="2680"/>
                  </a:cubicBezTo>
                  <a:cubicBezTo>
                    <a:pt x="4215" y="2224"/>
                    <a:pt x="3888" y="1599"/>
                    <a:pt x="3471" y="1351"/>
                  </a:cubicBezTo>
                  <a:cubicBezTo>
                    <a:pt x="3312" y="1312"/>
                    <a:pt x="3144" y="1272"/>
                    <a:pt x="3065" y="1153"/>
                  </a:cubicBezTo>
                  <a:cubicBezTo>
                    <a:pt x="2936" y="1024"/>
                    <a:pt x="2936" y="816"/>
                    <a:pt x="2856" y="657"/>
                  </a:cubicBezTo>
                  <a:cubicBezTo>
                    <a:pt x="2727" y="409"/>
                    <a:pt x="2440" y="320"/>
                    <a:pt x="2152" y="320"/>
                  </a:cubicBezTo>
                  <a:cubicBezTo>
                    <a:pt x="2066" y="320"/>
                    <a:pt x="1985" y="338"/>
                    <a:pt x="1902" y="338"/>
                  </a:cubicBezTo>
                  <a:cubicBezTo>
                    <a:pt x="1860" y="338"/>
                    <a:pt x="1819" y="333"/>
                    <a:pt x="1776" y="320"/>
                  </a:cubicBezTo>
                  <a:cubicBezTo>
                    <a:pt x="1577" y="280"/>
                    <a:pt x="1448" y="72"/>
                    <a:pt x="1240" y="33"/>
                  </a:cubicBezTo>
                  <a:cubicBezTo>
                    <a:pt x="1172" y="11"/>
                    <a:pt x="1100" y="1"/>
                    <a:pt x="1028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"/>
            <p:cNvSpPr/>
            <p:nvPr/>
          </p:nvSpPr>
          <p:spPr>
            <a:xfrm>
              <a:off x="5572372" y="2957655"/>
              <a:ext cx="37100" cy="47756"/>
            </a:xfrm>
            <a:custGeom>
              <a:rect b="b" l="l" r="r" t="t"/>
              <a:pathLst>
                <a:path extrusionOk="0" h="1107" w="860">
                  <a:moveTo>
                    <a:pt x="507" y="1"/>
                  </a:moveTo>
                  <a:cubicBezTo>
                    <a:pt x="352" y="1"/>
                    <a:pt x="232" y="197"/>
                    <a:pt x="159" y="359"/>
                  </a:cubicBezTo>
                  <a:lnTo>
                    <a:pt x="1" y="736"/>
                  </a:lnTo>
                  <a:cubicBezTo>
                    <a:pt x="80" y="905"/>
                    <a:pt x="159" y="1063"/>
                    <a:pt x="328" y="1103"/>
                  </a:cubicBezTo>
                  <a:cubicBezTo>
                    <a:pt x="340" y="1105"/>
                    <a:pt x="352" y="1106"/>
                    <a:pt x="365" y="1106"/>
                  </a:cubicBezTo>
                  <a:cubicBezTo>
                    <a:pt x="636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5" y="32"/>
                  </a:cubicBezTo>
                  <a:cubicBezTo>
                    <a:pt x="578" y="11"/>
                    <a:pt x="542" y="1"/>
                    <a:pt x="50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"/>
            <p:cNvSpPr/>
            <p:nvPr/>
          </p:nvSpPr>
          <p:spPr>
            <a:xfrm>
              <a:off x="5490234" y="2946612"/>
              <a:ext cx="19715" cy="39387"/>
            </a:xfrm>
            <a:custGeom>
              <a:rect b="b" l="l" r="r" t="t"/>
              <a:pathLst>
                <a:path extrusionOk="0" fill="none" h="913" w="457">
                  <a:moveTo>
                    <a:pt x="378" y="0"/>
                  </a:moveTo>
                  <a:cubicBezTo>
                    <a:pt x="378" y="0"/>
                    <a:pt x="1" y="576"/>
                    <a:pt x="40" y="744"/>
                  </a:cubicBezTo>
                  <a:cubicBezTo>
                    <a:pt x="80" y="913"/>
                    <a:pt x="457" y="823"/>
                    <a:pt x="457" y="823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"/>
            <p:cNvSpPr/>
            <p:nvPr/>
          </p:nvSpPr>
          <p:spPr>
            <a:xfrm>
              <a:off x="5485747" y="2937380"/>
              <a:ext cx="7248" cy="11130"/>
            </a:xfrm>
            <a:custGeom>
              <a:rect b="b" l="l" r="r" t="t"/>
              <a:pathLst>
                <a:path extrusionOk="0" h="258" w="168">
                  <a:moveTo>
                    <a:pt x="108" y="0"/>
                  </a:moveTo>
                  <a:cubicBezTo>
                    <a:pt x="86" y="0"/>
                    <a:pt x="65" y="12"/>
                    <a:pt x="65" y="46"/>
                  </a:cubicBezTo>
                  <a:cubicBezTo>
                    <a:pt x="25" y="86"/>
                    <a:pt x="25" y="135"/>
                    <a:pt x="25" y="175"/>
                  </a:cubicBezTo>
                  <a:cubicBezTo>
                    <a:pt x="1" y="224"/>
                    <a:pt x="37" y="258"/>
                    <a:pt x="78" y="258"/>
                  </a:cubicBezTo>
                  <a:cubicBezTo>
                    <a:pt x="103" y="258"/>
                    <a:pt x="129" y="245"/>
                    <a:pt x="144" y="214"/>
                  </a:cubicBezTo>
                  <a:lnTo>
                    <a:pt x="144" y="46"/>
                  </a:lnTo>
                  <a:cubicBezTo>
                    <a:pt x="167" y="23"/>
                    <a:pt x="137" y="0"/>
                    <a:pt x="10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"/>
            <p:cNvSpPr/>
            <p:nvPr/>
          </p:nvSpPr>
          <p:spPr>
            <a:xfrm>
              <a:off x="5485100" y="2917967"/>
              <a:ext cx="17601" cy="9016"/>
            </a:xfrm>
            <a:custGeom>
              <a:rect b="b" l="l" r="r" t="t"/>
              <a:pathLst>
                <a:path extrusionOk="0" fill="none" h="209" w="408">
                  <a:moveTo>
                    <a:pt x="407" y="208"/>
                  </a:moveTo>
                  <a:cubicBezTo>
                    <a:pt x="407" y="208"/>
                    <a:pt x="249" y="0"/>
                    <a:pt x="1" y="20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"/>
            <p:cNvSpPr/>
            <p:nvPr/>
          </p:nvSpPr>
          <p:spPr>
            <a:xfrm>
              <a:off x="5537256" y="2948035"/>
              <a:ext cx="7506" cy="11173"/>
            </a:xfrm>
            <a:custGeom>
              <a:rect b="b" l="l" r="r" t="t"/>
              <a:pathLst>
                <a:path extrusionOk="0" h="259" w="174">
                  <a:moveTo>
                    <a:pt x="114" y="1"/>
                  </a:moveTo>
                  <a:cubicBezTo>
                    <a:pt x="92" y="1"/>
                    <a:pt x="71" y="13"/>
                    <a:pt x="71" y="47"/>
                  </a:cubicBezTo>
                  <a:cubicBezTo>
                    <a:pt x="31" y="86"/>
                    <a:pt x="31" y="136"/>
                    <a:pt x="31" y="176"/>
                  </a:cubicBezTo>
                  <a:cubicBezTo>
                    <a:pt x="1" y="225"/>
                    <a:pt x="38" y="259"/>
                    <a:pt x="81" y="259"/>
                  </a:cubicBezTo>
                  <a:cubicBezTo>
                    <a:pt x="107" y="259"/>
                    <a:pt x="135" y="246"/>
                    <a:pt x="150" y="215"/>
                  </a:cubicBezTo>
                  <a:lnTo>
                    <a:pt x="150" y="47"/>
                  </a:lnTo>
                  <a:cubicBezTo>
                    <a:pt x="173" y="24"/>
                    <a:pt x="143" y="1"/>
                    <a:pt x="11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"/>
            <p:cNvSpPr/>
            <p:nvPr/>
          </p:nvSpPr>
          <p:spPr>
            <a:xfrm>
              <a:off x="5536437" y="2928666"/>
              <a:ext cx="23554" cy="12424"/>
            </a:xfrm>
            <a:custGeom>
              <a:rect b="b" l="l" r="r" t="t"/>
              <a:pathLst>
                <a:path extrusionOk="0" fill="none" h="288" w="546">
                  <a:moveTo>
                    <a:pt x="1" y="89"/>
                  </a:moveTo>
                  <a:cubicBezTo>
                    <a:pt x="1" y="89"/>
                    <a:pt x="249" y="0"/>
                    <a:pt x="546" y="28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"/>
            <p:cNvSpPr/>
            <p:nvPr/>
          </p:nvSpPr>
          <p:spPr>
            <a:xfrm>
              <a:off x="4836229" y="3069387"/>
              <a:ext cx="554392" cy="212853"/>
            </a:xfrm>
            <a:custGeom>
              <a:rect b="b" l="l" r="r" t="t"/>
              <a:pathLst>
                <a:path extrusionOk="0" h="4934" w="12851">
                  <a:moveTo>
                    <a:pt x="1359" y="0"/>
                  </a:moveTo>
                  <a:lnTo>
                    <a:pt x="0" y="1904"/>
                  </a:lnTo>
                  <a:cubicBezTo>
                    <a:pt x="0" y="1904"/>
                    <a:pt x="4670" y="4760"/>
                    <a:pt x="7060" y="4918"/>
                  </a:cubicBezTo>
                  <a:cubicBezTo>
                    <a:pt x="7194" y="4929"/>
                    <a:pt x="7335" y="4934"/>
                    <a:pt x="7481" y="4934"/>
                  </a:cubicBezTo>
                  <a:cubicBezTo>
                    <a:pt x="9625" y="4934"/>
                    <a:pt x="12851" y="3847"/>
                    <a:pt x="12851" y="3847"/>
                  </a:cubicBezTo>
                  <a:lnTo>
                    <a:pt x="10947" y="744"/>
                  </a:lnTo>
                  <a:cubicBezTo>
                    <a:pt x="10947" y="744"/>
                    <a:pt x="8520" y="1626"/>
                    <a:pt x="7479" y="1626"/>
                  </a:cubicBezTo>
                  <a:cubicBezTo>
                    <a:pt x="7417" y="1626"/>
                    <a:pt x="7360" y="1623"/>
                    <a:pt x="7308" y="1616"/>
                  </a:cubicBezTo>
                  <a:cubicBezTo>
                    <a:pt x="5573" y="1368"/>
                    <a:pt x="1359" y="0"/>
                    <a:pt x="135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"/>
            <p:cNvSpPr/>
            <p:nvPr/>
          </p:nvSpPr>
          <p:spPr>
            <a:xfrm>
              <a:off x="5251582" y="3065159"/>
              <a:ext cx="256683" cy="205735"/>
            </a:xfrm>
            <a:custGeom>
              <a:rect b="b" l="l" r="r" t="t"/>
              <a:pathLst>
                <a:path extrusionOk="0" h="4769" w="5950">
                  <a:moveTo>
                    <a:pt x="5090" y="0"/>
                  </a:moveTo>
                  <a:cubicBezTo>
                    <a:pt x="4442" y="0"/>
                    <a:pt x="3620" y="116"/>
                    <a:pt x="2638" y="306"/>
                  </a:cubicBezTo>
                  <a:cubicBezTo>
                    <a:pt x="1527" y="515"/>
                    <a:pt x="0" y="1050"/>
                    <a:pt x="0" y="1050"/>
                  </a:cubicBezTo>
                  <a:lnTo>
                    <a:pt x="1239" y="4768"/>
                  </a:lnTo>
                  <a:lnTo>
                    <a:pt x="4373" y="3985"/>
                  </a:lnTo>
                  <a:lnTo>
                    <a:pt x="5949" y="98"/>
                  </a:lnTo>
                  <a:cubicBezTo>
                    <a:pt x="5710" y="31"/>
                    <a:pt x="5423" y="0"/>
                    <a:pt x="509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"/>
            <p:cNvSpPr/>
            <p:nvPr/>
          </p:nvSpPr>
          <p:spPr>
            <a:xfrm>
              <a:off x="5372634" y="3065936"/>
              <a:ext cx="486792" cy="638256"/>
            </a:xfrm>
            <a:custGeom>
              <a:rect b="b" l="l" r="r" t="t"/>
              <a:pathLst>
                <a:path extrusionOk="0" h="14795" w="11284">
                  <a:moveTo>
                    <a:pt x="5910" y="1"/>
                  </a:moveTo>
                  <a:cubicBezTo>
                    <a:pt x="5910" y="1"/>
                    <a:pt x="5245" y="626"/>
                    <a:pt x="4383" y="626"/>
                  </a:cubicBezTo>
                  <a:cubicBezTo>
                    <a:pt x="3351" y="626"/>
                    <a:pt x="3143" y="80"/>
                    <a:pt x="3143" y="80"/>
                  </a:cubicBezTo>
                  <a:cubicBezTo>
                    <a:pt x="3143" y="80"/>
                    <a:pt x="664" y="1032"/>
                    <a:pt x="288" y="4096"/>
                  </a:cubicBezTo>
                  <a:cubicBezTo>
                    <a:pt x="79" y="6029"/>
                    <a:pt x="0" y="14795"/>
                    <a:pt x="0" y="14795"/>
                  </a:cubicBezTo>
                  <a:lnTo>
                    <a:pt x="10738" y="14795"/>
                  </a:lnTo>
                  <a:cubicBezTo>
                    <a:pt x="10738" y="14795"/>
                    <a:pt x="11284" y="1121"/>
                    <a:pt x="5910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"/>
            <p:cNvSpPr/>
            <p:nvPr/>
          </p:nvSpPr>
          <p:spPr>
            <a:xfrm>
              <a:off x="5459863" y="3418817"/>
              <a:ext cx="314016" cy="365353"/>
            </a:xfrm>
            <a:custGeom>
              <a:rect b="b" l="l" r="r" t="t"/>
              <a:pathLst>
                <a:path extrusionOk="0" h="8469" w="7279">
                  <a:moveTo>
                    <a:pt x="5048" y="1"/>
                  </a:moveTo>
                  <a:lnTo>
                    <a:pt x="1" y="1657"/>
                  </a:lnTo>
                  <a:lnTo>
                    <a:pt x="2232" y="8469"/>
                  </a:lnTo>
                  <a:lnTo>
                    <a:pt x="7279" y="6773"/>
                  </a:lnTo>
                  <a:lnTo>
                    <a:pt x="5048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"/>
            <p:cNvSpPr/>
            <p:nvPr/>
          </p:nvSpPr>
          <p:spPr>
            <a:xfrm>
              <a:off x="5500932" y="3423562"/>
              <a:ext cx="128385" cy="59490"/>
            </a:xfrm>
            <a:custGeom>
              <a:rect b="b" l="l" r="r" t="t"/>
              <a:pathLst>
                <a:path extrusionOk="0" h="1379" w="2976">
                  <a:moveTo>
                    <a:pt x="2728" y="0"/>
                  </a:moveTo>
                  <a:cubicBezTo>
                    <a:pt x="2713" y="0"/>
                    <a:pt x="2699" y="6"/>
                    <a:pt x="2688" y="20"/>
                  </a:cubicBezTo>
                  <a:lnTo>
                    <a:pt x="80" y="843"/>
                  </a:lnTo>
                  <a:cubicBezTo>
                    <a:pt x="40" y="883"/>
                    <a:pt x="1" y="962"/>
                    <a:pt x="1" y="1011"/>
                  </a:cubicBezTo>
                  <a:lnTo>
                    <a:pt x="130" y="1378"/>
                  </a:lnTo>
                  <a:lnTo>
                    <a:pt x="2975" y="426"/>
                  </a:lnTo>
                  <a:lnTo>
                    <a:pt x="2856" y="99"/>
                  </a:lnTo>
                  <a:cubicBezTo>
                    <a:pt x="2820" y="42"/>
                    <a:pt x="2769" y="0"/>
                    <a:pt x="272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"/>
            <p:cNvSpPr/>
            <p:nvPr/>
          </p:nvSpPr>
          <p:spPr>
            <a:xfrm>
              <a:off x="5536437" y="3413942"/>
              <a:ext cx="42838" cy="36367"/>
            </a:xfrm>
            <a:custGeom>
              <a:rect b="b" l="l" r="r" t="t"/>
              <a:pathLst>
                <a:path extrusionOk="0" h="843" w="993">
                  <a:moveTo>
                    <a:pt x="417" y="243"/>
                  </a:moveTo>
                  <a:cubicBezTo>
                    <a:pt x="546" y="243"/>
                    <a:pt x="625" y="283"/>
                    <a:pt x="665" y="362"/>
                  </a:cubicBezTo>
                  <a:cubicBezTo>
                    <a:pt x="665" y="441"/>
                    <a:pt x="625" y="530"/>
                    <a:pt x="546" y="570"/>
                  </a:cubicBezTo>
                  <a:cubicBezTo>
                    <a:pt x="522" y="581"/>
                    <a:pt x="496" y="586"/>
                    <a:pt x="471" y="586"/>
                  </a:cubicBezTo>
                  <a:cubicBezTo>
                    <a:pt x="402" y="586"/>
                    <a:pt x="338" y="549"/>
                    <a:pt x="338" y="491"/>
                  </a:cubicBezTo>
                  <a:cubicBezTo>
                    <a:pt x="298" y="362"/>
                    <a:pt x="338" y="283"/>
                    <a:pt x="417" y="243"/>
                  </a:cubicBezTo>
                  <a:close/>
                  <a:moveTo>
                    <a:pt x="524" y="1"/>
                  </a:moveTo>
                  <a:cubicBezTo>
                    <a:pt x="464" y="1"/>
                    <a:pt x="401" y="12"/>
                    <a:pt x="338" y="35"/>
                  </a:cubicBezTo>
                  <a:cubicBezTo>
                    <a:pt x="130" y="74"/>
                    <a:pt x="1" y="322"/>
                    <a:pt x="50" y="570"/>
                  </a:cubicBezTo>
                  <a:cubicBezTo>
                    <a:pt x="113" y="734"/>
                    <a:pt x="280" y="843"/>
                    <a:pt x="469" y="843"/>
                  </a:cubicBezTo>
                  <a:cubicBezTo>
                    <a:pt x="520" y="843"/>
                    <a:pt x="573" y="835"/>
                    <a:pt x="625" y="818"/>
                  </a:cubicBezTo>
                  <a:cubicBezTo>
                    <a:pt x="873" y="739"/>
                    <a:pt x="992" y="491"/>
                    <a:pt x="913" y="283"/>
                  </a:cubicBezTo>
                  <a:cubicBezTo>
                    <a:pt x="854" y="98"/>
                    <a:pt x="701" y="1"/>
                    <a:pt x="5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"/>
            <p:cNvSpPr/>
            <p:nvPr/>
          </p:nvSpPr>
          <p:spPr>
            <a:xfrm>
              <a:off x="5600586" y="3242592"/>
              <a:ext cx="340547" cy="489812"/>
            </a:xfrm>
            <a:custGeom>
              <a:rect b="b" l="l" r="r" t="t"/>
              <a:pathLst>
                <a:path extrusionOk="0" h="11354" w="7894">
                  <a:moveTo>
                    <a:pt x="6496" y="1"/>
                  </a:moveTo>
                  <a:lnTo>
                    <a:pt x="2857" y="943"/>
                  </a:lnTo>
                  <a:cubicBezTo>
                    <a:pt x="2857" y="943"/>
                    <a:pt x="3769" y="4255"/>
                    <a:pt x="3561" y="4790"/>
                  </a:cubicBezTo>
                  <a:cubicBezTo>
                    <a:pt x="3104" y="6069"/>
                    <a:pt x="1" y="9123"/>
                    <a:pt x="1" y="9123"/>
                  </a:cubicBezTo>
                  <a:lnTo>
                    <a:pt x="1578" y="11354"/>
                  </a:lnTo>
                  <a:cubicBezTo>
                    <a:pt x="1578" y="11354"/>
                    <a:pt x="6327" y="8300"/>
                    <a:pt x="7190" y="5950"/>
                  </a:cubicBezTo>
                  <a:cubicBezTo>
                    <a:pt x="7894" y="4086"/>
                    <a:pt x="6496" y="1"/>
                    <a:pt x="6496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"/>
            <p:cNvSpPr/>
            <p:nvPr/>
          </p:nvSpPr>
          <p:spPr>
            <a:xfrm>
              <a:off x="5627549" y="3065849"/>
              <a:ext cx="279806" cy="283732"/>
            </a:xfrm>
            <a:custGeom>
              <a:rect b="b" l="l" r="r" t="t"/>
              <a:pathLst>
                <a:path extrusionOk="0" h="6577" w="6486">
                  <a:moveTo>
                    <a:pt x="161" y="0"/>
                  </a:moveTo>
                  <a:cubicBezTo>
                    <a:pt x="58" y="0"/>
                    <a:pt x="1" y="3"/>
                    <a:pt x="1" y="3"/>
                  </a:cubicBezTo>
                  <a:lnTo>
                    <a:pt x="1448" y="3553"/>
                  </a:lnTo>
                  <a:lnTo>
                    <a:pt x="2440" y="6577"/>
                  </a:lnTo>
                  <a:lnTo>
                    <a:pt x="6485" y="5912"/>
                  </a:lnTo>
                  <a:cubicBezTo>
                    <a:pt x="6485" y="5912"/>
                    <a:pt x="6158" y="3761"/>
                    <a:pt x="5077" y="2154"/>
                  </a:cubicBezTo>
                  <a:cubicBezTo>
                    <a:pt x="3744" y="129"/>
                    <a:pt x="869" y="0"/>
                    <a:pt x="161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"/>
            <p:cNvSpPr/>
            <p:nvPr/>
          </p:nvSpPr>
          <p:spPr>
            <a:xfrm>
              <a:off x="5695149" y="3238752"/>
              <a:ext cx="37661" cy="110827"/>
            </a:xfrm>
            <a:custGeom>
              <a:rect b="b" l="l" r="r" t="t"/>
              <a:pathLst>
                <a:path extrusionOk="0" fill="none" h="2569" w="873">
                  <a:moveTo>
                    <a:pt x="873" y="2569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"/>
            <p:cNvSpPr/>
            <p:nvPr/>
          </p:nvSpPr>
          <p:spPr>
            <a:xfrm>
              <a:off x="5385015" y="3154932"/>
              <a:ext cx="28688" cy="87704"/>
            </a:xfrm>
            <a:custGeom>
              <a:rect b="b" l="l" r="r" t="t"/>
              <a:pathLst>
                <a:path extrusionOk="0" fill="none" h="2033" w="665">
                  <a:moveTo>
                    <a:pt x="1" y="2033"/>
                  </a:moveTo>
                  <a:cubicBezTo>
                    <a:pt x="1" y="2033"/>
                    <a:pt x="130" y="744"/>
                    <a:pt x="665" y="0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"/>
            <p:cNvSpPr/>
            <p:nvPr/>
          </p:nvSpPr>
          <p:spPr>
            <a:xfrm>
              <a:off x="5488551" y="3065936"/>
              <a:ext cx="169411" cy="48403"/>
            </a:xfrm>
            <a:custGeom>
              <a:rect b="b" l="l" r="r" t="t"/>
              <a:pathLst>
                <a:path extrusionOk="0" fill="none" h="1122" w="3927">
                  <a:moveTo>
                    <a:pt x="0" y="1"/>
                  </a:moveTo>
                  <a:cubicBezTo>
                    <a:pt x="0" y="1"/>
                    <a:pt x="0" y="1121"/>
                    <a:pt x="1487" y="1121"/>
                  </a:cubicBezTo>
                  <a:cubicBezTo>
                    <a:pt x="3302" y="1121"/>
                    <a:pt x="3927" y="1"/>
                    <a:pt x="3927" y="1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"/>
            <p:cNvSpPr/>
            <p:nvPr/>
          </p:nvSpPr>
          <p:spPr>
            <a:xfrm>
              <a:off x="5509905" y="3597199"/>
              <a:ext cx="221222" cy="194561"/>
            </a:xfrm>
            <a:custGeom>
              <a:rect b="b" l="l" r="r" t="t"/>
              <a:pathLst>
                <a:path extrusionOk="0" h="4510" w="5128">
                  <a:moveTo>
                    <a:pt x="3095" y="1"/>
                  </a:moveTo>
                  <a:cubicBezTo>
                    <a:pt x="2440" y="705"/>
                    <a:pt x="249" y="2440"/>
                    <a:pt x="288" y="2598"/>
                  </a:cubicBezTo>
                  <a:cubicBezTo>
                    <a:pt x="301" y="2631"/>
                    <a:pt x="331" y="2645"/>
                    <a:pt x="373" y="2645"/>
                  </a:cubicBezTo>
                  <a:cubicBezTo>
                    <a:pt x="565" y="2645"/>
                    <a:pt x="1007" y="2362"/>
                    <a:pt x="1154" y="2362"/>
                  </a:cubicBezTo>
                  <a:cubicBezTo>
                    <a:pt x="1179" y="2362"/>
                    <a:pt x="1196" y="2371"/>
                    <a:pt x="1201" y="2390"/>
                  </a:cubicBezTo>
                  <a:cubicBezTo>
                    <a:pt x="1201" y="2559"/>
                    <a:pt x="1" y="3511"/>
                    <a:pt x="120" y="3719"/>
                  </a:cubicBezTo>
                  <a:cubicBezTo>
                    <a:pt x="132" y="3738"/>
                    <a:pt x="152" y="3746"/>
                    <a:pt x="179" y="3746"/>
                  </a:cubicBezTo>
                  <a:cubicBezTo>
                    <a:pt x="450" y="3746"/>
                    <a:pt x="1408" y="2886"/>
                    <a:pt x="1409" y="2886"/>
                  </a:cubicBezTo>
                  <a:lnTo>
                    <a:pt x="1409" y="2886"/>
                  </a:lnTo>
                  <a:cubicBezTo>
                    <a:pt x="1408" y="2887"/>
                    <a:pt x="209" y="4086"/>
                    <a:pt x="368" y="4254"/>
                  </a:cubicBezTo>
                  <a:cubicBezTo>
                    <a:pt x="376" y="4262"/>
                    <a:pt x="388" y="4266"/>
                    <a:pt x="403" y="4266"/>
                  </a:cubicBezTo>
                  <a:cubicBezTo>
                    <a:pt x="621" y="4266"/>
                    <a:pt x="1515" y="3492"/>
                    <a:pt x="1905" y="3223"/>
                  </a:cubicBezTo>
                  <a:lnTo>
                    <a:pt x="1905" y="3223"/>
                  </a:lnTo>
                  <a:cubicBezTo>
                    <a:pt x="1488" y="3590"/>
                    <a:pt x="913" y="4254"/>
                    <a:pt x="1032" y="4373"/>
                  </a:cubicBezTo>
                  <a:cubicBezTo>
                    <a:pt x="1045" y="4386"/>
                    <a:pt x="1063" y="4392"/>
                    <a:pt x="1085" y="4392"/>
                  </a:cubicBezTo>
                  <a:cubicBezTo>
                    <a:pt x="1295" y="4392"/>
                    <a:pt x="1908" y="3887"/>
                    <a:pt x="2400" y="3511"/>
                  </a:cubicBezTo>
                  <a:lnTo>
                    <a:pt x="2400" y="3511"/>
                  </a:lnTo>
                  <a:cubicBezTo>
                    <a:pt x="2063" y="3798"/>
                    <a:pt x="1528" y="4373"/>
                    <a:pt x="1657" y="4502"/>
                  </a:cubicBezTo>
                  <a:cubicBezTo>
                    <a:pt x="1662" y="4507"/>
                    <a:pt x="1670" y="4510"/>
                    <a:pt x="1680" y="4510"/>
                  </a:cubicBezTo>
                  <a:cubicBezTo>
                    <a:pt x="1922" y="4510"/>
                    <a:pt x="3579" y="3248"/>
                    <a:pt x="5127" y="2023"/>
                  </a:cubicBezTo>
                  <a:lnTo>
                    <a:pt x="309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"/>
            <p:cNvSpPr/>
            <p:nvPr/>
          </p:nvSpPr>
          <p:spPr>
            <a:xfrm>
              <a:off x="3207344" y="4587854"/>
              <a:ext cx="279806" cy="303317"/>
            </a:xfrm>
            <a:custGeom>
              <a:rect b="b" l="l" r="r" t="t"/>
              <a:pathLst>
                <a:path extrusionOk="0" h="7031" w="6486">
                  <a:moveTo>
                    <a:pt x="4215" y="1"/>
                  </a:moveTo>
                  <a:lnTo>
                    <a:pt x="368" y="417"/>
                  </a:lnTo>
                  <a:lnTo>
                    <a:pt x="40" y="5454"/>
                  </a:lnTo>
                  <a:lnTo>
                    <a:pt x="1" y="7031"/>
                  </a:lnTo>
                  <a:lnTo>
                    <a:pt x="6198" y="6991"/>
                  </a:lnTo>
                  <a:cubicBezTo>
                    <a:pt x="6356" y="6991"/>
                    <a:pt x="6485" y="6862"/>
                    <a:pt x="6485" y="6693"/>
                  </a:cubicBezTo>
                  <a:cubicBezTo>
                    <a:pt x="6485" y="6614"/>
                    <a:pt x="6396" y="6495"/>
                    <a:pt x="6277" y="6446"/>
                  </a:cubicBezTo>
                  <a:lnTo>
                    <a:pt x="3630" y="5256"/>
                  </a:lnTo>
                  <a:lnTo>
                    <a:pt x="4215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"/>
            <p:cNvSpPr/>
            <p:nvPr/>
          </p:nvSpPr>
          <p:spPr>
            <a:xfrm>
              <a:off x="3192806" y="4814553"/>
              <a:ext cx="310177" cy="103148"/>
            </a:xfrm>
            <a:custGeom>
              <a:rect b="b" l="l" r="r" t="t"/>
              <a:pathLst>
                <a:path extrusionOk="0" h="2391" w="7190">
                  <a:moveTo>
                    <a:pt x="3967" y="1"/>
                  </a:moveTo>
                  <a:cubicBezTo>
                    <a:pt x="3367" y="236"/>
                    <a:pt x="2701" y="309"/>
                    <a:pt x="2107" y="309"/>
                  </a:cubicBezTo>
                  <a:cubicBezTo>
                    <a:pt x="1148" y="309"/>
                    <a:pt x="377" y="120"/>
                    <a:pt x="377" y="120"/>
                  </a:cubicBezTo>
                  <a:lnTo>
                    <a:pt x="1" y="2271"/>
                  </a:lnTo>
                  <a:cubicBezTo>
                    <a:pt x="1" y="2311"/>
                    <a:pt x="40" y="2390"/>
                    <a:pt x="129" y="2390"/>
                  </a:cubicBezTo>
                  <a:lnTo>
                    <a:pt x="7031" y="2390"/>
                  </a:lnTo>
                  <a:cubicBezTo>
                    <a:pt x="7189" y="2390"/>
                    <a:pt x="7070" y="1686"/>
                    <a:pt x="7070" y="1647"/>
                  </a:cubicBezTo>
                  <a:cubicBezTo>
                    <a:pt x="7031" y="1488"/>
                    <a:pt x="6902" y="1240"/>
                    <a:pt x="6783" y="1191"/>
                  </a:cubicBezTo>
                  <a:lnTo>
                    <a:pt x="3967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"/>
            <p:cNvSpPr/>
            <p:nvPr/>
          </p:nvSpPr>
          <p:spPr>
            <a:xfrm>
              <a:off x="3372873" y="4818004"/>
              <a:ext cx="16307" cy="30371"/>
            </a:xfrm>
            <a:custGeom>
              <a:rect b="b" l="l" r="r" t="t"/>
              <a:pathLst>
                <a:path extrusionOk="0" fill="none" h="704" w="378">
                  <a:moveTo>
                    <a:pt x="378" y="0"/>
                  </a:moveTo>
                  <a:cubicBezTo>
                    <a:pt x="249" y="208"/>
                    <a:pt x="80" y="456"/>
                    <a:pt x="1" y="704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"/>
            <p:cNvSpPr/>
            <p:nvPr/>
          </p:nvSpPr>
          <p:spPr>
            <a:xfrm>
              <a:off x="3390862" y="4828659"/>
              <a:ext cx="14150" cy="23166"/>
            </a:xfrm>
            <a:custGeom>
              <a:rect b="b" l="l" r="r" t="t"/>
              <a:pathLst>
                <a:path extrusionOk="0" fill="none" h="537" w="328">
                  <a:moveTo>
                    <a:pt x="328" y="1"/>
                  </a:moveTo>
                  <a:cubicBezTo>
                    <a:pt x="159" y="209"/>
                    <a:pt x="80" y="328"/>
                    <a:pt x="0" y="536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"/>
            <p:cNvSpPr/>
            <p:nvPr/>
          </p:nvSpPr>
          <p:spPr>
            <a:xfrm>
              <a:off x="3404969" y="4833793"/>
              <a:ext cx="12467" cy="23598"/>
            </a:xfrm>
            <a:custGeom>
              <a:rect b="b" l="l" r="r" t="t"/>
              <a:pathLst>
                <a:path extrusionOk="0" fill="none" h="547" w="289">
                  <a:moveTo>
                    <a:pt x="288" y="1"/>
                  </a:moveTo>
                  <a:cubicBezTo>
                    <a:pt x="209" y="169"/>
                    <a:pt x="80" y="378"/>
                    <a:pt x="1" y="546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"/>
            <p:cNvSpPr/>
            <p:nvPr/>
          </p:nvSpPr>
          <p:spPr>
            <a:xfrm>
              <a:off x="3194532" y="4896259"/>
              <a:ext cx="305000" cy="1769"/>
            </a:xfrm>
            <a:custGeom>
              <a:rect b="b" l="l" r="r" t="t"/>
              <a:pathLst>
                <a:path extrusionOk="0" fill="none" h="41" w="7070">
                  <a:moveTo>
                    <a:pt x="0" y="40"/>
                  </a:moveTo>
                  <a:lnTo>
                    <a:pt x="7070" y="1"/>
                  </a:ln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"/>
            <p:cNvSpPr/>
            <p:nvPr/>
          </p:nvSpPr>
          <p:spPr>
            <a:xfrm>
              <a:off x="3203505" y="4851782"/>
              <a:ext cx="76617" cy="44520"/>
            </a:xfrm>
            <a:custGeom>
              <a:rect b="b" l="l" r="r" t="t"/>
              <a:pathLst>
                <a:path extrusionOk="0" fill="none" h="1032" w="1776">
                  <a:moveTo>
                    <a:pt x="0" y="0"/>
                  </a:moveTo>
                  <a:cubicBezTo>
                    <a:pt x="0" y="0"/>
                    <a:pt x="1656" y="40"/>
                    <a:pt x="1775" y="1032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"/>
            <p:cNvSpPr/>
            <p:nvPr/>
          </p:nvSpPr>
          <p:spPr>
            <a:xfrm>
              <a:off x="3437065" y="4855190"/>
              <a:ext cx="23123" cy="41112"/>
            </a:xfrm>
            <a:custGeom>
              <a:rect b="b" l="l" r="r" t="t"/>
              <a:pathLst>
                <a:path extrusionOk="0" fill="none" h="953" w="536">
                  <a:moveTo>
                    <a:pt x="536" y="1"/>
                  </a:moveTo>
                  <a:cubicBezTo>
                    <a:pt x="536" y="1"/>
                    <a:pt x="80" y="665"/>
                    <a:pt x="0" y="953"/>
                  </a:cubicBezTo>
                </a:path>
              </a:pathLst>
            </a:custGeom>
            <a:noFill/>
            <a:ln cap="flat" cmpd="sng" w="9525">
              <a:solidFill>
                <a:srgbClr val="EC646E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"/>
            <p:cNvSpPr/>
            <p:nvPr/>
          </p:nvSpPr>
          <p:spPr>
            <a:xfrm>
              <a:off x="3012739" y="3571962"/>
              <a:ext cx="387138" cy="1212277"/>
            </a:xfrm>
            <a:custGeom>
              <a:rect b="b" l="l" r="r" t="t"/>
              <a:pathLst>
                <a:path extrusionOk="0" h="28101" w="8974">
                  <a:moveTo>
                    <a:pt x="0" y="1"/>
                  </a:moveTo>
                  <a:cubicBezTo>
                    <a:pt x="248" y="546"/>
                    <a:pt x="89" y="4760"/>
                    <a:pt x="2439" y="8637"/>
                  </a:cubicBezTo>
                  <a:cubicBezTo>
                    <a:pt x="3143" y="17313"/>
                    <a:pt x="3639" y="28101"/>
                    <a:pt x="3639" y="28101"/>
                  </a:cubicBezTo>
                  <a:lnTo>
                    <a:pt x="8974" y="28101"/>
                  </a:lnTo>
                  <a:cubicBezTo>
                    <a:pt x="8974" y="28101"/>
                    <a:pt x="8478" y="10749"/>
                    <a:pt x="7774" y="240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"/>
            <p:cNvSpPr/>
            <p:nvPr/>
          </p:nvSpPr>
          <p:spPr>
            <a:xfrm>
              <a:off x="3139355" y="3894904"/>
              <a:ext cx="62467" cy="889331"/>
            </a:xfrm>
            <a:custGeom>
              <a:rect b="b" l="l" r="r" t="t"/>
              <a:pathLst>
                <a:path extrusionOk="0" fill="none" h="20615" w="1448">
                  <a:moveTo>
                    <a:pt x="1448" y="20615"/>
                  </a:moveTo>
                  <a:cubicBezTo>
                    <a:pt x="1448" y="20615"/>
                    <a:pt x="952" y="8131"/>
                    <a:pt x="0" y="1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"/>
            <p:cNvSpPr/>
            <p:nvPr/>
          </p:nvSpPr>
          <p:spPr>
            <a:xfrm>
              <a:off x="2854458" y="4587854"/>
              <a:ext cx="295638" cy="303317"/>
            </a:xfrm>
            <a:custGeom>
              <a:rect b="b" l="l" r="r" t="t"/>
              <a:pathLst>
                <a:path extrusionOk="0" h="7031" w="6853">
                  <a:moveTo>
                    <a:pt x="3798" y="1"/>
                  </a:moveTo>
                  <a:lnTo>
                    <a:pt x="1" y="417"/>
                  </a:lnTo>
                  <a:lnTo>
                    <a:pt x="407" y="5454"/>
                  </a:lnTo>
                  <a:lnTo>
                    <a:pt x="367" y="7031"/>
                  </a:lnTo>
                  <a:lnTo>
                    <a:pt x="6564" y="6991"/>
                  </a:lnTo>
                  <a:cubicBezTo>
                    <a:pt x="6733" y="6991"/>
                    <a:pt x="6852" y="6862"/>
                    <a:pt x="6852" y="6693"/>
                  </a:cubicBezTo>
                  <a:cubicBezTo>
                    <a:pt x="6852" y="6614"/>
                    <a:pt x="6773" y="6495"/>
                    <a:pt x="6644" y="6446"/>
                  </a:cubicBezTo>
                  <a:lnTo>
                    <a:pt x="4006" y="5256"/>
                  </a:lnTo>
                  <a:lnTo>
                    <a:pt x="379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"/>
            <p:cNvSpPr/>
            <p:nvPr/>
          </p:nvSpPr>
          <p:spPr>
            <a:xfrm>
              <a:off x="2856184" y="4814553"/>
              <a:ext cx="308451" cy="103148"/>
            </a:xfrm>
            <a:custGeom>
              <a:rect b="b" l="l" r="r" t="t"/>
              <a:pathLst>
                <a:path extrusionOk="0" h="2391" w="7150">
                  <a:moveTo>
                    <a:pt x="3966" y="1"/>
                  </a:moveTo>
                  <a:cubicBezTo>
                    <a:pt x="3363" y="236"/>
                    <a:pt x="2694" y="309"/>
                    <a:pt x="2099" y="309"/>
                  </a:cubicBezTo>
                  <a:cubicBezTo>
                    <a:pt x="1138" y="309"/>
                    <a:pt x="367" y="120"/>
                    <a:pt x="367" y="120"/>
                  </a:cubicBezTo>
                  <a:lnTo>
                    <a:pt x="0" y="2271"/>
                  </a:lnTo>
                  <a:cubicBezTo>
                    <a:pt x="0" y="2311"/>
                    <a:pt x="40" y="2390"/>
                    <a:pt x="119" y="2390"/>
                  </a:cubicBezTo>
                  <a:lnTo>
                    <a:pt x="7020" y="2390"/>
                  </a:lnTo>
                  <a:cubicBezTo>
                    <a:pt x="7149" y="2390"/>
                    <a:pt x="7060" y="1686"/>
                    <a:pt x="7060" y="1647"/>
                  </a:cubicBezTo>
                  <a:cubicBezTo>
                    <a:pt x="7020" y="1488"/>
                    <a:pt x="6901" y="1240"/>
                    <a:pt x="6772" y="1191"/>
                  </a:cubicBezTo>
                  <a:lnTo>
                    <a:pt x="3966" y="1"/>
                  </a:lnTo>
                  <a:close/>
                </a:path>
              </a:pathLst>
            </a:custGeom>
            <a:solidFill>
              <a:srgbClr val="16223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"/>
            <p:cNvSpPr/>
            <p:nvPr/>
          </p:nvSpPr>
          <p:spPr>
            <a:xfrm>
              <a:off x="3036250" y="4818004"/>
              <a:ext cx="15876" cy="30371"/>
            </a:xfrm>
            <a:custGeom>
              <a:rect b="b" l="l" r="r" t="t"/>
              <a:pathLst>
                <a:path extrusionOk="0" fill="none" h="704" w="368">
                  <a:moveTo>
                    <a:pt x="367" y="0"/>
                  </a:moveTo>
                  <a:cubicBezTo>
                    <a:pt x="248" y="208"/>
                    <a:pt x="80" y="456"/>
                    <a:pt x="1" y="704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"/>
            <p:cNvSpPr/>
            <p:nvPr/>
          </p:nvSpPr>
          <p:spPr>
            <a:xfrm>
              <a:off x="3053808" y="4828659"/>
              <a:ext cx="14581" cy="23166"/>
            </a:xfrm>
            <a:custGeom>
              <a:rect b="b" l="l" r="r" t="t"/>
              <a:pathLst>
                <a:path extrusionOk="0" fill="none" h="537" w="338">
                  <a:moveTo>
                    <a:pt x="337" y="1"/>
                  </a:moveTo>
                  <a:cubicBezTo>
                    <a:pt x="169" y="209"/>
                    <a:pt x="89" y="328"/>
                    <a:pt x="0" y="536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"/>
            <p:cNvSpPr/>
            <p:nvPr/>
          </p:nvSpPr>
          <p:spPr>
            <a:xfrm>
              <a:off x="3068347" y="4833793"/>
              <a:ext cx="12424" cy="23598"/>
            </a:xfrm>
            <a:custGeom>
              <a:rect b="b" l="l" r="r" t="t"/>
              <a:pathLst>
                <a:path extrusionOk="0" fill="none" h="547" w="288">
                  <a:moveTo>
                    <a:pt x="288" y="1"/>
                  </a:moveTo>
                  <a:cubicBezTo>
                    <a:pt x="198" y="169"/>
                    <a:pt x="80" y="378"/>
                    <a:pt x="0" y="546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"/>
            <p:cNvSpPr/>
            <p:nvPr/>
          </p:nvSpPr>
          <p:spPr>
            <a:xfrm>
              <a:off x="2857866" y="4896259"/>
              <a:ext cx="304612" cy="1769"/>
            </a:xfrm>
            <a:custGeom>
              <a:rect b="b" l="l" r="r" t="t"/>
              <a:pathLst>
                <a:path extrusionOk="0" fill="none" h="41" w="7061">
                  <a:moveTo>
                    <a:pt x="1" y="40"/>
                  </a:moveTo>
                  <a:lnTo>
                    <a:pt x="7061" y="1"/>
                  </a:ln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"/>
            <p:cNvSpPr/>
            <p:nvPr/>
          </p:nvSpPr>
          <p:spPr>
            <a:xfrm>
              <a:off x="2866882" y="4851782"/>
              <a:ext cx="76574" cy="44520"/>
            </a:xfrm>
            <a:custGeom>
              <a:rect b="b" l="l" r="r" t="t"/>
              <a:pathLst>
                <a:path extrusionOk="0" fill="none" h="1032" w="1775">
                  <a:moveTo>
                    <a:pt x="0" y="0"/>
                  </a:moveTo>
                  <a:cubicBezTo>
                    <a:pt x="0" y="0"/>
                    <a:pt x="1646" y="40"/>
                    <a:pt x="1775" y="1032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"/>
            <p:cNvSpPr/>
            <p:nvPr/>
          </p:nvSpPr>
          <p:spPr>
            <a:xfrm>
              <a:off x="3100400" y="4855190"/>
              <a:ext cx="23166" cy="41112"/>
            </a:xfrm>
            <a:custGeom>
              <a:rect b="b" l="l" r="r" t="t"/>
              <a:pathLst>
                <a:path extrusionOk="0" fill="none" h="953" w="537">
                  <a:moveTo>
                    <a:pt x="536" y="1"/>
                  </a:moveTo>
                  <a:cubicBezTo>
                    <a:pt x="536" y="1"/>
                    <a:pt x="80" y="665"/>
                    <a:pt x="1" y="953"/>
                  </a:cubicBezTo>
                </a:path>
              </a:pathLst>
            </a:custGeom>
            <a:noFill/>
            <a:ln cap="flat" cmpd="sng" w="9525">
              <a:solidFill>
                <a:srgbClr val="EE728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"/>
            <p:cNvSpPr/>
            <p:nvPr/>
          </p:nvSpPr>
          <p:spPr>
            <a:xfrm>
              <a:off x="2847167" y="3638267"/>
              <a:ext cx="319150" cy="1145971"/>
            </a:xfrm>
            <a:custGeom>
              <a:rect b="b" l="l" r="r" t="t"/>
              <a:pathLst>
                <a:path extrusionOk="0" h="26564" w="7398">
                  <a:moveTo>
                    <a:pt x="7398" y="1"/>
                  </a:moveTo>
                  <a:lnTo>
                    <a:pt x="328" y="159"/>
                  </a:lnTo>
                  <a:cubicBezTo>
                    <a:pt x="170" y="1894"/>
                    <a:pt x="170" y="4046"/>
                    <a:pt x="457" y="6108"/>
                  </a:cubicBezTo>
                  <a:cubicBezTo>
                    <a:pt x="1" y="15320"/>
                    <a:pt x="41" y="26564"/>
                    <a:pt x="41" y="26564"/>
                  </a:cubicBezTo>
                  <a:lnTo>
                    <a:pt x="5375" y="26564"/>
                  </a:lnTo>
                  <a:cubicBezTo>
                    <a:pt x="5375" y="26564"/>
                    <a:pt x="6862" y="6693"/>
                    <a:pt x="739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"/>
            <p:cNvSpPr/>
            <p:nvPr/>
          </p:nvSpPr>
          <p:spPr>
            <a:xfrm>
              <a:off x="2886554" y="3645127"/>
              <a:ext cx="19284" cy="1139112"/>
            </a:xfrm>
            <a:custGeom>
              <a:rect b="b" l="l" r="r" t="t"/>
              <a:pathLst>
                <a:path extrusionOk="0" fill="none" h="26405" w="447">
                  <a:moveTo>
                    <a:pt x="327" y="0"/>
                  </a:moveTo>
                  <a:cubicBezTo>
                    <a:pt x="159" y="1735"/>
                    <a:pt x="198" y="3887"/>
                    <a:pt x="446" y="5949"/>
                  </a:cubicBezTo>
                  <a:cubicBezTo>
                    <a:pt x="0" y="15161"/>
                    <a:pt x="40" y="26405"/>
                    <a:pt x="40" y="26405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"/>
            <p:cNvSpPr/>
            <p:nvPr/>
          </p:nvSpPr>
          <p:spPr>
            <a:xfrm>
              <a:off x="3128657" y="3693443"/>
              <a:ext cx="37661" cy="409830"/>
            </a:xfrm>
            <a:custGeom>
              <a:rect b="b" l="l" r="r" t="t"/>
              <a:pathLst>
                <a:path extrusionOk="0" fill="none" h="9500" w="873">
                  <a:moveTo>
                    <a:pt x="0" y="9500"/>
                  </a:moveTo>
                  <a:cubicBezTo>
                    <a:pt x="0" y="9500"/>
                    <a:pt x="833" y="2351"/>
                    <a:pt x="873" y="1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"/>
            <p:cNvSpPr/>
            <p:nvPr/>
          </p:nvSpPr>
          <p:spPr>
            <a:xfrm>
              <a:off x="2897253" y="3716566"/>
              <a:ext cx="103105" cy="92837"/>
            </a:xfrm>
            <a:custGeom>
              <a:rect b="b" l="l" r="r" t="t"/>
              <a:pathLst>
                <a:path extrusionOk="0" fill="none" h="2152" w="2390">
                  <a:moveTo>
                    <a:pt x="0" y="2023"/>
                  </a:moveTo>
                  <a:cubicBezTo>
                    <a:pt x="0" y="2023"/>
                    <a:pt x="1527" y="2152"/>
                    <a:pt x="2390" y="0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"/>
            <p:cNvSpPr/>
            <p:nvPr/>
          </p:nvSpPr>
          <p:spPr>
            <a:xfrm>
              <a:off x="3159027" y="3698577"/>
              <a:ext cx="30414" cy="105262"/>
            </a:xfrm>
            <a:custGeom>
              <a:rect b="b" l="l" r="r" t="t"/>
              <a:pathLst>
                <a:path extrusionOk="0" fill="none" h="2440" w="705">
                  <a:moveTo>
                    <a:pt x="0" y="2440"/>
                  </a:moveTo>
                  <a:cubicBezTo>
                    <a:pt x="0" y="2440"/>
                    <a:pt x="456" y="2321"/>
                    <a:pt x="536" y="2152"/>
                  </a:cubicBezTo>
                  <a:cubicBezTo>
                    <a:pt x="575" y="1984"/>
                    <a:pt x="704" y="1"/>
                    <a:pt x="704" y="1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"/>
            <p:cNvSpPr/>
            <p:nvPr/>
          </p:nvSpPr>
          <p:spPr>
            <a:xfrm>
              <a:off x="3273219" y="3716566"/>
              <a:ext cx="85590" cy="87272"/>
            </a:xfrm>
            <a:custGeom>
              <a:rect b="b" l="l" r="r" t="t"/>
              <a:pathLst>
                <a:path extrusionOk="0" fill="none" h="2023" w="1984">
                  <a:moveTo>
                    <a:pt x="40" y="0"/>
                  </a:moveTo>
                  <a:cubicBezTo>
                    <a:pt x="40" y="0"/>
                    <a:pt x="1" y="1735"/>
                    <a:pt x="1984" y="2023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"/>
            <p:cNvSpPr/>
            <p:nvPr/>
          </p:nvSpPr>
          <p:spPr>
            <a:xfrm>
              <a:off x="3066190" y="2980390"/>
              <a:ext cx="133950" cy="127349"/>
            </a:xfrm>
            <a:custGeom>
              <a:rect b="b" l="l" r="r" t="t"/>
              <a:pathLst>
                <a:path extrusionOk="0" h="2952" w="3105">
                  <a:moveTo>
                    <a:pt x="586" y="1"/>
                  </a:moveTo>
                  <a:lnTo>
                    <a:pt x="1" y="2311"/>
                  </a:lnTo>
                  <a:cubicBezTo>
                    <a:pt x="1" y="2311"/>
                    <a:pt x="980" y="2952"/>
                    <a:pt x="1909" y="2952"/>
                  </a:cubicBezTo>
                  <a:cubicBezTo>
                    <a:pt x="2358" y="2952"/>
                    <a:pt x="2794" y="2803"/>
                    <a:pt x="3104" y="2361"/>
                  </a:cubicBezTo>
                  <a:lnTo>
                    <a:pt x="2975" y="744"/>
                  </a:lnTo>
                  <a:lnTo>
                    <a:pt x="586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"/>
            <p:cNvSpPr/>
            <p:nvPr/>
          </p:nvSpPr>
          <p:spPr>
            <a:xfrm>
              <a:off x="3091427" y="2890013"/>
              <a:ext cx="160438" cy="146245"/>
            </a:xfrm>
            <a:custGeom>
              <a:rect b="b" l="l" r="r" t="t"/>
              <a:pathLst>
                <a:path extrusionOk="0" h="3390" w="3719">
                  <a:moveTo>
                    <a:pt x="2039" y="0"/>
                  </a:moveTo>
                  <a:cubicBezTo>
                    <a:pt x="1457" y="0"/>
                    <a:pt x="665" y="141"/>
                    <a:pt x="209" y="817"/>
                  </a:cubicBezTo>
                  <a:cubicBezTo>
                    <a:pt x="1" y="1144"/>
                    <a:pt x="536" y="2879"/>
                    <a:pt x="903" y="3127"/>
                  </a:cubicBezTo>
                  <a:cubicBezTo>
                    <a:pt x="1106" y="3312"/>
                    <a:pt x="1432" y="3390"/>
                    <a:pt x="1768" y="3390"/>
                  </a:cubicBezTo>
                  <a:cubicBezTo>
                    <a:pt x="2187" y="3390"/>
                    <a:pt x="2621" y="3269"/>
                    <a:pt x="2846" y="3087"/>
                  </a:cubicBezTo>
                  <a:cubicBezTo>
                    <a:pt x="3719" y="2344"/>
                    <a:pt x="2767" y="73"/>
                    <a:pt x="2767" y="73"/>
                  </a:cubicBezTo>
                  <a:cubicBezTo>
                    <a:pt x="2767" y="73"/>
                    <a:pt x="2457" y="0"/>
                    <a:pt x="203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"/>
            <p:cNvSpPr/>
            <p:nvPr/>
          </p:nvSpPr>
          <p:spPr>
            <a:xfrm>
              <a:off x="3191080" y="2939321"/>
              <a:ext cx="18033" cy="39430"/>
            </a:xfrm>
            <a:custGeom>
              <a:rect b="b" l="l" r="r" t="t"/>
              <a:pathLst>
                <a:path extrusionOk="0" fill="none" h="914" w="418">
                  <a:moveTo>
                    <a:pt x="1" y="1"/>
                  </a:moveTo>
                  <a:cubicBezTo>
                    <a:pt x="1" y="1"/>
                    <a:pt x="417" y="536"/>
                    <a:pt x="417" y="705"/>
                  </a:cubicBezTo>
                  <a:cubicBezTo>
                    <a:pt x="417" y="873"/>
                    <a:pt x="1" y="913"/>
                    <a:pt x="1" y="913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"/>
            <p:cNvSpPr/>
            <p:nvPr/>
          </p:nvSpPr>
          <p:spPr>
            <a:xfrm>
              <a:off x="3166275" y="2985955"/>
              <a:ext cx="51811" cy="26919"/>
            </a:xfrm>
            <a:custGeom>
              <a:rect b="b" l="l" r="r" t="t"/>
              <a:pathLst>
                <a:path extrusionOk="0" h="624" w="1201">
                  <a:moveTo>
                    <a:pt x="1032" y="1"/>
                  </a:moveTo>
                  <a:lnTo>
                    <a:pt x="1" y="249"/>
                  </a:lnTo>
                  <a:cubicBezTo>
                    <a:pt x="1" y="249"/>
                    <a:pt x="202" y="624"/>
                    <a:pt x="582" y="624"/>
                  </a:cubicBezTo>
                  <a:cubicBezTo>
                    <a:pt x="656" y="624"/>
                    <a:pt x="737" y="610"/>
                    <a:pt x="824" y="576"/>
                  </a:cubicBezTo>
                  <a:cubicBezTo>
                    <a:pt x="1201" y="447"/>
                    <a:pt x="1032" y="1"/>
                    <a:pt x="103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"/>
            <p:cNvSpPr/>
            <p:nvPr/>
          </p:nvSpPr>
          <p:spPr>
            <a:xfrm>
              <a:off x="3203505" y="2927975"/>
              <a:ext cx="8369" cy="11562"/>
            </a:xfrm>
            <a:custGeom>
              <a:rect b="b" l="l" r="r" t="t"/>
              <a:pathLst>
                <a:path extrusionOk="0" h="268" w="194">
                  <a:moveTo>
                    <a:pt x="74" y="1"/>
                  </a:moveTo>
                  <a:cubicBezTo>
                    <a:pt x="49" y="1"/>
                    <a:pt x="0" y="39"/>
                    <a:pt x="0" y="105"/>
                  </a:cubicBezTo>
                  <a:cubicBezTo>
                    <a:pt x="0" y="145"/>
                    <a:pt x="40" y="185"/>
                    <a:pt x="40" y="224"/>
                  </a:cubicBezTo>
                  <a:cubicBezTo>
                    <a:pt x="59" y="255"/>
                    <a:pt x="88" y="267"/>
                    <a:pt x="115" y="267"/>
                  </a:cubicBezTo>
                  <a:cubicBezTo>
                    <a:pt x="157" y="267"/>
                    <a:pt x="194" y="234"/>
                    <a:pt x="169" y="185"/>
                  </a:cubicBezTo>
                  <a:cubicBezTo>
                    <a:pt x="169" y="145"/>
                    <a:pt x="129" y="105"/>
                    <a:pt x="90" y="16"/>
                  </a:cubicBezTo>
                  <a:cubicBezTo>
                    <a:pt x="90" y="6"/>
                    <a:pt x="84" y="1"/>
                    <a:pt x="7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"/>
            <p:cNvSpPr/>
            <p:nvPr/>
          </p:nvSpPr>
          <p:spPr>
            <a:xfrm>
              <a:off x="3192806" y="2911108"/>
              <a:ext cx="16307" cy="10742"/>
            </a:xfrm>
            <a:custGeom>
              <a:rect b="b" l="l" r="r" t="t"/>
              <a:pathLst>
                <a:path extrusionOk="0" fill="none" h="249" w="378">
                  <a:moveTo>
                    <a:pt x="1" y="248"/>
                  </a:moveTo>
                  <a:cubicBezTo>
                    <a:pt x="1" y="248"/>
                    <a:pt x="129" y="0"/>
                    <a:pt x="377" y="119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"/>
            <p:cNvSpPr/>
            <p:nvPr/>
          </p:nvSpPr>
          <p:spPr>
            <a:xfrm>
              <a:off x="3153894" y="2945921"/>
              <a:ext cx="7938" cy="11562"/>
            </a:xfrm>
            <a:custGeom>
              <a:rect b="b" l="l" r="r" t="t"/>
              <a:pathLst>
                <a:path extrusionOk="0" h="268" w="184">
                  <a:moveTo>
                    <a:pt x="77" y="0"/>
                  </a:moveTo>
                  <a:cubicBezTo>
                    <a:pt x="40" y="0"/>
                    <a:pt x="0" y="28"/>
                    <a:pt x="0" y="56"/>
                  </a:cubicBezTo>
                  <a:cubicBezTo>
                    <a:pt x="0" y="96"/>
                    <a:pt x="40" y="185"/>
                    <a:pt x="40" y="225"/>
                  </a:cubicBezTo>
                  <a:cubicBezTo>
                    <a:pt x="55" y="255"/>
                    <a:pt x="82" y="268"/>
                    <a:pt x="107" y="268"/>
                  </a:cubicBezTo>
                  <a:cubicBezTo>
                    <a:pt x="147" y="268"/>
                    <a:pt x="183" y="234"/>
                    <a:pt x="159" y="185"/>
                  </a:cubicBezTo>
                  <a:cubicBezTo>
                    <a:pt x="159" y="135"/>
                    <a:pt x="119" y="56"/>
                    <a:pt x="119" y="16"/>
                  </a:cubicBezTo>
                  <a:cubicBezTo>
                    <a:pt x="108" y="5"/>
                    <a:pt x="93" y="0"/>
                    <a:pt x="77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"/>
            <p:cNvSpPr/>
            <p:nvPr/>
          </p:nvSpPr>
          <p:spPr>
            <a:xfrm>
              <a:off x="3137630" y="2926940"/>
              <a:ext cx="21441" cy="14150"/>
            </a:xfrm>
            <a:custGeom>
              <a:rect b="b" l="l" r="r" t="t"/>
              <a:pathLst>
                <a:path extrusionOk="0" fill="none" h="328" w="497">
                  <a:moveTo>
                    <a:pt x="496" y="80"/>
                  </a:moveTo>
                  <a:cubicBezTo>
                    <a:pt x="496" y="80"/>
                    <a:pt x="248" y="0"/>
                    <a:pt x="0" y="32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"/>
            <p:cNvSpPr/>
            <p:nvPr/>
          </p:nvSpPr>
          <p:spPr>
            <a:xfrm>
              <a:off x="3041384" y="2829704"/>
              <a:ext cx="199781" cy="186796"/>
            </a:xfrm>
            <a:custGeom>
              <a:rect b="b" l="l" r="r" t="t"/>
              <a:pathLst>
                <a:path extrusionOk="0" h="4330" w="4631">
                  <a:moveTo>
                    <a:pt x="2726" y="1"/>
                  </a:moveTo>
                  <a:cubicBezTo>
                    <a:pt x="2524" y="1"/>
                    <a:pt x="2328" y="54"/>
                    <a:pt x="2152" y="192"/>
                  </a:cubicBezTo>
                  <a:cubicBezTo>
                    <a:pt x="2112" y="232"/>
                    <a:pt x="2023" y="271"/>
                    <a:pt x="1984" y="311"/>
                  </a:cubicBezTo>
                  <a:cubicBezTo>
                    <a:pt x="1904" y="365"/>
                    <a:pt x="1812" y="380"/>
                    <a:pt x="1714" y="380"/>
                  </a:cubicBezTo>
                  <a:cubicBezTo>
                    <a:pt x="1588" y="380"/>
                    <a:pt x="1452" y="355"/>
                    <a:pt x="1320" y="355"/>
                  </a:cubicBezTo>
                  <a:cubicBezTo>
                    <a:pt x="1235" y="355"/>
                    <a:pt x="1151" y="366"/>
                    <a:pt x="1071" y="400"/>
                  </a:cubicBezTo>
                  <a:cubicBezTo>
                    <a:pt x="992" y="480"/>
                    <a:pt x="913" y="599"/>
                    <a:pt x="823" y="727"/>
                  </a:cubicBezTo>
                  <a:cubicBezTo>
                    <a:pt x="784" y="846"/>
                    <a:pt x="744" y="1015"/>
                    <a:pt x="625" y="1144"/>
                  </a:cubicBezTo>
                  <a:cubicBezTo>
                    <a:pt x="576" y="1184"/>
                    <a:pt x="496" y="1223"/>
                    <a:pt x="457" y="1263"/>
                  </a:cubicBezTo>
                  <a:cubicBezTo>
                    <a:pt x="129" y="1511"/>
                    <a:pt x="1" y="2006"/>
                    <a:pt x="169" y="2383"/>
                  </a:cubicBezTo>
                  <a:cubicBezTo>
                    <a:pt x="248" y="2542"/>
                    <a:pt x="328" y="2710"/>
                    <a:pt x="417" y="2919"/>
                  </a:cubicBezTo>
                  <a:cubicBezTo>
                    <a:pt x="457" y="2998"/>
                    <a:pt x="457" y="3077"/>
                    <a:pt x="496" y="3167"/>
                  </a:cubicBezTo>
                  <a:cubicBezTo>
                    <a:pt x="496" y="3246"/>
                    <a:pt x="536" y="3325"/>
                    <a:pt x="536" y="3454"/>
                  </a:cubicBezTo>
                  <a:cubicBezTo>
                    <a:pt x="625" y="3702"/>
                    <a:pt x="665" y="4029"/>
                    <a:pt x="913" y="4198"/>
                  </a:cubicBezTo>
                  <a:cubicBezTo>
                    <a:pt x="1024" y="4288"/>
                    <a:pt x="1157" y="4330"/>
                    <a:pt x="1270" y="4330"/>
                  </a:cubicBezTo>
                  <a:cubicBezTo>
                    <a:pt x="1368" y="4330"/>
                    <a:pt x="1451" y="4298"/>
                    <a:pt x="1488" y="4237"/>
                  </a:cubicBezTo>
                  <a:cubicBezTo>
                    <a:pt x="1567" y="4029"/>
                    <a:pt x="1369" y="3742"/>
                    <a:pt x="1280" y="3533"/>
                  </a:cubicBezTo>
                  <a:cubicBezTo>
                    <a:pt x="1200" y="3286"/>
                    <a:pt x="1448" y="3127"/>
                    <a:pt x="1567" y="2919"/>
                  </a:cubicBezTo>
                  <a:cubicBezTo>
                    <a:pt x="1656" y="2829"/>
                    <a:pt x="1736" y="2710"/>
                    <a:pt x="1815" y="2582"/>
                  </a:cubicBezTo>
                  <a:cubicBezTo>
                    <a:pt x="1865" y="2463"/>
                    <a:pt x="1815" y="2294"/>
                    <a:pt x="1904" y="2215"/>
                  </a:cubicBezTo>
                  <a:cubicBezTo>
                    <a:pt x="1949" y="2142"/>
                    <a:pt x="2010" y="2126"/>
                    <a:pt x="2076" y="2126"/>
                  </a:cubicBezTo>
                  <a:cubicBezTo>
                    <a:pt x="2126" y="2126"/>
                    <a:pt x="2180" y="2135"/>
                    <a:pt x="2231" y="2135"/>
                  </a:cubicBezTo>
                  <a:cubicBezTo>
                    <a:pt x="2519" y="2086"/>
                    <a:pt x="2608" y="1798"/>
                    <a:pt x="2807" y="1719"/>
                  </a:cubicBezTo>
                  <a:cubicBezTo>
                    <a:pt x="2855" y="1703"/>
                    <a:pt x="2905" y="1697"/>
                    <a:pt x="2957" y="1697"/>
                  </a:cubicBezTo>
                  <a:cubicBezTo>
                    <a:pt x="3169" y="1697"/>
                    <a:pt x="3400" y="1806"/>
                    <a:pt x="3600" y="1838"/>
                  </a:cubicBezTo>
                  <a:cubicBezTo>
                    <a:pt x="3708" y="1838"/>
                    <a:pt x="3823" y="1847"/>
                    <a:pt x="3939" y="1847"/>
                  </a:cubicBezTo>
                  <a:cubicBezTo>
                    <a:pt x="4090" y="1847"/>
                    <a:pt x="4243" y="1831"/>
                    <a:pt x="4383" y="1759"/>
                  </a:cubicBezTo>
                  <a:cubicBezTo>
                    <a:pt x="4462" y="1719"/>
                    <a:pt x="4542" y="1679"/>
                    <a:pt x="4591" y="1550"/>
                  </a:cubicBezTo>
                  <a:cubicBezTo>
                    <a:pt x="4631" y="1471"/>
                    <a:pt x="4631" y="1392"/>
                    <a:pt x="4631" y="1302"/>
                  </a:cubicBezTo>
                  <a:cubicBezTo>
                    <a:pt x="4631" y="1055"/>
                    <a:pt x="4591" y="807"/>
                    <a:pt x="4423" y="688"/>
                  </a:cubicBezTo>
                  <a:cubicBezTo>
                    <a:pt x="4215" y="519"/>
                    <a:pt x="3967" y="559"/>
                    <a:pt x="3798" y="400"/>
                  </a:cubicBezTo>
                  <a:cubicBezTo>
                    <a:pt x="3639" y="271"/>
                    <a:pt x="3600" y="192"/>
                    <a:pt x="3392" y="152"/>
                  </a:cubicBezTo>
                  <a:cubicBezTo>
                    <a:pt x="3174" y="64"/>
                    <a:pt x="2946" y="1"/>
                    <a:pt x="2726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"/>
            <p:cNvSpPr/>
            <p:nvPr/>
          </p:nvSpPr>
          <p:spPr>
            <a:xfrm>
              <a:off x="3075163" y="2956275"/>
              <a:ext cx="39430" cy="47670"/>
            </a:xfrm>
            <a:custGeom>
              <a:rect b="b" l="l" r="r" t="t"/>
              <a:pathLst>
                <a:path extrusionOk="0" h="1105" w="914">
                  <a:moveTo>
                    <a:pt x="399" y="0"/>
                  </a:moveTo>
                  <a:cubicBezTo>
                    <a:pt x="327" y="0"/>
                    <a:pt x="262" y="39"/>
                    <a:pt x="209" y="104"/>
                  </a:cubicBezTo>
                  <a:cubicBezTo>
                    <a:pt x="1" y="312"/>
                    <a:pt x="249" y="847"/>
                    <a:pt x="378" y="937"/>
                  </a:cubicBezTo>
                  <a:cubicBezTo>
                    <a:pt x="529" y="1041"/>
                    <a:pt x="659" y="1104"/>
                    <a:pt x="753" y="1104"/>
                  </a:cubicBezTo>
                  <a:cubicBezTo>
                    <a:pt x="838" y="1104"/>
                    <a:pt x="894" y="1054"/>
                    <a:pt x="913" y="937"/>
                  </a:cubicBezTo>
                  <a:lnTo>
                    <a:pt x="744" y="272"/>
                  </a:lnTo>
                  <a:cubicBezTo>
                    <a:pt x="622" y="79"/>
                    <a:pt x="502" y="0"/>
                    <a:pt x="399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"/>
            <p:cNvSpPr/>
            <p:nvPr/>
          </p:nvSpPr>
          <p:spPr>
            <a:xfrm>
              <a:off x="3130339" y="3021459"/>
              <a:ext cx="64235" cy="19715"/>
            </a:xfrm>
            <a:custGeom>
              <a:rect b="b" l="l" r="r" t="t"/>
              <a:pathLst>
                <a:path extrusionOk="0" fill="none" h="457" w="1489">
                  <a:moveTo>
                    <a:pt x="1488" y="328"/>
                  </a:moveTo>
                  <a:cubicBezTo>
                    <a:pt x="705" y="457"/>
                    <a:pt x="1" y="1"/>
                    <a:pt x="1" y="1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"/>
            <p:cNvSpPr/>
            <p:nvPr/>
          </p:nvSpPr>
          <p:spPr>
            <a:xfrm>
              <a:off x="3194532" y="2912833"/>
              <a:ext cx="35979" cy="37230"/>
            </a:xfrm>
            <a:custGeom>
              <a:rect b="b" l="l" r="r" t="t"/>
              <a:pathLst>
                <a:path extrusionOk="0" fill="none" h="863" w="834">
                  <a:moveTo>
                    <a:pt x="833" y="407"/>
                  </a:moveTo>
                  <a:cubicBezTo>
                    <a:pt x="833" y="655"/>
                    <a:pt x="665" y="863"/>
                    <a:pt x="417" y="863"/>
                  </a:cubicBezTo>
                  <a:cubicBezTo>
                    <a:pt x="169" y="863"/>
                    <a:pt x="0" y="655"/>
                    <a:pt x="0" y="407"/>
                  </a:cubicBezTo>
                  <a:cubicBezTo>
                    <a:pt x="0" y="159"/>
                    <a:pt x="169" y="0"/>
                    <a:pt x="417" y="0"/>
                  </a:cubicBezTo>
                  <a:cubicBezTo>
                    <a:pt x="665" y="0"/>
                    <a:pt x="833" y="159"/>
                    <a:pt x="833" y="40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212237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1"/>
            <p:cNvSpPr/>
            <p:nvPr/>
          </p:nvSpPr>
          <p:spPr>
            <a:xfrm>
              <a:off x="3141038" y="2935913"/>
              <a:ext cx="35979" cy="37273"/>
            </a:xfrm>
            <a:custGeom>
              <a:rect b="b" l="l" r="r" t="t"/>
              <a:pathLst>
                <a:path extrusionOk="0" fill="none" h="864" w="834">
                  <a:moveTo>
                    <a:pt x="834" y="417"/>
                  </a:moveTo>
                  <a:cubicBezTo>
                    <a:pt x="834" y="665"/>
                    <a:pt x="665" y="863"/>
                    <a:pt x="417" y="863"/>
                  </a:cubicBezTo>
                  <a:cubicBezTo>
                    <a:pt x="169" y="863"/>
                    <a:pt x="1" y="665"/>
                    <a:pt x="1" y="417"/>
                  </a:cubicBezTo>
                  <a:cubicBezTo>
                    <a:pt x="1" y="169"/>
                    <a:pt x="169" y="1"/>
                    <a:pt x="417" y="1"/>
                  </a:cubicBezTo>
                  <a:cubicBezTo>
                    <a:pt x="665" y="1"/>
                    <a:pt x="834" y="169"/>
                    <a:pt x="834" y="417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212237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1"/>
            <p:cNvSpPr/>
            <p:nvPr/>
          </p:nvSpPr>
          <p:spPr>
            <a:xfrm>
              <a:off x="3176974" y="2937639"/>
              <a:ext cx="17601" cy="10742"/>
            </a:xfrm>
            <a:custGeom>
              <a:rect b="b" l="l" r="r" t="t"/>
              <a:pathLst>
                <a:path extrusionOk="0" fill="none" h="249" w="408">
                  <a:moveTo>
                    <a:pt x="1" y="248"/>
                  </a:moveTo>
                  <a:lnTo>
                    <a:pt x="407" y="0"/>
                  </a:lnTo>
                </a:path>
              </a:pathLst>
            </a:custGeom>
            <a:noFill/>
            <a:ln cap="flat" cmpd="sng" w="9525">
              <a:solidFill>
                <a:srgbClr val="212237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1"/>
            <p:cNvSpPr/>
            <p:nvPr/>
          </p:nvSpPr>
          <p:spPr>
            <a:xfrm>
              <a:off x="3102125" y="2957310"/>
              <a:ext cx="41112" cy="7291"/>
            </a:xfrm>
            <a:custGeom>
              <a:rect b="b" l="l" r="r" t="t"/>
              <a:pathLst>
                <a:path extrusionOk="0" fill="none" h="169" w="953">
                  <a:moveTo>
                    <a:pt x="952" y="169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212237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"/>
            <p:cNvSpPr/>
            <p:nvPr/>
          </p:nvSpPr>
          <p:spPr>
            <a:xfrm>
              <a:off x="2839920" y="3065936"/>
              <a:ext cx="482952" cy="645116"/>
            </a:xfrm>
            <a:custGeom>
              <a:rect b="b" l="l" r="r" t="t"/>
              <a:pathLst>
                <a:path extrusionOk="0" h="14954" w="11195">
                  <a:moveTo>
                    <a:pt x="5335" y="1"/>
                  </a:moveTo>
                  <a:cubicBezTo>
                    <a:pt x="0" y="1121"/>
                    <a:pt x="536" y="14953"/>
                    <a:pt x="536" y="14953"/>
                  </a:cubicBezTo>
                  <a:lnTo>
                    <a:pt x="11076" y="14953"/>
                  </a:lnTo>
                  <a:cubicBezTo>
                    <a:pt x="11076" y="14953"/>
                    <a:pt x="11195" y="12147"/>
                    <a:pt x="10947" y="6485"/>
                  </a:cubicBezTo>
                  <a:cubicBezTo>
                    <a:pt x="10699" y="784"/>
                    <a:pt x="8349" y="328"/>
                    <a:pt x="8349" y="328"/>
                  </a:cubicBezTo>
                  <a:cubicBezTo>
                    <a:pt x="8349" y="328"/>
                    <a:pt x="8197" y="668"/>
                    <a:pt x="7264" y="668"/>
                  </a:cubicBezTo>
                  <a:cubicBezTo>
                    <a:pt x="7215" y="668"/>
                    <a:pt x="7163" y="667"/>
                    <a:pt x="7110" y="665"/>
                  </a:cubicBezTo>
                  <a:cubicBezTo>
                    <a:pt x="5702" y="576"/>
                    <a:pt x="5335" y="1"/>
                    <a:pt x="5335" y="1"/>
                  </a:cubicBezTo>
                  <a:close/>
                </a:path>
              </a:pathLst>
            </a:custGeom>
            <a:solidFill>
              <a:srgbClr val="4544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"/>
            <p:cNvSpPr/>
            <p:nvPr/>
          </p:nvSpPr>
          <p:spPr>
            <a:xfrm>
              <a:off x="3043110" y="3074952"/>
              <a:ext cx="198056" cy="42795"/>
            </a:xfrm>
            <a:custGeom>
              <a:rect b="b" l="l" r="r" t="t"/>
              <a:pathLst>
                <a:path extrusionOk="0" fill="none" h="992" w="4591">
                  <a:moveTo>
                    <a:pt x="0" y="0"/>
                  </a:moveTo>
                  <a:cubicBezTo>
                    <a:pt x="0" y="0"/>
                    <a:pt x="417" y="952"/>
                    <a:pt x="2608" y="952"/>
                  </a:cubicBezTo>
                  <a:cubicBezTo>
                    <a:pt x="4056" y="992"/>
                    <a:pt x="4591" y="456"/>
                    <a:pt x="4591" y="456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"/>
            <p:cNvSpPr/>
            <p:nvPr/>
          </p:nvSpPr>
          <p:spPr>
            <a:xfrm>
              <a:off x="3437065" y="3613031"/>
              <a:ext cx="210480" cy="196675"/>
            </a:xfrm>
            <a:custGeom>
              <a:rect b="b" l="l" r="r" t="t"/>
              <a:pathLst>
                <a:path extrusionOk="0" h="4559" w="4879">
                  <a:moveTo>
                    <a:pt x="2152" y="1"/>
                  </a:moveTo>
                  <a:lnTo>
                    <a:pt x="0" y="1656"/>
                  </a:lnTo>
                  <a:cubicBezTo>
                    <a:pt x="1395" y="3089"/>
                    <a:pt x="2862" y="4558"/>
                    <a:pt x="3119" y="4558"/>
                  </a:cubicBezTo>
                  <a:cubicBezTo>
                    <a:pt x="3129" y="4558"/>
                    <a:pt x="3137" y="4556"/>
                    <a:pt x="3143" y="4552"/>
                  </a:cubicBezTo>
                  <a:cubicBezTo>
                    <a:pt x="3262" y="4462"/>
                    <a:pt x="2806" y="3808"/>
                    <a:pt x="2519" y="3471"/>
                  </a:cubicBezTo>
                  <a:lnTo>
                    <a:pt x="2519" y="3471"/>
                  </a:lnTo>
                  <a:cubicBezTo>
                    <a:pt x="2987" y="3939"/>
                    <a:pt x="3535" y="4558"/>
                    <a:pt x="3728" y="4558"/>
                  </a:cubicBezTo>
                  <a:cubicBezTo>
                    <a:pt x="3739" y="4558"/>
                    <a:pt x="3749" y="4556"/>
                    <a:pt x="3758" y="4552"/>
                  </a:cubicBezTo>
                  <a:cubicBezTo>
                    <a:pt x="3927" y="4423"/>
                    <a:pt x="3391" y="3679"/>
                    <a:pt x="3054" y="3263"/>
                  </a:cubicBezTo>
                  <a:lnTo>
                    <a:pt x="3054" y="3263"/>
                  </a:lnTo>
                  <a:cubicBezTo>
                    <a:pt x="3409" y="3580"/>
                    <a:pt x="4195" y="4513"/>
                    <a:pt x="4393" y="4513"/>
                  </a:cubicBezTo>
                  <a:cubicBezTo>
                    <a:pt x="4405" y="4513"/>
                    <a:pt x="4415" y="4510"/>
                    <a:pt x="4422" y="4502"/>
                  </a:cubicBezTo>
                  <a:cubicBezTo>
                    <a:pt x="4631" y="4383"/>
                    <a:pt x="3550" y="3015"/>
                    <a:pt x="3550" y="3015"/>
                  </a:cubicBezTo>
                  <a:lnTo>
                    <a:pt x="3550" y="3015"/>
                  </a:lnTo>
                  <a:cubicBezTo>
                    <a:pt x="3550" y="3015"/>
                    <a:pt x="4405" y="4000"/>
                    <a:pt x="4683" y="4000"/>
                  </a:cubicBezTo>
                  <a:cubicBezTo>
                    <a:pt x="4712" y="4000"/>
                    <a:pt x="4735" y="3990"/>
                    <a:pt x="4750" y="3967"/>
                  </a:cubicBezTo>
                  <a:cubicBezTo>
                    <a:pt x="4879" y="3808"/>
                    <a:pt x="3847" y="2727"/>
                    <a:pt x="3887" y="2569"/>
                  </a:cubicBezTo>
                  <a:cubicBezTo>
                    <a:pt x="3892" y="2549"/>
                    <a:pt x="3905" y="2541"/>
                    <a:pt x="3925" y="2541"/>
                  </a:cubicBezTo>
                  <a:cubicBezTo>
                    <a:pt x="4059" y="2541"/>
                    <a:pt x="4502" y="2923"/>
                    <a:pt x="4660" y="2923"/>
                  </a:cubicBezTo>
                  <a:cubicBezTo>
                    <a:pt x="4684" y="2923"/>
                    <a:pt x="4701" y="2915"/>
                    <a:pt x="4710" y="2896"/>
                  </a:cubicBezTo>
                  <a:cubicBezTo>
                    <a:pt x="4789" y="2688"/>
                    <a:pt x="2727" y="784"/>
                    <a:pt x="215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"/>
            <p:cNvSpPr/>
            <p:nvPr/>
          </p:nvSpPr>
          <p:spPr>
            <a:xfrm>
              <a:off x="3556391" y="3695168"/>
              <a:ext cx="30414" cy="15876"/>
            </a:xfrm>
            <a:custGeom>
              <a:rect b="b" l="l" r="r" t="t"/>
              <a:pathLst>
                <a:path extrusionOk="0" fill="none" h="368" w="705">
                  <a:moveTo>
                    <a:pt x="1" y="119"/>
                  </a:moveTo>
                  <a:lnTo>
                    <a:pt x="1" y="0"/>
                  </a:lnTo>
                  <a:cubicBezTo>
                    <a:pt x="209" y="209"/>
                    <a:pt x="417" y="327"/>
                    <a:pt x="705" y="367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"/>
            <p:cNvSpPr/>
            <p:nvPr/>
          </p:nvSpPr>
          <p:spPr>
            <a:xfrm>
              <a:off x="3515322" y="3700302"/>
              <a:ext cx="23598" cy="51811"/>
            </a:xfrm>
            <a:custGeom>
              <a:rect b="b" l="l" r="r" t="t"/>
              <a:pathLst>
                <a:path extrusionOk="0" fill="none" h="1201" w="547">
                  <a:moveTo>
                    <a:pt x="1" y="0"/>
                  </a:moveTo>
                  <a:cubicBezTo>
                    <a:pt x="298" y="377"/>
                    <a:pt x="457" y="793"/>
                    <a:pt x="546" y="1200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"/>
            <p:cNvSpPr/>
            <p:nvPr/>
          </p:nvSpPr>
          <p:spPr>
            <a:xfrm>
              <a:off x="3200097" y="3080085"/>
              <a:ext cx="388433" cy="665176"/>
            </a:xfrm>
            <a:custGeom>
              <a:rect b="b" l="l" r="r" t="t"/>
              <a:pathLst>
                <a:path extrusionOk="0" h="15419" w="9004">
                  <a:moveTo>
                    <a:pt x="0" y="0"/>
                  </a:moveTo>
                  <a:lnTo>
                    <a:pt x="1527" y="9261"/>
                  </a:lnTo>
                  <a:cubicBezTo>
                    <a:pt x="2895" y="11948"/>
                    <a:pt x="6614" y="15418"/>
                    <a:pt x="6614" y="15418"/>
                  </a:cubicBezTo>
                  <a:lnTo>
                    <a:pt x="9003" y="13435"/>
                  </a:lnTo>
                  <a:cubicBezTo>
                    <a:pt x="9003" y="13435"/>
                    <a:pt x="6237" y="10124"/>
                    <a:pt x="5493" y="8309"/>
                  </a:cubicBezTo>
                  <a:cubicBezTo>
                    <a:pt x="4710" y="6495"/>
                    <a:pt x="4829" y="4591"/>
                    <a:pt x="3798" y="2360"/>
                  </a:cubicBezTo>
                  <a:cubicBezTo>
                    <a:pt x="2767" y="89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"/>
            <p:cNvSpPr/>
            <p:nvPr/>
          </p:nvSpPr>
          <p:spPr>
            <a:xfrm>
              <a:off x="3200097" y="3080085"/>
              <a:ext cx="165571" cy="668584"/>
            </a:xfrm>
            <a:custGeom>
              <a:rect b="b" l="l" r="r" t="t"/>
              <a:pathLst>
                <a:path extrusionOk="0" h="15498" w="383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456" y="1904"/>
                    <a:pt x="704" y="4918"/>
                  </a:cubicBezTo>
                  <a:cubicBezTo>
                    <a:pt x="952" y="7893"/>
                    <a:pt x="704" y="15498"/>
                    <a:pt x="704" y="15498"/>
                  </a:cubicBezTo>
                  <a:lnTo>
                    <a:pt x="3837" y="15418"/>
                  </a:lnTo>
                  <a:cubicBezTo>
                    <a:pt x="3837" y="10709"/>
                    <a:pt x="2935" y="2439"/>
                    <a:pt x="0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"/>
            <p:cNvSpPr/>
            <p:nvPr/>
          </p:nvSpPr>
          <p:spPr>
            <a:xfrm>
              <a:off x="2845485" y="3065936"/>
              <a:ext cx="261817" cy="681051"/>
            </a:xfrm>
            <a:custGeom>
              <a:rect b="b" l="l" r="r" t="t"/>
              <a:pathLst>
                <a:path extrusionOk="0" h="15787" w="6069">
                  <a:moveTo>
                    <a:pt x="5206" y="1"/>
                  </a:moveTo>
                  <a:cubicBezTo>
                    <a:pt x="5206" y="1"/>
                    <a:pt x="1983" y="1488"/>
                    <a:pt x="1111" y="4294"/>
                  </a:cubicBezTo>
                  <a:cubicBezTo>
                    <a:pt x="209" y="7070"/>
                    <a:pt x="0" y="15786"/>
                    <a:pt x="0" y="15786"/>
                  </a:cubicBezTo>
                  <a:lnTo>
                    <a:pt x="5117" y="15786"/>
                  </a:lnTo>
                  <a:cubicBezTo>
                    <a:pt x="5117" y="15786"/>
                    <a:pt x="6068" y="3511"/>
                    <a:pt x="5206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"/>
            <p:cNvSpPr/>
            <p:nvPr/>
          </p:nvSpPr>
          <p:spPr>
            <a:xfrm>
              <a:off x="2986208" y="3349535"/>
              <a:ext cx="313585" cy="365353"/>
            </a:xfrm>
            <a:custGeom>
              <a:rect b="b" l="l" r="r" t="t"/>
              <a:pathLst>
                <a:path extrusionOk="0" h="8469" w="7269">
                  <a:moveTo>
                    <a:pt x="2231" y="1"/>
                  </a:moveTo>
                  <a:lnTo>
                    <a:pt x="0" y="6773"/>
                  </a:lnTo>
                  <a:lnTo>
                    <a:pt x="5037" y="8468"/>
                  </a:lnTo>
                  <a:lnTo>
                    <a:pt x="7268" y="1647"/>
                  </a:lnTo>
                  <a:lnTo>
                    <a:pt x="2231" y="1"/>
                  </a:lnTo>
                  <a:close/>
                </a:path>
              </a:pathLst>
            </a:custGeom>
            <a:solidFill>
              <a:srgbClr val="E8ECF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"/>
            <p:cNvSpPr/>
            <p:nvPr/>
          </p:nvSpPr>
          <p:spPr>
            <a:xfrm>
              <a:off x="3130339" y="3354021"/>
              <a:ext cx="128385" cy="59706"/>
            </a:xfrm>
            <a:custGeom>
              <a:rect b="b" l="l" r="r" t="t"/>
              <a:pathLst>
                <a:path extrusionOk="0" h="1384" w="2976">
                  <a:moveTo>
                    <a:pt x="253" y="0"/>
                  </a:moveTo>
                  <a:cubicBezTo>
                    <a:pt x="209" y="0"/>
                    <a:pt x="159" y="37"/>
                    <a:pt x="130" y="95"/>
                  </a:cubicBezTo>
                  <a:lnTo>
                    <a:pt x="1" y="432"/>
                  </a:lnTo>
                  <a:lnTo>
                    <a:pt x="2857" y="1384"/>
                  </a:lnTo>
                  <a:lnTo>
                    <a:pt x="2976" y="1007"/>
                  </a:lnTo>
                  <a:cubicBezTo>
                    <a:pt x="2976" y="968"/>
                    <a:pt x="2936" y="888"/>
                    <a:pt x="2896" y="839"/>
                  </a:cubicBezTo>
                  <a:lnTo>
                    <a:pt x="298" y="16"/>
                  </a:lnTo>
                  <a:cubicBezTo>
                    <a:pt x="285" y="5"/>
                    <a:pt x="270" y="0"/>
                    <a:pt x="253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"/>
            <p:cNvSpPr/>
            <p:nvPr/>
          </p:nvSpPr>
          <p:spPr>
            <a:xfrm>
              <a:off x="3180425" y="3344401"/>
              <a:ext cx="44520" cy="36367"/>
            </a:xfrm>
            <a:custGeom>
              <a:rect b="b" l="l" r="r" t="t"/>
              <a:pathLst>
                <a:path extrusionOk="0" h="843" w="1032">
                  <a:moveTo>
                    <a:pt x="487" y="224"/>
                  </a:moveTo>
                  <a:cubicBezTo>
                    <a:pt x="516" y="224"/>
                    <a:pt x="546" y="229"/>
                    <a:pt x="575" y="239"/>
                  </a:cubicBezTo>
                  <a:cubicBezTo>
                    <a:pt x="704" y="278"/>
                    <a:pt x="744" y="368"/>
                    <a:pt x="704" y="487"/>
                  </a:cubicBezTo>
                  <a:cubicBezTo>
                    <a:pt x="704" y="552"/>
                    <a:pt x="615" y="625"/>
                    <a:pt x="517" y="625"/>
                  </a:cubicBezTo>
                  <a:cubicBezTo>
                    <a:pt x="497" y="625"/>
                    <a:pt x="476" y="622"/>
                    <a:pt x="456" y="615"/>
                  </a:cubicBezTo>
                  <a:cubicBezTo>
                    <a:pt x="327" y="566"/>
                    <a:pt x="288" y="447"/>
                    <a:pt x="327" y="368"/>
                  </a:cubicBezTo>
                  <a:cubicBezTo>
                    <a:pt x="327" y="270"/>
                    <a:pt x="400" y="224"/>
                    <a:pt x="487" y="224"/>
                  </a:cubicBezTo>
                  <a:close/>
                  <a:moveTo>
                    <a:pt x="482" y="1"/>
                  </a:moveTo>
                  <a:cubicBezTo>
                    <a:pt x="303" y="1"/>
                    <a:pt x="146" y="92"/>
                    <a:pt x="79" y="278"/>
                  </a:cubicBezTo>
                  <a:cubicBezTo>
                    <a:pt x="0" y="487"/>
                    <a:pt x="169" y="734"/>
                    <a:pt x="377" y="814"/>
                  </a:cubicBezTo>
                  <a:cubicBezTo>
                    <a:pt x="431" y="833"/>
                    <a:pt x="486" y="842"/>
                    <a:pt x="539" y="842"/>
                  </a:cubicBezTo>
                  <a:cubicBezTo>
                    <a:pt x="726" y="842"/>
                    <a:pt x="890" y="728"/>
                    <a:pt x="952" y="566"/>
                  </a:cubicBezTo>
                  <a:cubicBezTo>
                    <a:pt x="1031" y="318"/>
                    <a:pt x="873" y="70"/>
                    <a:pt x="664" y="30"/>
                  </a:cubicBezTo>
                  <a:cubicBezTo>
                    <a:pt x="603" y="11"/>
                    <a:pt x="541" y="1"/>
                    <a:pt x="482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"/>
            <p:cNvSpPr/>
            <p:nvPr/>
          </p:nvSpPr>
          <p:spPr>
            <a:xfrm>
              <a:off x="3091427" y="3486416"/>
              <a:ext cx="220747" cy="115960"/>
            </a:xfrm>
            <a:custGeom>
              <a:rect b="b" l="l" r="r" t="t"/>
              <a:pathLst>
                <a:path extrusionOk="0" h="2688" w="5117">
                  <a:moveTo>
                    <a:pt x="249" y="1"/>
                  </a:moveTo>
                  <a:lnTo>
                    <a:pt x="1" y="2688"/>
                  </a:lnTo>
                  <a:cubicBezTo>
                    <a:pt x="2023" y="2648"/>
                    <a:pt x="4215" y="2569"/>
                    <a:pt x="4254" y="2400"/>
                  </a:cubicBezTo>
                  <a:cubicBezTo>
                    <a:pt x="4254" y="2232"/>
                    <a:pt x="3471" y="2152"/>
                    <a:pt x="3055" y="2113"/>
                  </a:cubicBezTo>
                  <a:cubicBezTo>
                    <a:pt x="3719" y="2113"/>
                    <a:pt x="4621" y="2113"/>
                    <a:pt x="4671" y="1944"/>
                  </a:cubicBezTo>
                  <a:cubicBezTo>
                    <a:pt x="4710" y="1736"/>
                    <a:pt x="3798" y="1617"/>
                    <a:pt x="3263" y="1577"/>
                  </a:cubicBezTo>
                  <a:cubicBezTo>
                    <a:pt x="3759" y="1537"/>
                    <a:pt x="5077" y="1617"/>
                    <a:pt x="5077" y="1448"/>
                  </a:cubicBezTo>
                  <a:cubicBezTo>
                    <a:pt x="5117" y="1200"/>
                    <a:pt x="3431" y="1042"/>
                    <a:pt x="3431" y="1042"/>
                  </a:cubicBezTo>
                  <a:lnTo>
                    <a:pt x="3431" y="1042"/>
                  </a:lnTo>
                  <a:cubicBezTo>
                    <a:pt x="3431" y="1042"/>
                    <a:pt x="3523" y="1044"/>
                    <a:pt x="3662" y="1044"/>
                  </a:cubicBezTo>
                  <a:cubicBezTo>
                    <a:pt x="4096" y="1044"/>
                    <a:pt x="4988" y="1021"/>
                    <a:pt x="4958" y="833"/>
                  </a:cubicBezTo>
                  <a:cubicBezTo>
                    <a:pt x="4919" y="625"/>
                    <a:pt x="3382" y="625"/>
                    <a:pt x="3302" y="496"/>
                  </a:cubicBezTo>
                  <a:cubicBezTo>
                    <a:pt x="3183" y="377"/>
                    <a:pt x="4175" y="298"/>
                    <a:pt x="4125" y="90"/>
                  </a:cubicBezTo>
                  <a:cubicBezTo>
                    <a:pt x="4096" y="27"/>
                    <a:pt x="3683" y="11"/>
                    <a:pt x="3127" y="11"/>
                  </a:cubicBezTo>
                  <a:cubicBezTo>
                    <a:pt x="2546" y="11"/>
                    <a:pt x="1810" y="29"/>
                    <a:pt x="1192" y="29"/>
                  </a:cubicBezTo>
                  <a:cubicBezTo>
                    <a:pt x="812" y="29"/>
                    <a:pt x="476" y="22"/>
                    <a:pt x="24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"/>
            <p:cNvSpPr/>
            <p:nvPr/>
          </p:nvSpPr>
          <p:spPr>
            <a:xfrm>
              <a:off x="2709895" y="3065936"/>
              <a:ext cx="433341" cy="546023"/>
            </a:xfrm>
            <a:custGeom>
              <a:rect b="b" l="l" r="r" t="t"/>
              <a:pathLst>
                <a:path extrusionOk="0" h="12657" w="10045">
                  <a:moveTo>
                    <a:pt x="8333" y="1"/>
                  </a:moveTo>
                  <a:cubicBezTo>
                    <a:pt x="8065" y="1"/>
                    <a:pt x="4499" y="38"/>
                    <a:pt x="3431" y="1984"/>
                  </a:cubicBezTo>
                  <a:cubicBezTo>
                    <a:pt x="1656" y="5038"/>
                    <a:pt x="0" y="11612"/>
                    <a:pt x="1775" y="12276"/>
                  </a:cubicBezTo>
                  <a:cubicBezTo>
                    <a:pt x="2664" y="12585"/>
                    <a:pt x="4969" y="12656"/>
                    <a:pt x="6913" y="12656"/>
                  </a:cubicBezTo>
                  <a:cubicBezTo>
                    <a:pt x="8588" y="12656"/>
                    <a:pt x="9995" y="12603"/>
                    <a:pt x="9995" y="12603"/>
                  </a:cubicBezTo>
                  <a:lnTo>
                    <a:pt x="10044" y="9420"/>
                  </a:lnTo>
                  <a:cubicBezTo>
                    <a:pt x="10044" y="9420"/>
                    <a:pt x="5582" y="9252"/>
                    <a:pt x="5285" y="8756"/>
                  </a:cubicBezTo>
                  <a:cubicBezTo>
                    <a:pt x="4997" y="8221"/>
                    <a:pt x="6277" y="5583"/>
                    <a:pt x="6277" y="5583"/>
                  </a:cubicBezTo>
                  <a:lnTo>
                    <a:pt x="8349" y="1"/>
                  </a:lnTo>
                  <a:cubicBezTo>
                    <a:pt x="8349" y="1"/>
                    <a:pt x="8343" y="1"/>
                    <a:pt x="83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"/>
            <p:cNvSpPr/>
            <p:nvPr/>
          </p:nvSpPr>
          <p:spPr>
            <a:xfrm>
              <a:off x="2925467" y="3293928"/>
              <a:ext cx="121525" cy="167728"/>
            </a:xfrm>
            <a:custGeom>
              <a:rect b="b" l="l" r="r" t="t"/>
              <a:pathLst>
                <a:path extrusionOk="0" fill="none" h="3888" w="2817">
                  <a:moveTo>
                    <a:pt x="2816" y="3888"/>
                  </a:moveTo>
                  <a:cubicBezTo>
                    <a:pt x="2816" y="3888"/>
                    <a:pt x="338" y="3640"/>
                    <a:pt x="209" y="3352"/>
                  </a:cubicBezTo>
                  <a:cubicBezTo>
                    <a:pt x="0" y="2817"/>
                    <a:pt x="1448" y="1"/>
                    <a:pt x="1448" y="1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"/>
            <p:cNvSpPr/>
            <p:nvPr/>
          </p:nvSpPr>
          <p:spPr>
            <a:xfrm>
              <a:off x="3333529" y="3238752"/>
              <a:ext cx="27006" cy="372600"/>
            </a:xfrm>
            <a:custGeom>
              <a:rect b="b" l="l" r="r" t="t"/>
              <a:pathLst>
                <a:path extrusionOk="0" fill="none" h="8637" w="626">
                  <a:moveTo>
                    <a:pt x="625" y="8637"/>
                  </a:moveTo>
                  <a:cubicBezTo>
                    <a:pt x="377" y="4215"/>
                    <a:pt x="298" y="913"/>
                    <a:pt x="1" y="1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"/>
            <p:cNvSpPr/>
            <p:nvPr/>
          </p:nvSpPr>
          <p:spPr>
            <a:xfrm>
              <a:off x="2850618" y="3609623"/>
              <a:ext cx="144605" cy="3451"/>
            </a:xfrm>
            <a:custGeom>
              <a:rect b="b" l="l" r="r" t="t"/>
              <a:pathLst>
                <a:path extrusionOk="0" fill="none" h="80" w="3352">
                  <a:moveTo>
                    <a:pt x="3352" y="8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"/>
            <p:cNvSpPr/>
            <p:nvPr/>
          </p:nvSpPr>
          <p:spPr>
            <a:xfrm>
              <a:off x="3848967" y="4587854"/>
              <a:ext cx="284940" cy="303317"/>
            </a:xfrm>
            <a:custGeom>
              <a:rect b="b" l="l" r="r" t="t"/>
              <a:pathLst>
                <a:path extrusionOk="0" h="7031" w="6605">
                  <a:moveTo>
                    <a:pt x="2767" y="1"/>
                  </a:moveTo>
                  <a:lnTo>
                    <a:pt x="2846" y="5256"/>
                  </a:lnTo>
                  <a:lnTo>
                    <a:pt x="159" y="6446"/>
                  </a:lnTo>
                  <a:cubicBezTo>
                    <a:pt x="80" y="6495"/>
                    <a:pt x="1" y="6614"/>
                    <a:pt x="1" y="6693"/>
                  </a:cubicBezTo>
                  <a:cubicBezTo>
                    <a:pt x="1" y="6862"/>
                    <a:pt x="120" y="6991"/>
                    <a:pt x="288" y="6991"/>
                  </a:cubicBezTo>
                  <a:lnTo>
                    <a:pt x="6485" y="7031"/>
                  </a:lnTo>
                  <a:lnTo>
                    <a:pt x="6396" y="5454"/>
                  </a:lnTo>
                  <a:lnTo>
                    <a:pt x="6604" y="417"/>
                  </a:lnTo>
                  <a:lnTo>
                    <a:pt x="2767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"/>
            <p:cNvSpPr/>
            <p:nvPr/>
          </p:nvSpPr>
          <p:spPr>
            <a:xfrm>
              <a:off x="3832703" y="4814553"/>
              <a:ext cx="310177" cy="103148"/>
            </a:xfrm>
            <a:custGeom>
              <a:rect b="b" l="l" r="r" t="t"/>
              <a:pathLst>
                <a:path extrusionOk="0" h="2391" w="7190">
                  <a:moveTo>
                    <a:pt x="3223" y="1"/>
                  </a:moveTo>
                  <a:lnTo>
                    <a:pt x="417" y="1191"/>
                  </a:lnTo>
                  <a:cubicBezTo>
                    <a:pt x="288" y="1240"/>
                    <a:pt x="169" y="1488"/>
                    <a:pt x="80" y="1647"/>
                  </a:cubicBezTo>
                  <a:cubicBezTo>
                    <a:pt x="80" y="1686"/>
                    <a:pt x="1" y="2390"/>
                    <a:pt x="169" y="2390"/>
                  </a:cubicBezTo>
                  <a:lnTo>
                    <a:pt x="7021" y="2390"/>
                  </a:lnTo>
                  <a:cubicBezTo>
                    <a:pt x="7110" y="2390"/>
                    <a:pt x="7190" y="2311"/>
                    <a:pt x="7190" y="2271"/>
                  </a:cubicBezTo>
                  <a:lnTo>
                    <a:pt x="6823" y="120"/>
                  </a:lnTo>
                  <a:cubicBezTo>
                    <a:pt x="6823" y="120"/>
                    <a:pt x="6048" y="309"/>
                    <a:pt x="5087" y="309"/>
                  </a:cubicBezTo>
                  <a:cubicBezTo>
                    <a:pt x="4491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"/>
            <p:cNvSpPr/>
            <p:nvPr/>
          </p:nvSpPr>
          <p:spPr>
            <a:xfrm>
              <a:off x="3945213" y="4818004"/>
              <a:ext cx="17601" cy="30371"/>
            </a:xfrm>
            <a:custGeom>
              <a:rect b="b" l="l" r="r" t="t"/>
              <a:pathLst>
                <a:path extrusionOk="0" fill="none" h="704" w="408">
                  <a:moveTo>
                    <a:pt x="1" y="0"/>
                  </a:moveTo>
                  <a:cubicBezTo>
                    <a:pt x="159" y="208"/>
                    <a:pt x="288" y="456"/>
                    <a:pt x="407" y="704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"/>
            <p:cNvSpPr/>
            <p:nvPr/>
          </p:nvSpPr>
          <p:spPr>
            <a:xfrm>
              <a:off x="3930675" y="4828659"/>
              <a:ext cx="14581" cy="23166"/>
            </a:xfrm>
            <a:custGeom>
              <a:rect b="b" l="l" r="r" t="t"/>
              <a:pathLst>
                <a:path extrusionOk="0" fill="none" h="537" w="338">
                  <a:moveTo>
                    <a:pt x="1" y="1"/>
                  </a:moveTo>
                  <a:cubicBezTo>
                    <a:pt x="169" y="209"/>
                    <a:pt x="209" y="328"/>
                    <a:pt x="338" y="536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"/>
            <p:cNvSpPr/>
            <p:nvPr/>
          </p:nvSpPr>
          <p:spPr>
            <a:xfrm>
              <a:off x="3916568" y="4833793"/>
              <a:ext cx="14150" cy="23598"/>
            </a:xfrm>
            <a:custGeom>
              <a:rect b="b" l="l" r="r" t="t"/>
              <a:pathLst>
                <a:path extrusionOk="0" fill="none" h="547" w="328">
                  <a:moveTo>
                    <a:pt x="0" y="1"/>
                  </a:moveTo>
                  <a:cubicBezTo>
                    <a:pt x="119" y="169"/>
                    <a:pt x="248" y="378"/>
                    <a:pt x="328" y="546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"/>
            <p:cNvSpPr/>
            <p:nvPr/>
          </p:nvSpPr>
          <p:spPr>
            <a:xfrm>
              <a:off x="3836155" y="4896259"/>
              <a:ext cx="305000" cy="1769"/>
            </a:xfrm>
            <a:custGeom>
              <a:rect b="b" l="l" r="r" t="t"/>
              <a:pathLst>
                <a:path extrusionOk="0" fill="none" h="41" w="707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"/>
            <p:cNvSpPr/>
            <p:nvPr/>
          </p:nvSpPr>
          <p:spPr>
            <a:xfrm>
              <a:off x="4053883" y="4851782"/>
              <a:ext cx="78299" cy="44520"/>
            </a:xfrm>
            <a:custGeom>
              <a:rect b="b" l="l" r="r" t="t"/>
              <a:pathLst>
                <a:path extrusionOk="0" fill="none" h="1032" w="1815">
                  <a:moveTo>
                    <a:pt x="1815" y="0"/>
                  </a:moveTo>
                  <a:cubicBezTo>
                    <a:pt x="1815" y="0"/>
                    <a:pt x="159" y="40"/>
                    <a:pt x="0" y="1032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"/>
            <p:cNvSpPr/>
            <p:nvPr/>
          </p:nvSpPr>
          <p:spPr>
            <a:xfrm>
              <a:off x="3875499" y="4855190"/>
              <a:ext cx="23123" cy="41112"/>
            </a:xfrm>
            <a:custGeom>
              <a:rect b="b" l="l" r="r" t="t"/>
              <a:pathLst>
                <a:path extrusionOk="0" fill="none" h="953" w="536">
                  <a:moveTo>
                    <a:pt x="0" y="1"/>
                  </a:moveTo>
                  <a:cubicBezTo>
                    <a:pt x="0" y="1"/>
                    <a:pt x="457" y="665"/>
                    <a:pt x="536" y="953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"/>
            <p:cNvSpPr/>
            <p:nvPr/>
          </p:nvSpPr>
          <p:spPr>
            <a:xfrm>
              <a:off x="4219412" y="4587854"/>
              <a:ext cx="279763" cy="303317"/>
            </a:xfrm>
            <a:custGeom>
              <a:rect b="b" l="l" r="r" t="t"/>
              <a:pathLst>
                <a:path extrusionOk="0" h="7031" w="6485">
                  <a:moveTo>
                    <a:pt x="2112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9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88" y="6991"/>
                  </a:cubicBezTo>
                  <a:lnTo>
                    <a:pt x="6485" y="7031"/>
                  </a:lnTo>
                  <a:lnTo>
                    <a:pt x="6445" y="5454"/>
                  </a:lnTo>
                  <a:lnTo>
                    <a:pt x="5950" y="417"/>
                  </a:lnTo>
                  <a:lnTo>
                    <a:pt x="211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"/>
            <p:cNvSpPr/>
            <p:nvPr/>
          </p:nvSpPr>
          <p:spPr>
            <a:xfrm>
              <a:off x="4203579" y="4814553"/>
              <a:ext cx="310177" cy="103148"/>
            </a:xfrm>
            <a:custGeom>
              <a:rect b="b" l="l" r="r" t="t"/>
              <a:pathLst>
                <a:path extrusionOk="0" h="2391" w="7190">
                  <a:moveTo>
                    <a:pt x="3223" y="1"/>
                  </a:moveTo>
                  <a:lnTo>
                    <a:pt x="407" y="1191"/>
                  </a:lnTo>
                  <a:cubicBezTo>
                    <a:pt x="288" y="1240"/>
                    <a:pt x="159" y="1488"/>
                    <a:pt x="80" y="1647"/>
                  </a:cubicBezTo>
                  <a:cubicBezTo>
                    <a:pt x="80" y="1686"/>
                    <a:pt x="0" y="2390"/>
                    <a:pt x="159" y="2390"/>
                  </a:cubicBezTo>
                  <a:lnTo>
                    <a:pt x="7060" y="2390"/>
                  </a:lnTo>
                  <a:cubicBezTo>
                    <a:pt x="7100" y="2390"/>
                    <a:pt x="7189" y="2311"/>
                    <a:pt x="718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"/>
            <p:cNvSpPr/>
            <p:nvPr/>
          </p:nvSpPr>
          <p:spPr>
            <a:xfrm>
              <a:off x="4315657" y="4818004"/>
              <a:ext cx="17989" cy="30371"/>
            </a:xfrm>
            <a:custGeom>
              <a:rect b="b" l="l" r="r" t="t"/>
              <a:pathLst>
                <a:path extrusionOk="0" fill="none" h="704" w="417">
                  <a:moveTo>
                    <a:pt x="0" y="0"/>
                  </a:moveTo>
                  <a:cubicBezTo>
                    <a:pt x="169" y="208"/>
                    <a:pt x="288" y="456"/>
                    <a:pt x="417" y="704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"/>
            <p:cNvSpPr/>
            <p:nvPr/>
          </p:nvSpPr>
          <p:spPr>
            <a:xfrm>
              <a:off x="4301550" y="4828659"/>
              <a:ext cx="14150" cy="23166"/>
            </a:xfrm>
            <a:custGeom>
              <a:rect b="b" l="l" r="r" t="t"/>
              <a:pathLst>
                <a:path extrusionOk="0" fill="none" h="537" w="328">
                  <a:moveTo>
                    <a:pt x="0" y="1"/>
                  </a:moveTo>
                  <a:cubicBezTo>
                    <a:pt x="169" y="209"/>
                    <a:pt x="208" y="328"/>
                    <a:pt x="327" y="536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"/>
            <p:cNvSpPr/>
            <p:nvPr/>
          </p:nvSpPr>
          <p:spPr>
            <a:xfrm>
              <a:off x="4287400" y="4833793"/>
              <a:ext cx="14193" cy="23598"/>
            </a:xfrm>
            <a:custGeom>
              <a:rect b="b" l="l" r="r" t="t"/>
              <a:pathLst>
                <a:path extrusionOk="0" fill="none" h="547" w="329">
                  <a:moveTo>
                    <a:pt x="1" y="1"/>
                  </a:moveTo>
                  <a:cubicBezTo>
                    <a:pt x="120" y="169"/>
                    <a:pt x="249" y="378"/>
                    <a:pt x="328" y="546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5" name="Google Shape;1435;p1"/>
            <p:cNvSpPr/>
            <p:nvPr/>
          </p:nvSpPr>
          <p:spPr>
            <a:xfrm>
              <a:off x="4206987" y="4896259"/>
              <a:ext cx="305043" cy="1769"/>
            </a:xfrm>
            <a:custGeom>
              <a:rect b="b" l="l" r="r" t="t"/>
              <a:pathLst>
                <a:path extrusionOk="0" fill="none" h="41" w="7071">
                  <a:moveTo>
                    <a:pt x="7070" y="40"/>
                  </a:moveTo>
                  <a:lnTo>
                    <a:pt x="1" y="1"/>
                  </a:ln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6" name="Google Shape;1436;p1"/>
            <p:cNvSpPr/>
            <p:nvPr/>
          </p:nvSpPr>
          <p:spPr>
            <a:xfrm>
              <a:off x="4424284" y="4851782"/>
              <a:ext cx="78774" cy="44520"/>
            </a:xfrm>
            <a:custGeom>
              <a:rect b="b" l="l" r="r" t="t"/>
              <a:pathLst>
                <a:path extrusionOk="0" fill="none" h="1032" w="1826">
                  <a:moveTo>
                    <a:pt x="1825" y="0"/>
                  </a:moveTo>
                  <a:cubicBezTo>
                    <a:pt x="1825" y="0"/>
                    <a:pt x="169" y="40"/>
                    <a:pt x="1" y="1032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"/>
            <p:cNvSpPr/>
            <p:nvPr/>
          </p:nvSpPr>
          <p:spPr>
            <a:xfrm>
              <a:off x="4246374" y="4855190"/>
              <a:ext cx="23123" cy="41112"/>
            </a:xfrm>
            <a:custGeom>
              <a:rect b="b" l="l" r="r" t="t"/>
              <a:pathLst>
                <a:path extrusionOk="0" fill="none" h="953" w="536">
                  <a:moveTo>
                    <a:pt x="0" y="1"/>
                  </a:moveTo>
                  <a:cubicBezTo>
                    <a:pt x="0" y="1"/>
                    <a:pt x="456" y="665"/>
                    <a:pt x="535" y="953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"/>
            <p:cNvSpPr/>
            <p:nvPr/>
          </p:nvSpPr>
          <p:spPr>
            <a:xfrm>
              <a:off x="4130414" y="3602332"/>
              <a:ext cx="392315" cy="1185358"/>
            </a:xfrm>
            <a:custGeom>
              <a:rect b="b" l="l" r="r" t="t"/>
              <a:pathLst>
                <a:path extrusionOk="0" h="27477" w="9094">
                  <a:moveTo>
                    <a:pt x="5702" y="209"/>
                  </a:moveTo>
                  <a:lnTo>
                    <a:pt x="5871" y="1240"/>
                  </a:lnTo>
                  <a:cubicBezTo>
                    <a:pt x="5871" y="1240"/>
                    <a:pt x="6694" y="2361"/>
                    <a:pt x="7021" y="4383"/>
                  </a:cubicBezTo>
                  <a:cubicBezTo>
                    <a:pt x="7646" y="7854"/>
                    <a:pt x="9093" y="27476"/>
                    <a:pt x="9093" y="27476"/>
                  </a:cubicBezTo>
                  <a:lnTo>
                    <a:pt x="3888" y="27476"/>
                  </a:lnTo>
                  <a:cubicBezTo>
                    <a:pt x="3888" y="27476"/>
                    <a:pt x="536" y="3927"/>
                    <a:pt x="1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"/>
            <p:cNvSpPr/>
            <p:nvPr/>
          </p:nvSpPr>
          <p:spPr>
            <a:xfrm>
              <a:off x="3928949" y="3577527"/>
              <a:ext cx="340547" cy="1210163"/>
            </a:xfrm>
            <a:custGeom>
              <a:rect b="b" l="l" r="r" t="t"/>
              <a:pathLst>
                <a:path extrusionOk="0" h="28052" w="7894">
                  <a:moveTo>
                    <a:pt x="1369" y="1"/>
                  </a:moveTo>
                  <a:cubicBezTo>
                    <a:pt x="1" y="6981"/>
                    <a:pt x="80" y="28051"/>
                    <a:pt x="80" y="28051"/>
                  </a:cubicBezTo>
                  <a:lnTo>
                    <a:pt x="5375" y="28051"/>
                  </a:lnTo>
                  <a:cubicBezTo>
                    <a:pt x="5375" y="28051"/>
                    <a:pt x="6575" y="1984"/>
                    <a:pt x="789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"/>
            <p:cNvSpPr/>
            <p:nvPr/>
          </p:nvSpPr>
          <p:spPr>
            <a:xfrm>
              <a:off x="4292534" y="4750404"/>
              <a:ext cx="226356" cy="43"/>
            </a:xfrm>
            <a:custGeom>
              <a:rect b="b" l="l" r="r" t="t"/>
              <a:pathLst>
                <a:path extrusionOk="0" fill="none" h="1" w="5247">
                  <a:moveTo>
                    <a:pt x="1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"/>
            <p:cNvSpPr/>
            <p:nvPr/>
          </p:nvSpPr>
          <p:spPr>
            <a:xfrm>
              <a:off x="3936240" y="4750404"/>
              <a:ext cx="226312" cy="43"/>
            </a:xfrm>
            <a:custGeom>
              <a:rect b="b" l="l" r="r" t="t"/>
              <a:pathLst>
                <a:path extrusionOk="0" fill="none" h="1" w="5246">
                  <a:moveTo>
                    <a:pt x="0" y="0"/>
                  </a:moveTo>
                  <a:lnTo>
                    <a:pt x="5246" y="0"/>
                  </a:ln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"/>
            <p:cNvSpPr/>
            <p:nvPr/>
          </p:nvSpPr>
          <p:spPr>
            <a:xfrm>
              <a:off x="4118032" y="3942832"/>
              <a:ext cx="60353" cy="844854"/>
            </a:xfrm>
            <a:custGeom>
              <a:rect b="b" l="l" r="r" t="t"/>
              <a:pathLst>
                <a:path extrusionOk="0" fill="none" h="19584" w="1399">
                  <a:moveTo>
                    <a:pt x="1398" y="0"/>
                  </a:moveTo>
                  <a:cubicBezTo>
                    <a:pt x="288" y="8924"/>
                    <a:pt x="0" y="19583"/>
                    <a:pt x="0" y="19583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"/>
            <p:cNvSpPr/>
            <p:nvPr/>
          </p:nvSpPr>
          <p:spPr>
            <a:xfrm>
              <a:off x="3975152" y="3657508"/>
              <a:ext cx="410261" cy="28731"/>
            </a:xfrm>
            <a:custGeom>
              <a:rect b="b" l="l" r="r" t="t"/>
              <a:pathLst>
                <a:path extrusionOk="0" fill="none" h="666" w="9510">
                  <a:moveTo>
                    <a:pt x="9510" y="1"/>
                  </a:moveTo>
                  <a:cubicBezTo>
                    <a:pt x="9510" y="1"/>
                    <a:pt x="5048" y="665"/>
                    <a:pt x="1" y="90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"/>
            <p:cNvSpPr/>
            <p:nvPr/>
          </p:nvSpPr>
          <p:spPr>
            <a:xfrm>
              <a:off x="4151811" y="3673771"/>
              <a:ext cx="50086" cy="432910"/>
            </a:xfrm>
            <a:custGeom>
              <a:rect b="b" l="l" r="r" t="t"/>
              <a:pathLst>
                <a:path extrusionOk="0" fill="none" h="10035" w="1161">
                  <a:moveTo>
                    <a:pt x="1161" y="10035"/>
                  </a:moveTo>
                  <a:cubicBezTo>
                    <a:pt x="1161" y="10035"/>
                    <a:pt x="1" y="2688"/>
                    <a:pt x="120" y="1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"/>
            <p:cNvSpPr/>
            <p:nvPr/>
          </p:nvSpPr>
          <p:spPr>
            <a:xfrm>
              <a:off x="4130414" y="3673771"/>
              <a:ext cx="30414" cy="103579"/>
            </a:xfrm>
            <a:custGeom>
              <a:rect b="b" l="l" r="r" t="t"/>
              <a:pathLst>
                <a:path extrusionOk="0" fill="none" h="2401" w="705">
                  <a:moveTo>
                    <a:pt x="1" y="1"/>
                  </a:moveTo>
                  <a:cubicBezTo>
                    <a:pt x="1" y="1"/>
                    <a:pt x="41" y="2152"/>
                    <a:pt x="120" y="2231"/>
                  </a:cubicBezTo>
                  <a:cubicBezTo>
                    <a:pt x="209" y="2311"/>
                    <a:pt x="705" y="2400"/>
                    <a:pt x="705" y="2400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"/>
            <p:cNvSpPr/>
            <p:nvPr/>
          </p:nvSpPr>
          <p:spPr>
            <a:xfrm>
              <a:off x="4347710" y="3664798"/>
              <a:ext cx="144648" cy="1119440"/>
            </a:xfrm>
            <a:custGeom>
              <a:rect b="b" l="l" r="r" t="t"/>
              <a:pathLst>
                <a:path extrusionOk="0" fill="none" h="25949" w="3353">
                  <a:moveTo>
                    <a:pt x="1" y="0"/>
                  </a:moveTo>
                  <a:cubicBezTo>
                    <a:pt x="1" y="0"/>
                    <a:pt x="665" y="1071"/>
                    <a:pt x="992" y="3352"/>
                  </a:cubicBezTo>
                  <a:cubicBezTo>
                    <a:pt x="1369" y="5622"/>
                    <a:pt x="3352" y="25949"/>
                    <a:pt x="3352" y="25949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"/>
            <p:cNvSpPr/>
            <p:nvPr/>
          </p:nvSpPr>
          <p:spPr>
            <a:xfrm>
              <a:off x="4276745" y="3668206"/>
              <a:ext cx="97971" cy="66349"/>
            </a:xfrm>
            <a:custGeom>
              <a:rect b="b" l="l" r="r" t="t"/>
              <a:pathLst>
                <a:path extrusionOk="0" fill="none" h="1538" w="2271">
                  <a:moveTo>
                    <a:pt x="0" y="1"/>
                  </a:moveTo>
                  <a:cubicBezTo>
                    <a:pt x="0" y="1"/>
                    <a:pt x="783" y="1081"/>
                    <a:pt x="2271" y="1537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"/>
            <p:cNvSpPr/>
            <p:nvPr/>
          </p:nvSpPr>
          <p:spPr>
            <a:xfrm>
              <a:off x="4246374" y="3629294"/>
              <a:ext cx="43" cy="41112"/>
            </a:xfrm>
            <a:custGeom>
              <a:rect b="b" l="l" r="r" t="t"/>
              <a:pathLst>
                <a:path extrusionOk="0" fill="none" h="953" w="1">
                  <a:moveTo>
                    <a:pt x="0" y="952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"/>
            <p:cNvSpPr/>
            <p:nvPr/>
          </p:nvSpPr>
          <p:spPr>
            <a:xfrm>
              <a:off x="4057291" y="3622004"/>
              <a:ext cx="43" cy="44520"/>
            </a:xfrm>
            <a:custGeom>
              <a:rect b="b" l="l" r="r" t="t"/>
              <a:pathLst>
                <a:path extrusionOk="0" fill="none" h="1032" w="1">
                  <a:moveTo>
                    <a:pt x="0" y="1032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"/>
            <p:cNvSpPr/>
            <p:nvPr/>
          </p:nvSpPr>
          <p:spPr>
            <a:xfrm>
              <a:off x="3968336" y="3666481"/>
              <a:ext cx="64192" cy="50129"/>
            </a:xfrm>
            <a:custGeom>
              <a:rect b="b" l="l" r="r" t="t"/>
              <a:pathLst>
                <a:path extrusionOk="0" fill="none" h="1162" w="1488">
                  <a:moveTo>
                    <a:pt x="1487" y="1"/>
                  </a:moveTo>
                  <a:cubicBezTo>
                    <a:pt x="1487" y="1"/>
                    <a:pt x="783" y="1121"/>
                    <a:pt x="0" y="1161"/>
                  </a:cubicBezTo>
                </a:path>
              </a:pathLst>
            </a:custGeom>
            <a:noFill/>
            <a:ln cap="flat" cmpd="sng" w="9525">
              <a:solidFill>
                <a:srgbClr val="3F439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"/>
            <p:cNvSpPr/>
            <p:nvPr/>
          </p:nvSpPr>
          <p:spPr>
            <a:xfrm>
              <a:off x="4092795" y="3014211"/>
              <a:ext cx="112552" cy="119670"/>
            </a:xfrm>
            <a:custGeom>
              <a:rect b="b" l="l" r="r" t="t"/>
              <a:pathLst>
                <a:path extrusionOk="0" h="2774" w="2609">
                  <a:moveTo>
                    <a:pt x="2529" y="0"/>
                  </a:moveTo>
                  <a:lnTo>
                    <a:pt x="50" y="744"/>
                  </a:lnTo>
                  <a:lnTo>
                    <a:pt x="0" y="2072"/>
                  </a:lnTo>
                  <a:cubicBezTo>
                    <a:pt x="0" y="2072"/>
                    <a:pt x="373" y="2774"/>
                    <a:pt x="1186" y="2774"/>
                  </a:cubicBezTo>
                  <a:cubicBezTo>
                    <a:pt x="1232" y="2774"/>
                    <a:pt x="1280" y="2771"/>
                    <a:pt x="1329" y="2766"/>
                  </a:cubicBezTo>
                  <a:cubicBezTo>
                    <a:pt x="2321" y="2647"/>
                    <a:pt x="2608" y="2023"/>
                    <a:pt x="2608" y="2023"/>
                  </a:cubicBezTo>
                  <a:lnTo>
                    <a:pt x="2529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"/>
            <p:cNvSpPr/>
            <p:nvPr/>
          </p:nvSpPr>
          <p:spPr>
            <a:xfrm>
              <a:off x="4039345" y="2869694"/>
              <a:ext cx="181188" cy="190808"/>
            </a:xfrm>
            <a:custGeom>
              <a:rect b="b" l="l" r="r" t="t"/>
              <a:pathLst>
                <a:path extrusionOk="0" h="4423" w="4200">
                  <a:moveTo>
                    <a:pt x="2460" y="0"/>
                  </a:moveTo>
                  <a:cubicBezTo>
                    <a:pt x="2121" y="0"/>
                    <a:pt x="1748" y="172"/>
                    <a:pt x="1368" y="584"/>
                  </a:cubicBezTo>
                  <a:cubicBezTo>
                    <a:pt x="793" y="1248"/>
                    <a:pt x="0" y="3598"/>
                    <a:pt x="1041" y="4183"/>
                  </a:cubicBezTo>
                  <a:cubicBezTo>
                    <a:pt x="1349" y="4342"/>
                    <a:pt x="1677" y="4423"/>
                    <a:pt x="1998" y="4423"/>
                  </a:cubicBezTo>
                  <a:cubicBezTo>
                    <a:pt x="2834" y="4423"/>
                    <a:pt x="3622" y="3878"/>
                    <a:pt x="3887" y="2775"/>
                  </a:cubicBezTo>
                  <a:cubicBezTo>
                    <a:pt x="4200" y="1561"/>
                    <a:pt x="3483" y="0"/>
                    <a:pt x="2460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"/>
            <p:cNvSpPr/>
            <p:nvPr/>
          </p:nvSpPr>
          <p:spPr>
            <a:xfrm>
              <a:off x="4094909" y="3032157"/>
              <a:ext cx="81750" cy="37273"/>
            </a:xfrm>
            <a:custGeom>
              <a:rect b="b" l="l" r="r" t="t"/>
              <a:pathLst>
                <a:path extrusionOk="0" fill="none" h="864" w="1895">
                  <a:moveTo>
                    <a:pt x="1" y="576"/>
                  </a:moveTo>
                  <a:cubicBezTo>
                    <a:pt x="1" y="576"/>
                    <a:pt x="784" y="863"/>
                    <a:pt x="1895" y="1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"/>
            <p:cNvSpPr/>
            <p:nvPr/>
          </p:nvSpPr>
          <p:spPr>
            <a:xfrm>
              <a:off x="4201854" y="2982115"/>
              <a:ext cx="43" cy="43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"/>
            <p:cNvSpPr/>
            <p:nvPr/>
          </p:nvSpPr>
          <p:spPr>
            <a:xfrm>
              <a:off x="4200430" y="2982115"/>
              <a:ext cx="1467" cy="820"/>
            </a:xfrm>
            <a:custGeom>
              <a:rect b="b" l="l" r="r" t="t"/>
              <a:pathLst>
                <a:path extrusionOk="0" h="19" w="34">
                  <a:moveTo>
                    <a:pt x="34" y="0"/>
                  </a:moveTo>
                  <a:cubicBezTo>
                    <a:pt x="1" y="0"/>
                    <a:pt x="12" y="18"/>
                    <a:pt x="23" y="18"/>
                  </a:cubicBezTo>
                  <a:cubicBezTo>
                    <a:pt x="28" y="18"/>
                    <a:pt x="34" y="14"/>
                    <a:pt x="34" y="0"/>
                  </a:cubicBezTo>
                  <a:close/>
                </a:path>
              </a:pathLst>
            </a:custGeom>
            <a:solidFill>
              <a:srgbClr val="F0835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"/>
            <p:cNvSpPr/>
            <p:nvPr/>
          </p:nvSpPr>
          <p:spPr>
            <a:xfrm>
              <a:off x="4062856" y="2863137"/>
              <a:ext cx="195942" cy="174199"/>
            </a:xfrm>
            <a:custGeom>
              <a:rect b="b" l="l" r="r" t="t"/>
              <a:pathLst>
                <a:path extrusionOk="0" h="4038" w="4542">
                  <a:moveTo>
                    <a:pt x="1380" y="1"/>
                  </a:moveTo>
                  <a:cubicBezTo>
                    <a:pt x="682" y="1"/>
                    <a:pt x="31" y="584"/>
                    <a:pt x="0" y="1192"/>
                  </a:cubicBezTo>
                  <a:cubicBezTo>
                    <a:pt x="367" y="1519"/>
                    <a:pt x="2390" y="1688"/>
                    <a:pt x="2390" y="1688"/>
                  </a:cubicBezTo>
                  <a:cubicBezTo>
                    <a:pt x="2390" y="1688"/>
                    <a:pt x="2271" y="2600"/>
                    <a:pt x="3134" y="4038"/>
                  </a:cubicBezTo>
                  <a:cubicBezTo>
                    <a:pt x="3917" y="3750"/>
                    <a:pt x="4542" y="2600"/>
                    <a:pt x="4373" y="1688"/>
                  </a:cubicBezTo>
                  <a:cubicBezTo>
                    <a:pt x="4240" y="1064"/>
                    <a:pt x="3661" y="36"/>
                    <a:pt x="2629" y="36"/>
                  </a:cubicBezTo>
                  <a:cubicBezTo>
                    <a:pt x="2431" y="36"/>
                    <a:pt x="2216" y="74"/>
                    <a:pt x="1983" y="161"/>
                  </a:cubicBezTo>
                  <a:cubicBezTo>
                    <a:pt x="1788" y="49"/>
                    <a:pt x="1582" y="1"/>
                    <a:pt x="138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"/>
            <p:cNvSpPr/>
            <p:nvPr/>
          </p:nvSpPr>
          <p:spPr>
            <a:xfrm>
              <a:off x="4205305" y="2843163"/>
              <a:ext cx="71440" cy="64149"/>
            </a:xfrm>
            <a:custGeom>
              <a:rect b="b" l="l" r="r" t="t"/>
              <a:pathLst>
                <a:path extrusionOk="0" h="1487" w="1656">
                  <a:moveTo>
                    <a:pt x="792" y="1"/>
                  </a:moveTo>
                  <a:cubicBezTo>
                    <a:pt x="563" y="1"/>
                    <a:pt x="344" y="100"/>
                    <a:pt x="208" y="287"/>
                  </a:cubicBezTo>
                  <a:cubicBezTo>
                    <a:pt x="79" y="455"/>
                    <a:pt x="0" y="703"/>
                    <a:pt x="119" y="872"/>
                  </a:cubicBezTo>
                  <a:lnTo>
                    <a:pt x="456" y="1328"/>
                  </a:lnTo>
                  <a:cubicBezTo>
                    <a:pt x="536" y="1447"/>
                    <a:pt x="704" y="1486"/>
                    <a:pt x="823" y="1486"/>
                  </a:cubicBezTo>
                  <a:cubicBezTo>
                    <a:pt x="1200" y="1447"/>
                    <a:pt x="1487" y="1328"/>
                    <a:pt x="1567" y="951"/>
                  </a:cubicBezTo>
                  <a:cubicBezTo>
                    <a:pt x="1656" y="624"/>
                    <a:pt x="1487" y="207"/>
                    <a:pt x="1160" y="88"/>
                  </a:cubicBezTo>
                  <a:cubicBezTo>
                    <a:pt x="1042" y="29"/>
                    <a:pt x="916" y="1"/>
                    <a:pt x="792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"/>
            <p:cNvSpPr/>
            <p:nvPr/>
          </p:nvSpPr>
          <p:spPr>
            <a:xfrm>
              <a:off x="4267729" y="2849677"/>
              <a:ext cx="49654" cy="54098"/>
            </a:xfrm>
            <a:custGeom>
              <a:rect b="b" l="l" r="r" t="t"/>
              <a:pathLst>
                <a:path extrusionOk="0" h="1254" w="1151">
                  <a:moveTo>
                    <a:pt x="501" y="1"/>
                  </a:moveTo>
                  <a:cubicBezTo>
                    <a:pt x="414" y="1"/>
                    <a:pt x="327" y="18"/>
                    <a:pt x="249" y="56"/>
                  </a:cubicBezTo>
                  <a:cubicBezTo>
                    <a:pt x="80" y="136"/>
                    <a:pt x="1" y="264"/>
                    <a:pt x="1" y="433"/>
                  </a:cubicBezTo>
                  <a:lnTo>
                    <a:pt x="1" y="968"/>
                  </a:lnTo>
                  <a:cubicBezTo>
                    <a:pt x="1" y="1048"/>
                    <a:pt x="80" y="1177"/>
                    <a:pt x="209" y="1216"/>
                  </a:cubicBezTo>
                  <a:cubicBezTo>
                    <a:pt x="283" y="1240"/>
                    <a:pt x="365" y="1253"/>
                    <a:pt x="447" y="1253"/>
                  </a:cubicBezTo>
                  <a:cubicBezTo>
                    <a:pt x="639" y="1253"/>
                    <a:pt x="835" y="1182"/>
                    <a:pt x="953" y="1008"/>
                  </a:cubicBezTo>
                  <a:cubicBezTo>
                    <a:pt x="1151" y="800"/>
                    <a:pt x="1151" y="473"/>
                    <a:pt x="992" y="225"/>
                  </a:cubicBezTo>
                  <a:cubicBezTo>
                    <a:pt x="877" y="83"/>
                    <a:pt x="688" y="1"/>
                    <a:pt x="501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"/>
            <p:cNvSpPr/>
            <p:nvPr/>
          </p:nvSpPr>
          <p:spPr>
            <a:xfrm>
              <a:off x="4306684" y="2868788"/>
              <a:ext cx="39387" cy="38955"/>
            </a:xfrm>
            <a:custGeom>
              <a:rect b="b" l="l" r="r" t="t"/>
              <a:pathLst>
                <a:path extrusionOk="0" h="903" w="913">
                  <a:moveTo>
                    <a:pt x="432" y="0"/>
                  </a:moveTo>
                  <a:cubicBezTo>
                    <a:pt x="387" y="0"/>
                    <a:pt x="342" y="10"/>
                    <a:pt x="298" y="30"/>
                  </a:cubicBezTo>
                  <a:cubicBezTo>
                    <a:pt x="169" y="30"/>
                    <a:pt x="89" y="149"/>
                    <a:pt x="89" y="238"/>
                  </a:cubicBezTo>
                  <a:lnTo>
                    <a:pt x="0" y="605"/>
                  </a:lnTo>
                  <a:cubicBezTo>
                    <a:pt x="0" y="684"/>
                    <a:pt x="50" y="773"/>
                    <a:pt x="129" y="813"/>
                  </a:cubicBezTo>
                  <a:cubicBezTo>
                    <a:pt x="213" y="872"/>
                    <a:pt x="317" y="902"/>
                    <a:pt x="420" y="902"/>
                  </a:cubicBezTo>
                  <a:cubicBezTo>
                    <a:pt x="523" y="902"/>
                    <a:pt x="625" y="872"/>
                    <a:pt x="704" y="813"/>
                  </a:cubicBezTo>
                  <a:cubicBezTo>
                    <a:pt x="833" y="684"/>
                    <a:pt x="912" y="436"/>
                    <a:pt x="833" y="238"/>
                  </a:cubicBezTo>
                  <a:cubicBezTo>
                    <a:pt x="733" y="107"/>
                    <a:pt x="586" y="0"/>
                    <a:pt x="432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"/>
            <p:cNvSpPr/>
            <p:nvPr/>
          </p:nvSpPr>
          <p:spPr>
            <a:xfrm>
              <a:off x="4326356" y="2891436"/>
              <a:ext cx="33822" cy="28257"/>
            </a:xfrm>
            <a:custGeom>
              <a:rect b="b" l="l" r="r" t="t"/>
              <a:pathLst>
                <a:path extrusionOk="0" h="655" w="784">
                  <a:moveTo>
                    <a:pt x="536" y="0"/>
                  </a:moveTo>
                  <a:cubicBezTo>
                    <a:pt x="456" y="0"/>
                    <a:pt x="377" y="0"/>
                    <a:pt x="337" y="80"/>
                  </a:cubicBezTo>
                  <a:lnTo>
                    <a:pt x="208" y="119"/>
                  </a:lnTo>
                  <a:cubicBezTo>
                    <a:pt x="0" y="367"/>
                    <a:pt x="208" y="655"/>
                    <a:pt x="496" y="655"/>
                  </a:cubicBezTo>
                  <a:cubicBezTo>
                    <a:pt x="625" y="615"/>
                    <a:pt x="744" y="496"/>
                    <a:pt x="784" y="328"/>
                  </a:cubicBezTo>
                  <a:cubicBezTo>
                    <a:pt x="784" y="209"/>
                    <a:pt x="704" y="40"/>
                    <a:pt x="536" y="0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"/>
            <p:cNvSpPr/>
            <p:nvPr/>
          </p:nvSpPr>
          <p:spPr>
            <a:xfrm>
              <a:off x="4349436" y="2905543"/>
              <a:ext cx="28688" cy="41112"/>
            </a:xfrm>
            <a:custGeom>
              <a:rect b="b" l="l" r="r" t="t"/>
              <a:pathLst>
                <a:path extrusionOk="0" h="953" w="665">
                  <a:moveTo>
                    <a:pt x="50" y="1"/>
                  </a:moveTo>
                  <a:lnTo>
                    <a:pt x="1" y="248"/>
                  </a:lnTo>
                  <a:cubicBezTo>
                    <a:pt x="1" y="457"/>
                    <a:pt x="1" y="705"/>
                    <a:pt x="50" y="913"/>
                  </a:cubicBezTo>
                  <a:lnTo>
                    <a:pt x="50" y="952"/>
                  </a:lnTo>
                  <a:cubicBezTo>
                    <a:pt x="209" y="913"/>
                    <a:pt x="377" y="873"/>
                    <a:pt x="546" y="873"/>
                  </a:cubicBezTo>
                  <a:cubicBezTo>
                    <a:pt x="586" y="824"/>
                    <a:pt x="625" y="824"/>
                    <a:pt x="665" y="784"/>
                  </a:cubicBezTo>
                  <a:lnTo>
                    <a:pt x="665" y="744"/>
                  </a:lnTo>
                  <a:cubicBezTo>
                    <a:pt x="665" y="576"/>
                    <a:pt x="586" y="417"/>
                    <a:pt x="457" y="288"/>
                  </a:cubicBezTo>
                  <a:cubicBezTo>
                    <a:pt x="338" y="169"/>
                    <a:pt x="209" y="40"/>
                    <a:pt x="5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"/>
            <p:cNvSpPr/>
            <p:nvPr/>
          </p:nvSpPr>
          <p:spPr>
            <a:xfrm>
              <a:off x="4160784" y="2980260"/>
              <a:ext cx="35375" cy="49740"/>
            </a:xfrm>
            <a:custGeom>
              <a:rect b="b" l="l" r="r" t="t"/>
              <a:pathLst>
                <a:path extrusionOk="0" h="1153" w="820">
                  <a:moveTo>
                    <a:pt x="499" y="1"/>
                  </a:moveTo>
                  <a:cubicBezTo>
                    <a:pt x="485" y="1"/>
                    <a:pt x="472" y="2"/>
                    <a:pt x="457" y="4"/>
                  </a:cubicBezTo>
                  <a:cubicBezTo>
                    <a:pt x="289" y="43"/>
                    <a:pt x="160" y="172"/>
                    <a:pt x="160" y="212"/>
                  </a:cubicBezTo>
                  <a:lnTo>
                    <a:pt x="1" y="956"/>
                  </a:lnTo>
                  <a:cubicBezTo>
                    <a:pt x="44" y="1092"/>
                    <a:pt x="127" y="1153"/>
                    <a:pt x="220" y="1153"/>
                  </a:cubicBezTo>
                  <a:cubicBezTo>
                    <a:pt x="297" y="1153"/>
                    <a:pt x="381" y="1111"/>
                    <a:pt x="457" y="1035"/>
                  </a:cubicBezTo>
                  <a:cubicBezTo>
                    <a:pt x="616" y="916"/>
                    <a:pt x="705" y="787"/>
                    <a:pt x="745" y="628"/>
                  </a:cubicBezTo>
                  <a:cubicBezTo>
                    <a:pt x="820" y="346"/>
                    <a:pt x="752" y="1"/>
                    <a:pt x="499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"/>
            <p:cNvSpPr/>
            <p:nvPr/>
          </p:nvSpPr>
          <p:spPr>
            <a:xfrm>
              <a:off x="4080371" y="2959036"/>
              <a:ext cx="19715" cy="41069"/>
            </a:xfrm>
            <a:custGeom>
              <a:rect b="b" l="l" r="r" t="t"/>
              <a:pathLst>
                <a:path extrusionOk="0" fill="none" h="952" w="457">
                  <a:moveTo>
                    <a:pt x="457" y="0"/>
                  </a:moveTo>
                  <a:cubicBezTo>
                    <a:pt x="457" y="0"/>
                    <a:pt x="1" y="535"/>
                    <a:pt x="41" y="704"/>
                  </a:cubicBezTo>
                  <a:cubicBezTo>
                    <a:pt x="41" y="873"/>
                    <a:pt x="417" y="952"/>
                    <a:pt x="417" y="952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"/>
            <p:cNvSpPr/>
            <p:nvPr/>
          </p:nvSpPr>
          <p:spPr>
            <a:xfrm>
              <a:off x="4073555" y="3005195"/>
              <a:ext cx="51380" cy="28516"/>
            </a:xfrm>
            <a:custGeom>
              <a:rect b="b" l="l" r="r" t="t"/>
              <a:pathLst>
                <a:path extrusionOk="0" h="661" w="1191">
                  <a:moveTo>
                    <a:pt x="159" y="1"/>
                  </a:moveTo>
                  <a:cubicBezTo>
                    <a:pt x="159" y="1"/>
                    <a:pt x="0" y="497"/>
                    <a:pt x="367" y="626"/>
                  </a:cubicBezTo>
                  <a:cubicBezTo>
                    <a:pt x="445" y="650"/>
                    <a:pt x="517" y="660"/>
                    <a:pt x="585" y="660"/>
                  </a:cubicBezTo>
                  <a:cubicBezTo>
                    <a:pt x="980" y="660"/>
                    <a:pt x="1190" y="298"/>
                    <a:pt x="1190" y="298"/>
                  </a:cubicBezTo>
                  <a:lnTo>
                    <a:pt x="1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"/>
            <p:cNvSpPr/>
            <p:nvPr/>
          </p:nvSpPr>
          <p:spPr>
            <a:xfrm>
              <a:off x="4079336" y="2948165"/>
              <a:ext cx="8369" cy="11044"/>
            </a:xfrm>
            <a:custGeom>
              <a:rect b="b" l="l" r="r" t="t"/>
              <a:pathLst>
                <a:path extrusionOk="0" h="256" w="194">
                  <a:moveTo>
                    <a:pt x="140" y="1"/>
                  </a:moveTo>
                  <a:cubicBezTo>
                    <a:pt x="126" y="1"/>
                    <a:pt x="114" y="13"/>
                    <a:pt x="114" y="44"/>
                  </a:cubicBezTo>
                  <a:cubicBezTo>
                    <a:pt x="65" y="83"/>
                    <a:pt x="25" y="133"/>
                    <a:pt x="25" y="173"/>
                  </a:cubicBezTo>
                  <a:cubicBezTo>
                    <a:pt x="0" y="222"/>
                    <a:pt x="40" y="256"/>
                    <a:pt x="84" y="256"/>
                  </a:cubicBezTo>
                  <a:cubicBezTo>
                    <a:pt x="110" y="256"/>
                    <a:pt x="139" y="243"/>
                    <a:pt x="154" y="212"/>
                  </a:cubicBezTo>
                  <a:cubicBezTo>
                    <a:pt x="154" y="173"/>
                    <a:pt x="193" y="133"/>
                    <a:pt x="193" y="83"/>
                  </a:cubicBezTo>
                  <a:cubicBezTo>
                    <a:pt x="193" y="34"/>
                    <a:pt x="163" y="1"/>
                    <a:pt x="140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1"/>
            <p:cNvSpPr/>
            <p:nvPr/>
          </p:nvSpPr>
          <p:spPr>
            <a:xfrm>
              <a:off x="4082097" y="2930348"/>
              <a:ext cx="16307" cy="10742"/>
            </a:xfrm>
            <a:custGeom>
              <a:rect b="b" l="l" r="r" t="t"/>
              <a:pathLst>
                <a:path extrusionOk="0" fill="none" h="249" w="378">
                  <a:moveTo>
                    <a:pt x="377" y="249"/>
                  </a:moveTo>
                  <a:cubicBezTo>
                    <a:pt x="377" y="249"/>
                    <a:pt x="248" y="1"/>
                    <a:pt x="1" y="169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1"/>
            <p:cNvSpPr/>
            <p:nvPr/>
          </p:nvSpPr>
          <p:spPr>
            <a:xfrm>
              <a:off x="4129378" y="2966111"/>
              <a:ext cx="8369" cy="11044"/>
            </a:xfrm>
            <a:custGeom>
              <a:rect b="b" l="l" r="r" t="t"/>
              <a:pathLst>
                <a:path extrusionOk="0" h="256" w="194">
                  <a:moveTo>
                    <a:pt x="124" y="1"/>
                  </a:moveTo>
                  <a:cubicBezTo>
                    <a:pt x="102" y="1"/>
                    <a:pt x="80" y="14"/>
                    <a:pt x="65" y="44"/>
                  </a:cubicBezTo>
                  <a:cubicBezTo>
                    <a:pt x="65" y="84"/>
                    <a:pt x="25" y="124"/>
                    <a:pt x="25" y="163"/>
                  </a:cubicBezTo>
                  <a:cubicBezTo>
                    <a:pt x="0" y="219"/>
                    <a:pt x="37" y="255"/>
                    <a:pt x="79" y="255"/>
                  </a:cubicBezTo>
                  <a:cubicBezTo>
                    <a:pt x="103" y="255"/>
                    <a:pt x="129" y="242"/>
                    <a:pt x="144" y="213"/>
                  </a:cubicBezTo>
                  <a:cubicBezTo>
                    <a:pt x="144" y="163"/>
                    <a:pt x="194" y="124"/>
                    <a:pt x="194" y="84"/>
                  </a:cubicBezTo>
                  <a:cubicBezTo>
                    <a:pt x="194" y="35"/>
                    <a:pt x="159" y="1"/>
                    <a:pt x="124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1"/>
            <p:cNvSpPr/>
            <p:nvPr/>
          </p:nvSpPr>
          <p:spPr>
            <a:xfrm>
              <a:off x="4132139" y="2946612"/>
              <a:ext cx="21441" cy="14150"/>
            </a:xfrm>
            <a:custGeom>
              <a:rect b="b" l="l" r="r" t="t"/>
              <a:pathLst>
                <a:path extrusionOk="0" fill="none" h="328" w="497">
                  <a:moveTo>
                    <a:pt x="1" y="80"/>
                  </a:moveTo>
                  <a:cubicBezTo>
                    <a:pt x="1" y="80"/>
                    <a:pt x="249" y="0"/>
                    <a:pt x="496" y="32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1"/>
            <p:cNvSpPr/>
            <p:nvPr/>
          </p:nvSpPr>
          <p:spPr>
            <a:xfrm>
              <a:off x="3659927" y="3174604"/>
              <a:ext cx="409787" cy="354179"/>
            </a:xfrm>
            <a:custGeom>
              <a:rect b="b" l="l" r="r" t="t"/>
              <a:pathLst>
                <a:path extrusionOk="0" h="8210" w="9499">
                  <a:moveTo>
                    <a:pt x="2152" y="0"/>
                  </a:moveTo>
                  <a:lnTo>
                    <a:pt x="0" y="1240"/>
                  </a:lnTo>
                  <a:cubicBezTo>
                    <a:pt x="0" y="1240"/>
                    <a:pt x="1279" y="6822"/>
                    <a:pt x="3887" y="8022"/>
                  </a:cubicBezTo>
                  <a:cubicBezTo>
                    <a:pt x="4159" y="8152"/>
                    <a:pt x="4436" y="8210"/>
                    <a:pt x="4713" y="8210"/>
                  </a:cubicBezTo>
                  <a:cubicBezTo>
                    <a:pt x="7083" y="8210"/>
                    <a:pt x="9499" y="3966"/>
                    <a:pt x="9499" y="3966"/>
                  </a:cubicBezTo>
                  <a:lnTo>
                    <a:pt x="5949" y="2440"/>
                  </a:lnTo>
                  <a:cubicBezTo>
                    <a:pt x="5949" y="2440"/>
                    <a:pt x="5126" y="3966"/>
                    <a:pt x="4958" y="4175"/>
                  </a:cubicBezTo>
                  <a:cubicBezTo>
                    <a:pt x="4859" y="4274"/>
                    <a:pt x="4754" y="4319"/>
                    <a:pt x="4645" y="4319"/>
                  </a:cubicBezTo>
                  <a:cubicBezTo>
                    <a:pt x="3580" y="4319"/>
                    <a:pt x="2152" y="0"/>
                    <a:pt x="215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1"/>
            <p:cNvSpPr/>
            <p:nvPr/>
          </p:nvSpPr>
          <p:spPr>
            <a:xfrm>
              <a:off x="3635122" y="3037291"/>
              <a:ext cx="124502" cy="213931"/>
            </a:xfrm>
            <a:custGeom>
              <a:rect b="b" l="l" r="r" t="t"/>
              <a:pathLst>
                <a:path extrusionOk="0" h="4959" w="2886">
                  <a:moveTo>
                    <a:pt x="1150" y="1"/>
                  </a:moveTo>
                  <a:cubicBezTo>
                    <a:pt x="942" y="50"/>
                    <a:pt x="1279" y="1290"/>
                    <a:pt x="1279" y="1290"/>
                  </a:cubicBezTo>
                  <a:cubicBezTo>
                    <a:pt x="1279" y="1290"/>
                    <a:pt x="1213" y="1105"/>
                    <a:pt x="1067" y="1105"/>
                  </a:cubicBezTo>
                  <a:cubicBezTo>
                    <a:pt x="1044" y="1105"/>
                    <a:pt x="1019" y="1110"/>
                    <a:pt x="992" y="1121"/>
                  </a:cubicBezTo>
                  <a:cubicBezTo>
                    <a:pt x="863" y="1161"/>
                    <a:pt x="863" y="1488"/>
                    <a:pt x="863" y="1488"/>
                  </a:cubicBezTo>
                  <a:cubicBezTo>
                    <a:pt x="863" y="1488"/>
                    <a:pt x="764" y="1283"/>
                    <a:pt x="650" y="1283"/>
                  </a:cubicBezTo>
                  <a:cubicBezTo>
                    <a:pt x="638" y="1283"/>
                    <a:pt x="626" y="1285"/>
                    <a:pt x="615" y="1290"/>
                  </a:cubicBezTo>
                  <a:cubicBezTo>
                    <a:pt x="446" y="1369"/>
                    <a:pt x="496" y="1785"/>
                    <a:pt x="496" y="1785"/>
                  </a:cubicBezTo>
                  <a:cubicBezTo>
                    <a:pt x="496" y="1785"/>
                    <a:pt x="399" y="1688"/>
                    <a:pt x="296" y="1688"/>
                  </a:cubicBezTo>
                  <a:cubicBezTo>
                    <a:pt x="280" y="1688"/>
                    <a:pt x="264" y="1691"/>
                    <a:pt x="248" y="1696"/>
                  </a:cubicBezTo>
                  <a:cubicBezTo>
                    <a:pt x="119" y="1736"/>
                    <a:pt x="0" y="2440"/>
                    <a:pt x="694" y="4958"/>
                  </a:cubicBezTo>
                  <a:lnTo>
                    <a:pt x="2885" y="3639"/>
                  </a:lnTo>
                  <a:cubicBezTo>
                    <a:pt x="2637" y="2816"/>
                    <a:pt x="2062" y="546"/>
                    <a:pt x="1894" y="546"/>
                  </a:cubicBezTo>
                  <a:cubicBezTo>
                    <a:pt x="1889" y="544"/>
                    <a:pt x="1884" y="544"/>
                    <a:pt x="1880" y="544"/>
                  </a:cubicBezTo>
                  <a:cubicBezTo>
                    <a:pt x="1747" y="544"/>
                    <a:pt x="1844" y="1242"/>
                    <a:pt x="1745" y="1242"/>
                  </a:cubicBezTo>
                  <a:cubicBezTo>
                    <a:pt x="1742" y="1242"/>
                    <a:pt x="1739" y="1241"/>
                    <a:pt x="1735" y="1240"/>
                  </a:cubicBezTo>
                  <a:cubicBezTo>
                    <a:pt x="1606" y="1200"/>
                    <a:pt x="1319" y="1"/>
                    <a:pt x="1150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1"/>
            <p:cNvSpPr/>
            <p:nvPr/>
          </p:nvSpPr>
          <p:spPr>
            <a:xfrm>
              <a:off x="3697114" y="3105322"/>
              <a:ext cx="16307" cy="53494"/>
            </a:xfrm>
            <a:custGeom>
              <a:rect b="b" l="l" r="r" t="t"/>
              <a:pathLst>
                <a:path extrusionOk="0" fill="none" h="1240" w="378">
                  <a:moveTo>
                    <a:pt x="378" y="0"/>
                  </a:moveTo>
                  <a:cubicBezTo>
                    <a:pt x="378" y="0"/>
                    <a:pt x="298" y="367"/>
                    <a:pt x="169" y="615"/>
                  </a:cubicBezTo>
                  <a:cubicBezTo>
                    <a:pt x="1" y="992"/>
                    <a:pt x="50" y="1239"/>
                    <a:pt x="50" y="1239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1"/>
            <p:cNvSpPr/>
            <p:nvPr/>
          </p:nvSpPr>
          <p:spPr>
            <a:xfrm>
              <a:off x="3643663" y="3096306"/>
              <a:ext cx="51811" cy="56945"/>
            </a:xfrm>
            <a:custGeom>
              <a:rect b="b" l="l" r="r" t="t"/>
              <a:pathLst>
                <a:path extrusionOk="0" h="1320" w="1201">
                  <a:moveTo>
                    <a:pt x="1121" y="1"/>
                  </a:moveTo>
                  <a:lnTo>
                    <a:pt x="1121" y="368"/>
                  </a:lnTo>
                  <a:lnTo>
                    <a:pt x="1121" y="576"/>
                  </a:lnTo>
                  <a:cubicBezTo>
                    <a:pt x="1121" y="665"/>
                    <a:pt x="1081" y="705"/>
                    <a:pt x="1081" y="744"/>
                  </a:cubicBezTo>
                  <a:cubicBezTo>
                    <a:pt x="1081" y="758"/>
                    <a:pt x="1077" y="762"/>
                    <a:pt x="1071" y="762"/>
                  </a:cubicBezTo>
                  <a:cubicBezTo>
                    <a:pt x="1059" y="762"/>
                    <a:pt x="1041" y="744"/>
                    <a:pt x="1041" y="744"/>
                  </a:cubicBezTo>
                  <a:cubicBezTo>
                    <a:pt x="1041" y="744"/>
                    <a:pt x="992" y="744"/>
                    <a:pt x="992" y="705"/>
                  </a:cubicBezTo>
                  <a:cubicBezTo>
                    <a:pt x="952" y="665"/>
                    <a:pt x="913" y="616"/>
                    <a:pt x="913" y="576"/>
                  </a:cubicBezTo>
                  <a:cubicBezTo>
                    <a:pt x="833" y="457"/>
                    <a:pt x="794" y="328"/>
                    <a:pt x="744" y="209"/>
                  </a:cubicBezTo>
                  <a:cubicBezTo>
                    <a:pt x="744" y="169"/>
                    <a:pt x="704" y="169"/>
                    <a:pt x="665" y="169"/>
                  </a:cubicBezTo>
                  <a:cubicBezTo>
                    <a:pt x="625" y="169"/>
                    <a:pt x="625" y="209"/>
                    <a:pt x="625" y="249"/>
                  </a:cubicBezTo>
                  <a:cubicBezTo>
                    <a:pt x="625" y="249"/>
                    <a:pt x="625" y="249"/>
                    <a:pt x="625" y="249"/>
                  </a:cubicBezTo>
                  <a:lnTo>
                    <a:pt x="625" y="249"/>
                  </a:lnTo>
                  <a:cubicBezTo>
                    <a:pt x="625" y="368"/>
                    <a:pt x="665" y="497"/>
                    <a:pt x="665" y="616"/>
                  </a:cubicBezTo>
                  <a:lnTo>
                    <a:pt x="665" y="824"/>
                  </a:lnTo>
                  <a:lnTo>
                    <a:pt x="665" y="953"/>
                  </a:lnTo>
                  <a:lnTo>
                    <a:pt x="625" y="953"/>
                  </a:lnTo>
                  <a:cubicBezTo>
                    <a:pt x="585" y="913"/>
                    <a:pt x="546" y="863"/>
                    <a:pt x="546" y="784"/>
                  </a:cubicBezTo>
                  <a:cubicBezTo>
                    <a:pt x="456" y="705"/>
                    <a:pt x="417" y="576"/>
                    <a:pt x="417" y="457"/>
                  </a:cubicBezTo>
                  <a:cubicBezTo>
                    <a:pt x="377" y="417"/>
                    <a:pt x="377" y="417"/>
                    <a:pt x="337" y="417"/>
                  </a:cubicBezTo>
                  <a:cubicBezTo>
                    <a:pt x="298" y="417"/>
                    <a:pt x="248" y="457"/>
                    <a:pt x="248" y="497"/>
                  </a:cubicBezTo>
                  <a:cubicBezTo>
                    <a:pt x="259" y="524"/>
                    <a:pt x="270" y="551"/>
                    <a:pt x="281" y="579"/>
                  </a:cubicBezTo>
                  <a:lnTo>
                    <a:pt x="281" y="579"/>
                  </a:lnTo>
                  <a:cubicBezTo>
                    <a:pt x="298" y="652"/>
                    <a:pt x="298" y="740"/>
                    <a:pt x="298" y="824"/>
                  </a:cubicBezTo>
                  <a:cubicBezTo>
                    <a:pt x="337" y="953"/>
                    <a:pt x="337" y="1072"/>
                    <a:pt x="298" y="1161"/>
                  </a:cubicBezTo>
                  <a:lnTo>
                    <a:pt x="298" y="1240"/>
                  </a:lnTo>
                  <a:lnTo>
                    <a:pt x="248" y="1240"/>
                  </a:lnTo>
                  <a:cubicBezTo>
                    <a:pt x="209" y="1201"/>
                    <a:pt x="169" y="1161"/>
                    <a:pt x="169" y="1111"/>
                  </a:cubicBezTo>
                  <a:cubicBezTo>
                    <a:pt x="90" y="992"/>
                    <a:pt x="50" y="913"/>
                    <a:pt x="0" y="784"/>
                  </a:cubicBezTo>
                  <a:lnTo>
                    <a:pt x="0" y="784"/>
                  </a:lnTo>
                  <a:cubicBezTo>
                    <a:pt x="50" y="913"/>
                    <a:pt x="50" y="1032"/>
                    <a:pt x="129" y="1111"/>
                  </a:cubicBezTo>
                  <a:cubicBezTo>
                    <a:pt x="129" y="1201"/>
                    <a:pt x="169" y="1240"/>
                    <a:pt x="209" y="1280"/>
                  </a:cubicBezTo>
                  <a:cubicBezTo>
                    <a:pt x="248" y="1280"/>
                    <a:pt x="248" y="1320"/>
                    <a:pt x="298" y="1320"/>
                  </a:cubicBezTo>
                  <a:cubicBezTo>
                    <a:pt x="298" y="1320"/>
                    <a:pt x="337" y="1320"/>
                    <a:pt x="337" y="1280"/>
                  </a:cubicBezTo>
                  <a:cubicBezTo>
                    <a:pt x="377" y="1240"/>
                    <a:pt x="377" y="1201"/>
                    <a:pt x="417" y="1201"/>
                  </a:cubicBezTo>
                  <a:lnTo>
                    <a:pt x="417" y="939"/>
                  </a:lnTo>
                  <a:lnTo>
                    <a:pt x="417" y="939"/>
                  </a:lnTo>
                  <a:cubicBezTo>
                    <a:pt x="443" y="984"/>
                    <a:pt x="470" y="1019"/>
                    <a:pt x="496" y="1072"/>
                  </a:cubicBezTo>
                  <a:cubicBezTo>
                    <a:pt x="546" y="1072"/>
                    <a:pt x="585" y="1111"/>
                    <a:pt x="625" y="1111"/>
                  </a:cubicBezTo>
                  <a:lnTo>
                    <a:pt x="744" y="1111"/>
                  </a:lnTo>
                  <a:cubicBezTo>
                    <a:pt x="744" y="1072"/>
                    <a:pt x="794" y="1072"/>
                    <a:pt x="794" y="1032"/>
                  </a:cubicBezTo>
                  <a:cubicBezTo>
                    <a:pt x="833" y="953"/>
                    <a:pt x="833" y="863"/>
                    <a:pt x="833" y="824"/>
                  </a:cubicBezTo>
                  <a:lnTo>
                    <a:pt x="833" y="690"/>
                  </a:lnTo>
                  <a:lnTo>
                    <a:pt x="833" y="690"/>
                  </a:lnTo>
                  <a:cubicBezTo>
                    <a:pt x="860" y="731"/>
                    <a:pt x="886" y="758"/>
                    <a:pt x="913" y="784"/>
                  </a:cubicBezTo>
                  <a:cubicBezTo>
                    <a:pt x="952" y="824"/>
                    <a:pt x="992" y="863"/>
                    <a:pt x="1041" y="863"/>
                  </a:cubicBezTo>
                  <a:lnTo>
                    <a:pt x="1121" y="863"/>
                  </a:lnTo>
                  <a:cubicBezTo>
                    <a:pt x="1121" y="824"/>
                    <a:pt x="1160" y="824"/>
                    <a:pt x="1160" y="784"/>
                  </a:cubicBezTo>
                  <a:cubicBezTo>
                    <a:pt x="1200" y="665"/>
                    <a:pt x="1200" y="536"/>
                    <a:pt x="1200" y="368"/>
                  </a:cubicBezTo>
                  <a:cubicBezTo>
                    <a:pt x="1160" y="249"/>
                    <a:pt x="1160" y="120"/>
                    <a:pt x="1121" y="1"/>
                  </a:cubicBezTo>
                  <a:close/>
                </a:path>
              </a:pathLst>
            </a:custGeom>
            <a:solidFill>
              <a:srgbClr val="F5A79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3" name="Google Shape;1473;p1"/>
            <p:cNvSpPr/>
            <p:nvPr/>
          </p:nvSpPr>
          <p:spPr>
            <a:xfrm>
              <a:off x="3968336" y="3083925"/>
              <a:ext cx="450856" cy="539854"/>
            </a:xfrm>
            <a:custGeom>
              <a:rect b="b" l="l" r="r" t="t"/>
              <a:pathLst>
                <a:path extrusionOk="0" h="12514" w="10451">
                  <a:moveTo>
                    <a:pt x="5414" y="0"/>
                  </a:moveTo>
                  <a:cubicBezTo>
                    <a:pt x="5414" y="0"/>
                    <a:pt x="4958" y="744"/>
                    <a:pt x="3966" y="744"/>
                  </a:cubicBezTo>
                  <a:cubicBezTo>
                    <a:pt x="2975" y="744"/>
                    <a:pt x="2885" y="288"/>
                    <a:pt x="2885" y="288"/>
                  </a:cubicBezTo>
                  <a:cubicBezTo>
                    <a:pt x="2885" y="288"/>
                    <a:pt x="863" y="1894"/>
                    <a:pt x="327" y="4046"/>
                  </a:cubicBezTo>
                  <a:cubicBezTo>
                    <a:pt x="0" y="5493"/>
                    <a:pt x="407" y="6525"/>
                    <a:pt x="456" y="7149"/>
                  </a:cubicBezTo>
                  <a:cubicBezTo>
                    <a:pt x="704" y="10947"/>
                    <a:pt x="496" y="12513"/>
                    <a:pt x="496" y="12513"/>
                  </a:cubicBezTo>
                  <a:lnTo>
                    <a:pt x="9459" y="12226"/>
                  </a:lnTo>
                  <a:cubicBezTo>
                    <a:pt x="9459" y="12226"/>
                    <a:pt x="10451" y="7020"/>
                    <a:pt x="9043" y="3590"/>
                  </a:cubicBezTo>
                  <a:cubicBezTo>
                    <a:pt x="7645" y="209"/>
                    <a:pt x="5414" y="0"/>
                    <a:pt x="5414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4" name="Google Shape;1474;p1"/>
            <p:cNvSpPr/>
            <p:nvPr/>
          </p:nvSpPr>
          <p:spPr>
            <a:xfrm>
              <a:off x="4078689" y="3609623"/>
              <a:ext cx="233560" cy="15876"/>
            </a:xfrm>
            <a:custGeom>
              <a:rect b="b" l="l" r="r" t="t"/>
              <a:pathLst>
                <a:path extrusionOk="0" h="368" w="5414">
                  <a:moveTo>
                    <a:pt x="5126" y="0"/>
                  </a:moveTo>
                  <a:lnTo>
                    <a:pt x="0" y="80"/>
                  </a:lnTo>
                  <a:lnTo>
                    <a:pt x="0" y="367"/>
                  </a:lnTo>
                  <a:lnTo>
                    <a:pt x="5414" y="327"/>
                  </a:lnTo>
                  <a:cubicBezTo>
                    <a:pt x="5414" y="119"/>
                    <a:pt x="5285" y="0"/>
                    <a:pt x="5126" y="0"/>
                  </a:cubicBezTo>
                  <a:close/>
                </a:path>
              </a:pathLst>
            </a:custGeom>
            <a:solidFill>
              <a:srgbClr val="DCDDE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5" name="Google Shape;1475;p1"/>
            <p:cNvSpPr/>
            <p:nvPr/>
          </p:nvSpPr>
          <p:spPr>
            <a:xfrm>
              <a:off x="3745474" y="3400871"/>
              <a:ext cx="374326" cy="228469"/>
            </a:xfrm>
            <a:custGeom>
              <a:rect b="b" l="l" r="r" t="t"/>
              <a:pathLst>
                <a:path extrusionOk="0" h="5296" w="8677">
                  <a:moveTo>
                    <a:pt x="6733" y="1"/>
                  </a:moveTo>
                  <a:lnTo>
                    <a:pt x="248" y="90"/>
                  </a:lnTo>
                  <a:cubicBezTo>
                    <a:pt x="79" y="90"/>
                    <a:pt x="0" y="248"/>
                    <a:pt x="40" y="417"/>
                  </a:cubicBezTo>
                  <a:lnTo>
                    <a:pt x="1527" y="5295"/>
                  </a:lnTo>
                  <a:lnTo>
                    <a:pt x="8676" y="5206"/>
                  </a:lnTo>
                  <a:lnTo>
                    <a:pt x="7268" y="417"/>
                  </a:lnTo>
                  <a:cubicBezTo>
                    <a:pt x="7189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6" name="Google Shape;1476;p1"/>
            <p:cNvSpPr/>
            <p:nvPr/>
          </p:nvSpPr>
          <p:spPr>
            <a:xfrm>
              <a:off x="3731324" y="3400871"/>
              <a:ext cx="376051" cy="230152"/>
            </a:xfrm>
            <a:custGeom>
              <a:rect b="b" l="l" r="r" t="t"/>
              <a:pathLst>
                <a:path extrusionOk="0" h="5335" w="8717">
                  <a:moveTo>
                    <a:pt x="6733" y="1"/>
                  </a:moveTo>
                  <a:lnTo>
                    <a:pt x="249" y="90"/>
                  </a:lnTo>
                  <a:cubicBezTo>
                    <a:pt x="120" y="90"/>
                    <a:pt x="1" y="248"/>
                    <a:pt x="41" y="417"/>
                  </a:cubicBezTo>
                  <a:lnTo>
                    <a:pt x="1528" y="5335"/>
                  </a:lnTo>
                  <a:lnTo>
                    <a:pt x="8717" y="5206"/>
                  </a:lnTo>
                  <a:lnTo>
                    <a:pt x="7269" y="417"/>
                  </a:lnTo>
                  <a:cubicBezTo>
                    <a:pt x="7190" y="169"/>
                    <a:pt x="6981" y="1"/>
                    <a:pt x="6733" y="1"/>
                  </a:cubicBezTo>
                  <a:close/>
                </a:path>
              </a:pathLst>
            </a:custGeom>
            <a:solidFill>
              <a:srgbClr val="E8EEF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7" name="Google Shape;1477;p1"/>
            <p:cNvSpPr/>
            <p:nvPr/>
          </p:nvSpPr>
          <p:spPr>
            <a:xfrm>
              <a:off x="3884472" y="3502464"/>
              <a:ext cx="46246" cy="34037"/>
            </a:xfrm>
            <a:custGeom>
              <a:rect b="b" l="l" r="r" t="t"/>
              <a:pathLst>
                <a:path extrusionOk="0" h="789" w="1072">
                  <a:moveTo>
                    <a:pt x="519" y="0"/>
                  </a:moveTo>
                  <a:cubicBezTo>
                    <a:pt x="498" y="0"/>
                    <a:pt x="477" y="2"/>
                    <a:pt x="457" y="5"/>
                  </a:cubicBezTo>
                  <a:cubicBezTo>
                    <a:pt x="209" y="5"/>
                    <a:pt x="1" y="174"/>
                    <a:pt x="40" y="422"/>
                  </a:cubicBezTo>
                  <a:cubicBezTo>
                    <a:pt x="80" y="620"/>
                    <a:pt x="368" y="789"/>
                    <a:pt x="615" y="789"/>
                  </a:cubicBezTo>
                  <a:cubicBezTo>
                    <a:pt x="863" y="789"/>
                    <a:pt x="1072" y="620"/>
                    <a:pt x="1032" y="372"/>
                  </a:cubicBezTo>
                  <a:cubicBezTo>
                    <a:pt x="959" y="191"/>
                    <a:pt x="745" y="0"/>
                    <a:pt x="519" y="0"/>
                  </a:cubicBezTo>
                  <a:close/>
                </a:path>
              </a:pathLst>
            </a:custGeom>
            <a:solidFill>
              <a:srgbClr val="94A2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8" name="Google Shape;1478;p1"/>
            <p:cNvSpPr/>
            <p:nvPr/>
          </p:nvSpPr>
          <p:spPr>
            <a:xfrm>
              <a:off x="4082097" y="3304626"/>
              <a:ext cx="351246" cy="367467"/>
            </a:xfrm>
            <a:custGeom>
              <a:rect b="b" l="l" r="r" t="t"/>
              <a:pathLst>
                <a:path extrusionOk="0" h="8518" w="8142">
                  <a:moveTo>
                    <a:pt x="4135" y="1"/>
                  </a:moveTo>
                  <a:cubicBezTo>
                    <a:pt x="4135" y="1"/>
                    <a:pt x="4343" y="3640"/>
                    <a:pt x="3927" y="4304"/>
                  </a:cubicBezTo>
                  <a:cubicBezTo>
                    <a:pt x="3679" y="4671"/>
                    <a:pt x="1" y="5910"/>
                    <a:pt x="1" y="5910"/>
                  </a:cubicBezTo>
                  <a:lnTo>
                    <a:pt x="1" y="8518"/>
                  </a:lnTo>
                  <a:cubicBezTo>
                    <a:pt x="1" y="8518"/>
                    <a:pt x="5583" y="8349"/>
                    <a:pt x="7070" y="6366"/>
                  </a:cubicBezTo>
                  <a:cubicBezTo>
                    <a:pt x="8141" y="4879"/>
                    <a:pt x="7982" y="1"/>
                    <a:pt x="798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1"/>
            <p:cNvSpPr/>
            <p:nvPr/>
          </p:nvSpPr>
          <p:spPr>
            <a:xfrm>
              <a:off x="4201854" y="3083925"/>
              <a:ext cx="238737" cy="245984"/>
            </a:xfrm>
            <a:custGeom>
              <a:rect b="b" l="l" r="r" t="t"/>
              <a:pathLst>
                <a:path extrusionOk="0" h="5702" w="5534">
                  <a:moveTo>
                    <a:pt x="1" y="0"/>
                  </a:moveTo>
                  <a:lnTo>
                    <a:pt x="1191" y="3431"/>
                  </a:lnTo>
                  <a:lnTo>
                    <a:pt x="1240" y="5702"/>
                  </a:lnTo>
                  <a:lnTo>
                    <a:pt x="5534" y="5702"/>
                  </a:lnTo>
                  <a:cubicBezTo>
                    <a:pt x="5534" y="5702"/>
                    <a:pt x="5405" y="3015"/>
                    <a:pt x="3590" y="1359"/>
                  </a:cubicBezTo>
                  <a:cubicBezTo>
                    <a:pt x="2390" y="248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1"/>
            <p:cNvSpPr/>
            <p:nvPr/>
          </p:nvSpPr>
          <p:spPr>
            <a:xfrm>
              <a:off x="3891762" y="3096306"/>
              <a:ext cx="201076" cy="249435"/>
            </a:xfrm>
            <a:custGeom>
              <a:rect b="b" l="l" r="r" t="t"/>
              <a:pathLst>
                <a:path extrusionOk="0" h="5782" w="4661">
                  <a:moveTo>
                    <a:pt x="4660" y="1"/>
                  </a:moveTo>
                  <a:lnTo>
                    <a:pt x="4660" y="1"/>
                  </a:lnTo>
                  <a:cubicBezTo>
                    <a:pt x="3223" y="120"/>
                    <a:pt x="2142" y="744"/>
                    <a:pt x="1527" y="1567"/>
                  </a:cubicBezTo>
                  <a:cubicBezTo>
                    <a:pt x="615" y="2847"/>
                    <a:pt x="0" y="4830"/>
                    <a:pt x="0" y="4830"/>
                  </a:cubicBezTo>
                  <a:lnTo>
                    <a:pt x="3381" y="5781"/>
                  </a:lnTo>
                  <a:lnTo>
                    <a:pt x="4660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1"/>
            <p:cNvSpPr/>
            <p:nvPr/>
          </p:nvSpPr>
          <p:spPr>
            <a:xfrm>
              <a:off x="4246374" y="3221238"/>
              <a:ext cx="9016" cy="108670"/>
            </a:xfrm>
            <a:custGeom>
              <a:rect b="b" l="l" r="r" t="t"/>
              <a:pathLst>
                <a:path extrusionOk="0" fill="none" h="2519" w="209">
                  <a:moveTo>
                    <a:pt x="208" y="2519"/>
                  </a:moveTo>
                  <a:cubicBezTo>
                    <a:pt x="159" y="823"/>
                    <a:pt x="0" y="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2" name="Google Shape;1482;p1"/>
            <p:cNvSpPr/>
            <p:nvPr/>
          </p:nvSpPr>
          <p:spPr>
            <a:xfrm>
              <a:off x="3966610" y="3199841"/>
              <a:ext cx="44520" cy="128342"/>
            </a:xfrm>
            <a:custGeom>
              <a:rect b="b" l="l" r="r" t="t"/>
              <a:pathLst>
                <a:path extrusionOk="0" fill="none" h="2975" w="1032">
                  <a:moveTo>
                    <a:pt x="159" y="2975"/>
                  </a:moveTo>
                  <a:cubicBezTo>
                    <a:pt x="0" y="1527"/>
                    <a:pt x="1032" y="0"/>
                    <a:pt x="1032" y="0"/>
                  </a:cubicBezTo>
                </a:path>
              </a:pathLst>
            </a:custGeom>
            <a:noFill/>
            <a:ln cap="flat" cmpd="sng" w="9525">
              <a:solidFill>
                <a:srgbClr val="666AAF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3" name="Google Shape;1483;p1"/>
            <p:cNvSpPr/>
            <p:nvPr/>
          </p:nvSpPr>
          <p:spPr>
            <a:xfrm>
              <a:off x="3914411" y="3547157"/>
              <a:ext cx="216045" cy="129636"/>
            </a:xfrm>
            <a:custGeom>
              <a:rect b="b" l="l" r="r" t="t"/>
              <a:pathLst>
                <a:path extrusionOk="0" h="3005" w="5008">
                  <a:moveTo>
                    <a:pt x="2174" y="2334"/>
                  </a:moveTo>
                  <a:lnTo>
                    <a:pt x="2174" y="2334"/>
                  </a:lnTo>
                  <a:cubicBezTo>
                    <a:pt x="2234" y="2342"/>
                    <a:pt x="2272" y="2350"/>
                    <a:pt x="2281" y="2360"/>
                  </a:cubicBezTo>
                  <a:cubicBezTo>
                    <a:pt x="2281" y="2360"/>
                    <a:pt x="2242" y="2350"/>
                    <a:pt x="2174" y="2334"/>
                  </a:cubicBezTo>
                  <a:close/>
                  <a:moveTo>
                    <a:pt x="4968" y="1"/>
                  </a:moveTo>
                  <a:cubicBezTo>
                    <a:pt x="4383" y="129"/>
                    <a:pt x="1250" y="744"/>
                    <a:pt x="1290" y="913"/>
                  </a:cubicBezTo>
                  <a:cubicBezTo>
                    <a:pt x="1329" y="1032"/>
                    <a:pt x="2242" y="1032"/>
                    <a:pt x="2242" y="1121"/>
                  </a:cubicBezTo>
                  <a:cubicBezTo>
                    <a:pt x="2202" y="1240"/>
                    <a:pt x="1498" y="1409"/>
                    <a:pt x="1121" y="1448"/>
                  </a:cubicBezTo>
                  <a:cubicBezTo>
                    <a:pt x="794" y="1488"/>
                    <a:pt x="219" y="1656"/>
                    <a:pt x="259" y="1775"/>
                  </a:cubicBezTo>
                  <a:cubicBezTo>
                    <a:pt x="259" y="1808"/>
                    <a:pt x="282" y="1833"/>
                    <a:pt x="324" y="1852"/>
                  </a:cubicBezTo>
                  <a:lnTo>
                    <a:pt x="324" y="1852"/>
                  </a:lnTo>
                  <a:cubicBezTo>
                    <a:pt x="142" y="1883"/>
                    <a:pt x="20" y="1925"/>
                    <a:pt x="11" y="1984"/>
                  </a:cubicBezTo>
                  <a:cubicBezTo>
                    <a:pt x="0" y="2067"/>
                    <a:pt x="139" y="2127"/>
                    <a:pt x="352" y="2171"/>
                  </a:cubicBezTo>
                  <a:lnTo>
                    <a:pt x="352" y="2171"/>
                  </a:lnTo>
                  <a:cubicBezTo>
                    <a:pt x="401" y="2257"/>
                    <a:pt x="571" y="2356"/>
                    <a:pt x="798" y="2451"/>
                  </a:cubicBezTo>
                  <a:lnTo>
                    <a:pt x="798" y="2451"/>
                  </a:lnTo>
                  <a:cubicBezTo>
                    <a:pt x="1011" y="2681"/>
                    <a:pt x="1924" y="2940"/>
                    <a:pt x="2073" y="2975"/>
                  </a:cubicBezTo>
                  <a:cubicBezTo>
                    <a:pt x="2318" y="2996"/>
                    <a:pt x="2560" y="3005"/>
                    <a:pt x="2794" y="3005"/>
                  </a:cubicBezTo>
                  <a:cubicBezTo>
                    <a:pt x="4016" y="3005"/>
                    <a:pt x="5008" y="2767"/>
                    <a:pt x="5008" y="2767"/>
                  </a:cubicBezTo>
                  <a:lnTo>
                    <a:pt x="4968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4" name="Google Shape;1484;p1"/>
            <p:cNvSpPr/>
            <p:nvPr/>
          </p:nvSpPr>
          <p:spPr>
            <a:xfrm>
              <a:off x="3934514" y="3625455"/>
              <a:ext cx="64235" cy="4616"/>
            </a:xfrm>
            <a:custGeom>
              <a:rect b="b" l="l" r="r" t="t"/>
              <a:pathLst>
                <a:path extrusionOk="0" h="107" w="1489">
                  <a:moveTo>
                    <a:pt x="744" y="0"/>
                  </a:moveTo>
                  <a:cubicBezTo>
                    <a:pt x="497" y="0"/>
                    <a:pt x="249" y="50"/>
                    <a:pt x="1" y="89"/>
                  </a:cubicBezTo>
                  <a:cubicBezTo>
                    <a:pt x="83" y="103"/>
                    <a:pt x="166" y="107"/>
                    <a:pt x="249" y="107"/>
                  </a:cubicBezTo>
                  <a:cubicBezTo>
                    <a:pt x="414" y="107"/>
                    <a:pt x="579" y="89"/>
                    <a:pt x="744" y="89"/>
                  </a:cubicBezTo>
                  <a:cubicBezTo>
                    <a:pt x="863" y="89"/>
                    <a:pt x="992" y="89"/>
                    <a:pt x="1111" y="50"/>
                  </a:cubicBezTo>
                  <a:cubicBezTo>
                    <a:pt x="1240" y="50"/>
                    <a:pt x="1359" y="0"/>
                    <a:pt x="1488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5" name="Google Shape;1485;p1"/>
            <p:cNvSpPr/>
            <p:nvPr/>
          </p:nvSpPr>
          <p:spPr>
            <a:xfrm>
              <a:off x="3943099" y="3643401"/>
              <a:ext cx="69757" cy="5608"/>
            </a:xfrm>
            <a:custGeom>
              <a:rect b="b" l="l" r="r" t="t"/>
              <a:pathLst>
                <a:path extrusionOk="0" h="130" w="1617">
                  <a:moveTo>
                    <a:pt x="0" y="1"/>
                  </a:moveTo>
                  <a:cubicBezTo>
                    <a:pt x="248" y="40"/>
                    <a:pt x="545" y="80"/>
                    <a:pt x="793" y="129"/>
                  </a:cubicBezTo>
                  <a:lnTo>
                    <a:pt x="1200" y="129"/>
                  </a:lnTo>
                  <a:cubicBezTo>
                    <a:pt x="1329" y="129"/>
                    <a:pt x="1487" y="80"/>
                    <a:pt x="1616" y="80"/>
                  </a:cubicBezTo>
                  <a:cubicBezTo>
                    <a:pt x="1329" y="80"/>
                    <a:pt x="1081" y="40"/>
                    <a:pt x="833" y="40"/>
                  </a:cubicBezTo>
                  <a:cubicBezTo>
                    <a:pt x="545" y="1"/>
                    <a:pt x="298" y="1"/>
                    <a:pt x="0" y="1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6" name="Google Shape;1486;p1"/>
            <p:cNvSpPr/>
            <p:nvPr/>
          </p:nvSpPr>
          <p:spPr>
            <a:xfrm>
              <a:off x="3957637" y="3655825"/>
              <a:ext cx="62467" cy="9016"/>
            </a:xfrm>
            <a:custGeom>
              <a:rect b="b" l="l" r="r" t="t"/>
              <a:pathLst>
                <a:path extrusionOk="0" h="209" w="1448">
                  <a:moveTo>
                    <a:pt x="0" y="0"/>
                  </a:moveTo>
                  <a:cubicBezTo>
                    <a:pt x="248" y="89"/>
                    <a:pt x="496" y="129"/>
                    <a:pt x="704" y="169"/>
                  </a:cubicBezTo>
                  <a:cubicBezTo>
                    <a:pt x="823" y="169"/>
                    <a:pt x="952" y="169"/>
                    <a:pt x="1071" y="208"/>
                  </a:cubicBezTo>
                  <a:cubicBezTo>
                    <a:pt x="1200" y="208"/>
                    <a:pt x="1319" y="208"/>
                    <a:pt x="1448" y="169"/>
                  </a:cubicBezTo>
                  <a:cubicBezTo>
                    <a:pt x="1200" y="129"/>
                    <a:pt x="952" y="129"/>
                    <a:pt x="744" y="89"/>
                  </a:cubicBezTo>
                  <a:cubicBezTo>
                    <a:pt x="496" y="40"/>
                    <a:pt x="248" y="0"/>
                    <a:pt x="0" y="0"/>
                  </a:cubicBezTo>
                  <a:close/>
                </a:path>
              </a:pathLst>
            </a:custGeom>
            <a:solidFill>
              <a:srgbClr val="F2958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7" name="Google Shape;1487;p1"/>
            <p:cNvSpPr/>
            <p:nvPr/>
          </p:nvSpPr>
          <p:spPr>
            <a:xfrm>
              <a:off x="4133865" y="3060802"/>
              <a:ext cx="76617" cy="98014"/>
            </a:xfrm>
            <a:custGeom>
              <a:rect b="b" l="l" r="r" t="t"/>
              <a:pathLst>
                <a:path extrusionOk="0" h="2272" w="1776">
                  <a:moveTo>
                    <a:pt x="1616" y="1"/>
                  </a:moveTo>
                  <a:cubicBezTo>
                    <a:pt x="1616" y="1"/>
                    <a:pt x="992" y="1111"/>
                    <a:pt x="0" y="1240"/>
                  </a:cubicBezTo>
                  <a:lnTo>
                    <a:pt x="496" y="2271"/>
                  </a:lnTo>
                  <a:cubicBezTo>
                    <a:pt x="1656" y="1686"/>
                    <a:pt x="1775" y="536"/>
                    <a:pt x="1775" y="536"/>
                  </a:cubicBezTo>
                  <a:lnTo>
                    <a:pt x="161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8" name="Google Shape;1488;p1"/>
            <p:cNvSpPr/>
            <p:nvPr/>
          </p:nvSpPr>
          <p:spPr>
            <a:xfrm>
              <a:off x="4082097" y="3071501"/>
              <a:ext cx="51811" cy="83476"/>
            </a:xfrm>
            <a:custGeom>
              <a:rect b="b" l="l" r="r" t="t"/>
              <a:pathLst>
                <a:path extrusionOk="0" h="1935" w="1201">
                  <a:moveTo>
                    <a:pt x="298" y="1"/>
                  </a:moveTo>
                  <a:lnTo>
                    <a:pt x="1" y="615"/>
                  </a:lnTo>
                  <a:cubicBezTo>
                    <a:pt x="90" y="1438"/>
                    <a:pt x="705" y="1934"/>
                    <a:pt x="705" y="1934"/>
                  </a:cubicBezTo>
                  <a:lnTo>
                    <a:pt x="1200" y="992"/>
                  </a:lnTo>
                  <a:cubicBezTo>
                    <a:pt x="169" y="824"/>
                    <a:pt x="298" y="1"/>
                    <a:pt x="2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9" name="Google Shape;1489;p1"/>
            <p:cNvSpPr/>
            <p:nvPr/>
          </p:nvSpPr>
          <p:spPr>
            <a:xfrm>
              <a:off x="4907669" y="2994497"/>
              <a:ext cx="119368" cy="107505"/>
            </a:xfrm>
            <a:custGeom>
              <a:rect b="b" l="l" r="r" t="t"/>
              <a:pathLst>
                <a:path extrusionOk="0" h="2492" w="2767">
                  <a:moveTo>
                    <a:pt x="2429" y="1"/>
                  </a:moveTo>
                  <a:lnTo>
                    <a:pt x="159" y="209"/>
                  </a:lnTo>
                  <a:lnTo>
                    <a:pt x="0" y="1905"/>
                  </a:lnTo>
                  <a:cubicBezTo>
                    <a:pt x="0" y="1905"/>
                    <a:pt x="119" y="2361"/>
                    <a:pt x="1031" y="2480"/>
                  </a:cubicBezTo>
                  <a:cubicBezTo>
                    <a:pt x="1104" y="2488"/>
                    <a:pt x="1175" y="2492"/>
                    <a:pt x="1243" y="2492"/>
                  </a:cubicBezTo>
                  <a:cubicBezTo>
                    <a:pt x="2253" y="2492"/>
                    <a:pt x="2767" y="1657"/>
                    <a:pt x="2767" y="1657"/>
                  </a:cubicBezTo>
                  <a:lnTo>
                    <a:pt x="2429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0" name="Google Shape;1490;p1"/>
            <p:cNvSpPr/>
            <p:nvPr/>
          </p:nvSpPr>
          <p:spPr>
            <a:xfrm>
              <a:off x="4857627" y="2879745"/>
              <a:ext cx="163846" cy="155951"/>
            </a:xfrm>
            <a:custGeom>
              <a:rect b="b" l="l" r="r" t="t"/>
              <a:pathLst>
                <a:path extrusionOk="0" h="3615" w="3798">
                  <a:moveTo>
                    <a:pt x="2072" y="0"/>
                  </a:moveTo>
                  <a:cubicBezTo>
                    <a:pt x="1422" y="0"/>
                    <a:pt x="843" y="199"/>
                    <a:pt x="664" y="767"/>
                  </a:cubicBezTo>
                  <a:cubicBezTo>
                    <a:pt x="664" y="767"/>
                    <a:pt x="0" y="2909"/>
                    <a:pt x="952" y="3454"/>
                  </a:cubicBezTo>
                  <a:cubicBezTo>
                    <a:pt x="1150" y="3568"/>
                    <a:pt x="1377" y="3614"/>
                    <a:pt x="1611" y="3614"/>
                  </a:cubicBezTo>
                  <a:cubicBezTo>
                    <a:pt x="2394" y="3614"/>
                    <a:pt x="3250" y="3100"/>
                    <a:pt x="3342" y="2909"/>
                  </a:cubicBezTo>
                  <a:cubicBezTo>
                    <a:pt x="3431" y="2621"/>
                    <a:pt x="3798" y="351"/>
                    <a:pt x="3262" y="182"/>
                  </a:cubicBezTo>
                  <a:cubicBezTo>
                    <a:pt x="2888" y="74"/>
                    <a:pt x="2467" y="0"/>
                    <a:pt x="2072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1" name="Google Shape;1491;p1"/>
            <p:cNvSpPr/>
            <p:nvPr/>
          </p:nvSpPr>
          <p:spPr>
            <a:xfrm>
              <a:off x="4911077" y="3023184"/>
              <a:ext cx="67644" cy="24849"/>
            </a:xfrm>
            <a:custGeom>
              <a:rect b="b" l="l" r="r" t="t"/>
              <a:pathLst>
                <a:path extrusionOk="0" fill="none" h="576" w="1568">
                  <a:moveTo>
                    <a:pt x="0" y="328"/>
                  </a:moveTo>
                  <a:cubicBezTo>
                    <a:pt x="0" y="328"/>
                    <a:pt x="913" y="575"/>
                    <a:pt x="1567" y="0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2" name="Google Shape;1492;p1"/>
            <p:cNvSpPr/>
            <p:nvPr/>
          </p:nvSpPr>
          <p:spPr>
            <a:xfrm>
              <a:off x="4864011" y="2833370"/>
              <a:ext cx="175450" cy="175752"/>
            </a:xfrm>
            <a:custGeom>
              <a:rect b="b" l="l" r="r" t="t"/>
              <a:pathLst>
                <a:path extrusionOk="0" h="4074" w="4067">
                  <a:moveTo>
                    <a:pt x="688" y="0"/>
                  </a:moveTo>
                  <a:cubicBezTo>
                    <a:pt x="292" y="0"/>
                    <a:pt x="1" y="171"/>
                    <a:pt x="60" y="682"/>
                  </a:cubicBezTo>
                  <a:cubicBezTo>
                    <a:pt x="100" y="1059"/>
                    <a:pt x="60" y="1426"/>
                    <a:pt x="348" y="1634"/>
                  </a:cubicBezTo>
                  <a:cubicBezTo>
                    <a:pt x="516" y="1802"/>
                    <a:pt x="715" y="1961"/>
                    <a:pt x="1171" y="2050"/>
                  </a:cubicBezTo>
                  <a:cubicBezTo>
                    <a:pt x="1706" y="2130"/>
                    <a:pt x="2083" y="2050"/>
                    <a:pt x="2618" y="2169"/>
                  </a:cubicBezTo>
                  <a:cubicBezTo>
                    <a:pt x="2331" y="2546"/>
                    <a:pt x="2410" y="3240"/>
                    <a:pt x="2539" y="3329"/>
                  </a:cubicBezTo>
                  <a:cubicBezTo>
                    <a:pt x="2539" y="3369"/>
                    <a:pt x="2579" y="3409"/>
                    <a:pt x="2618" y="3409"/>
                  </a:cubicBezTo>
                  <a:cubicBezTo>
                    <a:pt x="2698" y="3409"/>
                    <a:pt x="2787" y="3329"/>
                    <a:pt x="2906" y="3290"/>
                  </a:cubicBezTo>
                  <a:lnTo>
                    <a:pt x="2906" y="3290"/>
                  </a:lnTo>
                  <a:cubicBezTo>
                    <a:pt x="2866" y="3448"/>
                    <a:pt x="2866" y="3577"/>
                    <a:pt x="2866" y="3736"/>
                  </a:cubicBezTo>
                  <a:cubicBezTo>
                    <a:pt x="2866" y="3865"/>
                    <a:pt x="2906" y="3944"/>
                    <a:pt x="2995" y="4033"/>
                  </a:cubicBezTo>
                  <a:cubicBezTo>
                    <a:pt x="3075" y="4073"/>
                    <a:pt x="3194" y="4073"/>
                    <a:pt x="3283" y="4073"/>
                  </a:cubicBezTo>
                  <a:cubicBezTo>
                    <a:pt x="3818" y="4033"/>
                    <a:pt x="3897" y="3240"/>
                    <a:pt x="3937" y="2873"/>
                  </a:cubicBezTo>
                  <a:cubicBezTo>
                    <a:pt x="4026" y="2497"/>
                    <a:pt x="4066" y="2169"/>
                    <a:pt x="4066" y="1802"/>
                  </a:cubicBezTo>
                  <a:cubicBezTo>
                    <a:pt x="4066" y="1594"/>
                    <a:pt x="4066" y="1386"/>
                    <a:pt x="3987" y="1217"/>
                  </a:cubicBezTo>
                  <a:cubicBezTo>
                    <a:pt x="3858" y="1009"/>
                    <a:pt x="3689" y="851"/>
                    <a:pt x="3531" y="722"/>
                  </a:cubicBezTo>
                  <a:cubicBezTo>
                    <a:pt x="3322" y="603"/>
                    <a:pt x="2331" y="563"/>
                    <a:pt x="2123" y="434"/>
                  </a:cubicBezTo>
                  <a:cubicBezTo>
                    <a:pt x="1764" y="236"/>
                    <a:pt x="1153" y="0"/>
                    <a:pt x="688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3" name="Google Shape;1493;p1"/>
            <p:cNvSpPr/>
            <p:nvPr/>
          </p:nvSpPr>
          <p:spPr>
            <a:xfrm>
              <a:off x="4975227" y="2957655"/>
              <a:ext cx="37100" cy="47756"/>
            </a:xfrm>
            <a:custGeom>
              <a:rect b="b" l="l" r="r" t="t"/>
              <a:pathLst>
                <a:path extrusionOk="0" h="1107" w="860">
                  <a:moveTo>
                    <a:pt x="515" y="1"/>
                  </a:moveTo>
                  <a:cubicBezTo>
                    <a:pt x="372" y="1"/>
                    <a:pt x="274" y="197"/>
                    <a:pt x="209" y="359"/>
                  </a:cubicBezTo>
                  <a:lnTo>
                    <a:pt x="1" y="736"/>
                  </a:lnTo>
                  <a:cubicBezTo>
                    <a:pt x="80" y="905"/>
                    <a:pt x="169" y="1063"/>
                    <a:pt x="328" y="1103"/>
                  </a:cubicBezTo>
                  <a:cubicBezTo>
                    <a:pt x="342" y="1105"/>
                    <a:pt x="357" y="1106"/>
                    <a:pt x="371" y="1106"/>
                  </a:cubicBezTo>
                  <a:cubicBezTo>
                    <a:pt x="682" y="1106"/>
                    <a:pt x="860" y="595"/>
                    <a:pt x="784" y="320"/>
                  </a:cubicBezTo>
                  <a:cubicBezTo>
                    <a:pt x="744" y="201"/>
                    <a:pt x="705" y="111"/>
                    <a:pt x="616" y="32"/>
                  </a:cubicBezTo>
                  <a:cubicBezTo>
                    <a:pt x="580" y="11"/>
                    <a:pt x="546" y="1"/>
                    <a:pt x="515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4" name="Google Shape;1494;p1"/>
            <p:cNvSpPr/>
            <p:nvPr/>
          </p:nvSpPr>
          <p:spPr>
            <a:xfrm>
              <a:off x="4889680" y="2946612"/>
              <a:ext cx="18033" cy="39387"/>
            </a:xfrm>
            <a:custGeom>
              <a:rect b="b" l="l" r="r" t="t"/>
              <a:pathLst>
                <a:path extrusionOk="0" fill="none" h="913" w="418">
                  <a:moveTo>
                    <a:pt x="368" y="0"/>
                  </a:moveTo>
                  <a:cubicBezTo>
                    <a:pt x="368" y="0"/>
                    <a:pt x="1" y="576"/>
                    <a:pt x="40" y="744"/>
                  </a:cubicBezTo>
                  <a:cubicBezTo>
                    <a:pt x="80" y="913"/>
                    <a:pt x="417" y="823"/>
                    <a:pt x="417" y="823"/>
                  </a:cubicBezTo>
                </a:path>
              </a:pathLst>
            </a:custGeom>
            <a:noFill/>
            <a:ln cap="flat" cmpd="sng" w="9525">
              <a:solidFill>
                <a:srgbClr val="F5A795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5" name="Google Shape;1495;p1"/>
            <p:cNvSpPr/>
            <p:nvPr/>
          </p:nvSpPr>
          <p:spPr>
            <a:xfrm>
              <a:off x="4886272" y="2994497"/>
              <a:ext cx="38955" cy="23598"/>
            </a:xfrm>
            <a:custGeom>
              <a:rect b="b" l="l" r="r" t="t"/>
              <a:pathLst>
                <a:path extrusionOk="0" h="547" w="903">
                  <a:moveTo>
                    <a:pt x="0" y="1"/>
                  </a:moveTo>
                  <a:cubicBezTo>
                    <a:pt x="0" y="1"/>
                    <a:pt x="40" y="546"/>
                    <a:pt x="496" y="546"/>
                  </a:cubicBezTo>
                  <a:cubicBezTo>
                    <a:pt x="903" y="546"/>
                    <a:pt x="903" y="51"/>
                    <a:pt x="903" y="51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6" name="Google Shape;1496;p1"/>
            <p:cNvSpPr/>
            <p:nvPr/>
          </p:nvSpPr>
          <p:spPr>
            <a:xfrm>
              <a:off x="4884934" y="2937380"/>
              <a:ext cx="7506" cy="11130"/>
            </a:xfrm>
            <a:custGeom>
              <a:rect b="b" l="l" r="r" t="t"/>
              <a:pathLst>
                <a:path extrusionOk="0" h="258" w="174">
                  <a:moveTo>
                    <a:pt x="114" y="0"/>
                  </a:moveTo>
                  <a:cubicBezTo>
                    <a:pt x="92" y="0"/>
                    <a:pt x="71" y="12"/>
                    <a:pt x="71" y="46"/>
                  </a:cubicBezTo>
                  <a:cubicBezTo>
                    <a:pt x="31" y="86"/>
                    <a:pt x="31" y="135"/>
                    <a:pt x="31" y="175"/>
                  </a:cubicBezTo>
                  <a:cubicBezTo>
                    <a:pt x="1" y="224"/>
                    <a:pt x="38" y="258"/>
                    <a:pt x="81" y="258"/>
                  </a:cubicBezTo>
                  <a:cubicBezTo>
                    <a:pt x="107" y="258"/>
                    <a:pt x="135" y="245"/>
                    <a:pt x="150" y="214"/>
                  </a:cubicBezTo>
                  <a:lnTo>
                    <a:pt x="150" y="46"/>
                  </a:lnTo>
                  <a:cubicBezTo>
                    <a:pt x="173" y="23"/>
                    <a:pt x="143" y="0"/>
                    <a:pt x="114" y="0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7" name="Google Shape;1497;p1"/>
            <p:cNvSpPr/>
            <p:nvPr/>
          </p:nvSpPr>
          <p:spPr>
            <a:xfrm>
              <a:off x="4884115" y="2917967"/>
              <a:ext cx="18033" cy="9016"/>
            </a:xfrm>
            <a:custGeom>
              <a:rect b="b" l="l" r="r" t="t"/>
              <a:pathLst>
                <a:path extrusionOk="0" fill="none" h="209" w="418">
                  <a:moveTo>
                    <a:pt x="417" y="208"/>
                  </a:moveTo>
                  <a:cubicBezTo>
                    <a:pt x="417" y="208"/>
                    <a:pt x="249" y="0"/>
                    <a:pt x="1" y="20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1"/>
            <p:cNvSpPr/>
            <p:nvPr/>
          </p:nvSpPr>
          <p:spPr>
            <a:xfrm>
              <a:off x="4936530" y="2948035"/>
              <a:ext cx="6687" cy="11173"/>
            </a:xfrm>
            <a:custGeom>
              <a:rect b="b" l="l" r="r" t="t"/>
              <a:pathLst>
                <a:path extrusionOk="0" h="259" w="155">
                  <a:moveTo>
                    <a:pt x="105" y="1"/>
                  </a:moveTo>
                  <a:cubicBezTo>
                    <a:pt x="89" y="1"/>
                    <a:pt x="75" y="13"/>
                    <a:pt x="75" y="47"/>
                  </a:cubicBezTo>
                  <a:cubicBezTo>
                    <a:pt x="25" y="86"/>
                    <a:pt x="25" y="136"/>
                    <a:pt x="25" y="176"/>
                  </a:cubicBezTo>
                  <a:cubicBezTo>
                    <a:pt x="1" y="225"/>
                    <a:pt x="41" y="259"/>
                    <a:pt x="84" y="259"/>
                  </a:cubicBezTo>
                  <a:cubicBezTo>
                    <a:pt x="111" y="259"/>
                    <a:pt x="139" y="246"/>
                    <a:pt x="154" y="215"/>
                  </a:cubicBezTo>
                  <a:lnTo>
                    <a:pt x="154" y="47"/>
                  </a:lnTo>
                  <a:cubicBezTo>
                    <a:pt x="154" y="24"/>
                    <a:pt x="128" y="1"/>
                    <a:pt x="105" y="1"/>
                  </a:cubicBezTo>
                  <a:close/>
                </a:path>
              </a:pathLst>
            </a:custGeom>
            <a:solidFill>
              <a:srgbClr val="21223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1"/>
            <p:cNvSpPr/>
            <p:nvPr/>
          </p:nvSpPr>
          <p:spPr>
            <a:xfrm>
              <a:off x="4935883" y="2928666"/>
              <a:ext cx="23123" cy="12424"/>
            </a:xfrm>
            <a:custGeom>
              <a:rect b="b" l="l" r="r" t="t"/>
              <a:pathLst>
                <a:path extrusionOk="0" fill="none" h="288" w="536">
                  <a:moveTo>
                    <a:pt x="1" y="89"/>
                  </a:moveTo>
                  <a:cubicBezTo>
                    <a:pt x="1" y="89"/>
                    <a:pt x="248" y="0"/>
                    <a:pt x="536" y="288"/>
                  </a:cubicBezTo>
                </a:path>
              </a:pathLst>
            </a:custGeom>
            <a:noFill/>
            <a:ln cap="rnd" cmpd="sng" w="9525">
              <a:solidFill>
                <a:srgbClr val="21223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1"/>
            <p:cNvSpPr/>
            <p:nvPr/>
          </p:nvSpPr>
          <p:spPr>
            <a:xfrm>
              <a:off x="4985925" y="4404339"/>
              <a:ext cx="313585" cy="413324"/>
            </a:xfrm>
            <a:custGeom>
              <a:rect b="b" l="l" r="r" t="t"/>
              <a:pathLst>
                <a:path extrusionOk="0" h="9581" w="7269">
                  <a:moveTo>
                    <a:pt x="2688" y="1"/>
                  </a:moveTo>
                  <a:lnTo>
                    <a:pt x="1" y="2767"/>
                  </a:lnTo>
                  <a:lnTo>
                    <a:pt x="3640" y="6367"/>
                  </a:lnTo>
                  <a:lnTo>
                    <a:pt x="2975" y="9212"/>
                  </a:lnTo>
                  <a:cubicBezTo>
                    <a:pt x="2936" y="9341"/>
                    <a:pt x="2975" y="9460"/>
                    <a:pt x="3055" y="9510"/>
                  </a:cubicBezTo>
                  <a:cubicBezTo>
                    <a:pt x="3108" y="9559"/>
                    <a:pt x="3166" y="9581"/>
                    <a:pt x="3222" y="9581"/>
                  </a:cubicBezTo>
                  <a:cubicBezTo>
                    <a:pt x="3302" y="9581"/>
                    <a:pt x="3379" y="9536"/>
                    <a:pt x="3431" y="9460"/>
                  </a:cubicBezTo>
                  <a:lnTo>
                    <a:pt x="7269" y="4631"/>
                  </a:lnTo>
                  <a:lnTo>
                    <a:pt x="5989" y="3679"/>
                  </a:lnTo>
                  <a:lnTo>
                    <a:pt x="2688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1"/>
            <p:cNvSpPr/>
            <p:nvPr/>
          </p:nvSpPr>
          <p:spPr>
            <a:xfrm>
              <a:off x="5108702" y="4561324"/>
              <a:ext cx="219453" cy="286148"/>
            </a:xfrm>
            <a:custGeom>
              <a:rect b="b" l="l" r="r" t="t"/>
              <a:pathLst>
                <a:path extrusionOk="0" h="6633" w="5087">
                  <a:moveTo>
                    <a:pt x="3143" y="1"/>
                  </a:moveTo>
                  <a:cubicBezTo>
                    <a:pt x="3143" y="1"/>
                    <a:pt x="2281" y="1855"/>
                    <a:pt x="794" y="2728"/>
                  </a:cubicBezTo>
                  <a:lnTo>
                    <a:pt x="0" y="5702"/>
                  </a:lnTo>
                  <a:cubicBezTo>
                    <a:pt x="0" y="5821"/>
                    <a:pt x="90" y="6029"/>
                    <a:pt x="209" y="6238"/>
                  </a:cubicBezTo>
                  <a:cubicBezTo>
                    <a:pt x="209" y="6238"/>
                    <a:pt x="604" y="6633"/>
                    <a:pt x="752" y="6633"/>
                  </a:cubicBezTo>
                  <a:cubicBezTo>
                    <a:pt x="770" y="6633"/>
                    <a:pt x="784" y="6627"/>
                    <a:pt x="794" y="6614"/>
                  </a:cubicBezTo>
                  <a:lnTo>
                    <a:pt x="5047" y="1201"/>
                  </a:lnTo>
                  <a:cubicBezTo>
                    <a:pt x="5087" y="1161"/>
                    <a:pt x="5087" y="1072"/>
                    <a:pt x="5047" y="1032"/>
                  </a:cubicBezTo>
                  <a:lnTo>
                    <a:pt x="3143" y="1"/>
                  </a:ln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1"/>
            <p:cNvSpPr/>
            <p:nvPr/>
          </p:nvSpPr>
          <p:spPr>
            <a:xfrm>
              <a:off x="5130100" y="4702045"/>
              <a:ext cx="34253" cy="5608"/>
            </a:xfrm>
            <a:custGeom>
              <a:rect b="b" l="l" r="r" t="t"/>
              <a:pathLst>
                <a:path extrusionOk="0" fill="none" h="130" w="794">
                  <a:moveTo>
                    <a:pt x="0" y="1"/>
                  </a:moveTo>
                  <a:cubicBezTo>
                    <a:pt x="298" y="1"/>
                    <a:pt x="545" y="41"/>
                    <a:pt x="793" y="130"/>
                  </a:cubicBezTo>
                </a:path>
              </a:pathLst>
            </a:custGeom>
            <a:noFill/>
            <a:ln cap="flat" cmpd="sng" w="9525">
              <a:solidFill>
                <a:srgbClr val="941D3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3" name="Google Shape;1503;p1"/>
            <p:cNvSpPr/>
            <p:nvPr/>
          </p:nvSpPr>
          <p:spPr>
            <a:xfrm>
              <a:off x="5128374" y="4720034"/>
              <a:ext cx="28688" cy="3451"/>
            </a:xfrm>
            <a:custGeom>
              <a:rect b="b" l="l" r="r" t="t"/>
              <a:pathLst>
                <a:path extrusionOk="0" fill="none" h="80" w="665">
                  <a:moveTo>
                    <a:pt x="0" y="0"/>
                  </a:moveTo>
                  <a:cubicBezTo>
                    <a:pt x="288" y="0"/>
                    <a:pt x="457" y="40"/>
                    <a:pt x="665" y="80"/>
                  </a:cubicBezTo>
                </a:path>
              </a:pathLst>
            </a:custGeom>
            <a:noFill/>
            <a:ln cap="flat" cmpd="sng" w="9525">
              <a:solidFill>
                <a:srgbClr val="941D3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4" name="Google Shape;1504;p1"/>
            <p:cNvSpPr/>
            <p:nvPr/>
          </p:nvSpPr>
          <p:spPr>
            <a:xfrm>
              <a:off x="5126649" y="4734140"/>
              <a:ext cx="24849" cy="3451"/>
            </a:xfrm>
            <a:custGeom>
              <a:rect b="b" l="l" r="r" t="t"/>
              <a:pathLst>
                <a:path extrusionOk="0" fill="none" h="80" w="576">
                  <a:moveTo>
                    <a:pt x="1" y="1"/>
                  </a:moveTo>
                  <a:cubicBezTo>
                    <a:pt x="169" y="1"/>
                    <a:pt x="417" y="40"/>
                    <a:pt x="576" y="80"/>
                  </a:cubicBezTo>
                </a:path>
              </a:pathLst>
            </a:custGeom>
            <a:noFill/>
            <a:ln cap="flat" cmpd="sng" w="9525">
              <a:solidFill>
                <a:srgbClr val="941D3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1"/>
            <p:cNvSpPr/>
            <p:nvPr/>
          </p:nvSpPr>
          <p:spPr>
            <a:xfrm>
              <a:off x="5124966" y="4596827"/>
              <a:ext cx="189083" cy="239168"/>
            </a:xfrm>
            <a:custGeom>
              <a:rect b="b" l="l" r="r" t="t"/>
              <a:pathLst>
                <a:path extrusionOk="0" fill="none" h="5544" w="4383">
                  <a:moveTo>
                    <a:pt x="4383" y="1"/>
                  </a:moveTo>
                  <a:lnTo>
                    <a:pt x="0" y="5543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1"/>
            <p:cNvSpPr/>
            <p:nvPr/>
          </p:nvSpPr>
          <p:spPr>
            <a:xfrm>
              <a:off x="5230185" y="4575473"/>
              <a:ext cx="42795" cy="89429"/>
            </a:xfrm>
            <a:custGeom>
              <a:rect b="b" l="l" r="r" t="t"/>
              <a:pathLst>
                <a:path extrusionOk="0" fill="none" h="2073" w="992">
                  <a:moveTo>
                    <a:pt x="992" y="0"/>
                  </a:moveTo>
                  <a:cubicBezTo>
                    <a:pt x="992" y="0"/>
                    <a:pt x="0" y="1368"/>
                    <a:pt x="704" y="2072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1"/>
            <p:cNvSpPr/>
            <p:nvPr/>
          </p:nvSpPr>
          <p:spPr>
            <a:xfrm>
              <a:off x="5115950" y="4780343"/>
              <a:ext cx="48403" cy="7334"/>
            </a:xfrm>
            <a:custGeom>
              <a:rect b="b" l="l" r="r" t="t"/>
              <a:pathLst>
                <a:path extrusionOk="0" fill="none" h="170" w="1122">
                  <a:moveTo>
                    <a:pt x="1" y="0"/>
                  </a:moveTo>
                  <a:cubicBezTo>
                    <a:pt x="1" y="0"/>
                    <a:pt x="784" y="50"/>
                    <a:pt x="1121" y="169"/>
                  </a:cubicBezTo>
                </a:path>
              </a:pathLst>
            </a:custGeom>
            <a:noFill/>
            <a:ln cap="flat" cmpd="sng" w="9525">
              <a:solidFill>
                <a:srgbClr val="941D34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8" name="Google Shape;1508;p1"/>
            <p:cNvSpPr/>
            <p:nvPr/>
          </p:nvSpPr>
          <p:spPr>
            <a:xfrm>
              <a:off x="4648872" y="3668206"/>
              <a:ext cx="543693" cy="987733"/>
            </a:xfrm>
            <a:custGeom>
              <a:rect b="b" l="l" r="r" t="t"/>
              <a:pathLst>
                <a:path extrusionOk="0" h="22896" w="12603">
                  <a:moveTo>
                    <a:pt x="3064" y="1"/>
                  </a:moveTo>
                  <a:cubicBezTo>
                    <a:pt x="3064" y="1"/>
                    <a:pt x="0" y="9589"/>
                    <a:pt x="665" y="12980"/>
                  </a:cubicBezTo>
                  <a:cubicBezTo>
                    <a:pt x="952" y="14546"/>
                    <a:pt x="2727" y="16113"/>
                    <a:pt x="4631" y="17898"/>
                  </a:cubicBezTo>
                  <a:cubicBezTo>
                    <a:pt x="7278" y="20377"/>
                    <a:pt x="10164" y="22895"/>
                    <a:pt x="10164" y="22895"/>
                  </a:cubicBezTo>
                  <a:lnTo>
                    <a:pt x="12603" y="18552"/>
                  </a:lnTo>
                  <a:cubicBezTo>
                    <a:pt x="12603" y="18552"/>
                    <a:pt x="6693" y="12851"/>
                    <a:pt x="6693" y="11651"/>
                  </a:cubicBezTo>
                  <a:cubicBezTo>
                    <a:pt x="6693" y="9837"/>
                    <a:pt x="9797" y="377"/>
                    <a:pt x="9797" y="377"/>
                  </a:cubicBezTo>
                  <a:lnTo>
                    <a:pt x="3064" y="1"/>
                  </a:ln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9" name="Google Shape;1509;p1"/>
            <p:cNvSpPr/>
            <p:nvPr/>
          </p:nvSpPr>
          <p:spPr>
            <a:xfrm>
              <a:off x="4894813" y="3878641"/>
              <a:ext cx="276355" cy="600638"/>
            </a:xfrm>
            <a:custGeom>
              <a:rect b="b" l="l" r="r" t="t"/>
              <a:pathLst>
                <a:path extrusionOk="0" fill="none" h="13923" w="6406">
                  <a:moveTo>
                    <a:pt x="2152" y="1"/>
                  </a:moveTo>
                  <a:cubicBezTo>
                    <a:pt x="2152" y="1"/>
                    <a:pt x="1" y="5742"/>
                    <a:pt x="249" y="6942"/>
                  </a:cubicBezTo>
                  <a:cubicBezTo>
                    <a:pt x="496" y="8102"/>
                    <a:pt x="6406" y="13922"/>
                    <a:pt x="6406" y="13922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0" name="Google Shape;1510;p1"/>
            <p:cNvSpPr/>
            <p:nvPr/>
          </p:nvSpPr>
          <p:spPr>
            <a:xfrm>
              <a:off x="4926910" y="4587854"/>
              <a:ext cx="278080" cy="303317"/>
            </a:xfrm>
            <a:custGeom>
              <a:rect b="b" l="l" r="r" t="t"/>
              <a:pathLst>
                <a:path extrusionOk="0" h="7031" w="6446">
                  <a:moveTo>
                    <a:pt x="2281" y="1"/>
                  </a:moveTo>
                  <a:lnTo>
                    <a:pt x="2856" y="5256"/>
                  </a:lnTo>
                  <a:lnTo>
                    <a:pt x="169" y="6446"/>
                  </a:lnTo>
                  <a:cubicBezTo>
                    <a:pt x="50" y="6495"/>
                    <a:pt x="0" y="6614"/>
                    <a:pt x="0" y="6693"/>
                  </a:cubicBezTo>
                  <a:cubicBezTo>
                    <a:pt x="0" y="6862"/>
                    <a:pt x="129" y="6991"/>
                    <a:pt x="248" y="6991"/>
                  </a:cubicBezTo>
                  <a:lnTo>
                    <a:pt x="6445" y="7031"/>
                  </a:lnTo>
                  <a:lnTo>
                    <a:pt x="6406" y="5454"/>
                  </a:lnTo>
                  <a:lnTo>
                    <a:pt x="6078" y="417"/>
                  </a:lnTo>
                  <a:lnTo>
                    <a:pt x="2281" y="1"/>
                  </a:lnTo>
                  <a:close/>
                </a:path>
              </a:pathLst>
            </a:custGeom>
            <a:solidFill>
              <a:srgbClr val="F9CAC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1"/>
            <p:cNvSpPr/>
            <p:nvPr/>
          </p:nvSpPr>
          <p:spPr>
            <a:xfrm>
              <a:off x="4911077" y="4814553"/>
              <a:ext cx="308451" cy="103148"/>
            </a:xfrm>
            <a:custGeom>
              <a:rect b="b" l="l" r="r" t="t"/>
              <a:pathLst>
                <a:path extrusionOk="0" h="2391" w="7150">
                  <a:moveTo>
                    <a:pt x="3223" y="1"/>
                  </a:moveTo>
                  <a:lnTo>
                    <a:pt x="367" y="1191"/>
                  </a:lnTo>
                  <a:cubicBezTo>
                    <a:pt x="248" y="1240"/>
                    <a:pt x="169" y="1488"/>
                    <a:pt x="80" y="1647"/>
                  </a:cubicBezTo>
                  <a:cubicBezTo>
                    <a:pt x="80" y="1686"/>
                    <a:pt x="0" y="2390"/>
                    <a:pt x="119" y="2390"/>
                  </a:cubicBezTo>
                  <a:lnTo>
                    <a:pt x="7021" y="2390"/>
                  </a:lnTo>
                  <a:cubicBezTo>
                    <a:pt x="7110" y="2390"/>
                    <a:pt x="7149" y="2311"/>
                    <a:pt x="7149" y="2271"/>
                  </a:cubicBezTo>
                  <a:lnTo>
                    <a:pt x="6812" y="120"/>
                  </a:lnTo>
                  <a:cubicBezTo>
                    <a:pt x="6812" y="120"/>
                    <a:pt x="6042" y="309"/>
                    <a:pt x="5083" y="309"/>
                  </a:cubicBezTo>
                  <a:cubicBezTo>
                    <a:pt x="4489" y="309"/>
                    <a:pt x="3823" y="236"/>
                    <a:pt x="3223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1"/>
            <p:cNvSpPr/>
            <p:nvPr/>
          </p:nvSpPr>
          <p:spPr>
            <a:xfrm>
              <a:off x="5023155" y="4818004"/>
              <a:ext cx="17989" cy="30371"/>
            </a:xfrm>
            <a:custGeom>
              <a:rect b="b" l="l" r="r" t="t"/>
              <a:pathLst>
                <a:path extrusionOk="0" fill="none" h="704" w="417">
                  <a:moveTo>
                    <a:pt x="0" y="0"/>
                  </a:moveTo>
                  <a:cubicBezTo>
                    <a:pt x="169" y="208"/>
                    <a:pt x="298" y="456"/>
                    <a:pt x="417" y="704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1"/>
            <p:cNvSpPr/>
            <p:nvPr/>
          </p:nvSpPr>
          <p:spPr>
            <a:xfrm>
              <a:off x="5007323" y="4828659"/>
              <a:ext cx="14150" cy="23166"/>
            </a:xfrm>
            <a:custGeom>
              <a:rect b="b" l="l" r="r" t="t"/>
              <a:pathLst>
                <a:path extrusionOk="0" fill="none" h="537" w="328">
                  <a:moveTo>
                    <a:pt x="0" y="1"/>
                  </a:moveTo>
                  <a:cubicBezTo>
                    <a:pt x="169" y="209"/>
                    <a:pt x="248" y="328"/>
                    <a:pt x="328" y="536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4" name="Google Shape;1514;p1"/>
            <p:cNvSpPr/>
            <p:nvPr/>
          </p:nvSpPr>
          <p:spPr>
            <a:xfrm>
              <a:off x="4994899" y="4833793"/>
              <a:ext cx="14193" cy="23598"/>
            </a:xfrm>
            <a:custGeom>
              <a:rect b="b" l="l" r="r" t="t"/>
              <a:pathLst>
                <a:path extrusionOk="0" fill="none" h="547" w="329">
                  <a:moveTo>
                    <a:pt x="1" y="1"/>
                  </a:moveTo>
                  <a:cubicBezTo>
                    <a:pt x="120" y="169"/>
                    <a:pt x="209" y="378"/>
                    <a:pt x="328" y="546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5" name="Google Shape;1515;p1"/>
            <p:cNvSpPr/>
            <p:nvPr/>
          </p:nvSpPr>
          <p:spPr>
            <a:xfrm>
              <a:off x="4912803" y="4896259"/>
              <a:ext cx="305000" cy="1769"/>
            </a:xfrm>
            <a:custGeom>
              <a:rect b="b" l="l" r="r" t="t"/>
              <a:pathLst>
                <a:path extrusionOk="0" fill="none" h="41" w="7070">
                  <a:moveTo>
                    <a:pt x="7070" y="40"/>
                  </a:moveTo>
                  <a:lnTo>
                    <a:pt x="0" y="1"/>
                  </a:ln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6" name="Google Shape;1516;p1"/>
            <p:cNvSpPr/>
            <p:nvPr/>
          </p:nvSpPr>
          <p:spPr>
            <a:xfrm>
              <a:off x="5132214" y="4851782"/>
              <a:ext cx="78342" cy="44520"/>
            </a:xfrm>
            <a:custGeom>
              <a:rect b="b" l="l" r="r" t="t"/>
              <a:pathLst>
                <a:path extrusionOk="0" fill="none" h="1032" w="1816">
                  <a:moveTo>
                    <a:pt x="1815" y="0"/>
                  </a:moveTo>
                  <a:cubicBezTo>
                    <a:pt x="1815" y="0"/>
                    <a:pt x="120" y="40"/>
                    <a:pt x="1" y="1032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1"/>
            <p:cNvSpPr/>
            <p:nvPr/>
          </p:nvSpPr>
          <p:spPr>
            <a:xfrm>
              <a:off x="4952147" y="4855190"/>
              <a:ext cx="24849" cy="41112"/>
            </a:xfrm>
            <a:custGeom>
              <a:rect b="b" l="l" r="r" t="t"/>
              <a:pathLst>
                <a:path extrusionOk="0" fill="none" h="953" w="576">
                  <a:moveTo>
                    <a:pt x="0" y="1"/>
                  </a:moveTo>
                  <a:cubicBezTo>
                    <a:pt x="0" y="1"/>
                    <a:pt x="456" y="665"/>
                    <a:pt x="575" y="953"/>
                  </a:cubicBezTo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1"/>
            <p:cNvSpPr/>
            <p:nvPr/>
          </p:nvSpPr>
          <p:spPr>
            <a:xfrm>
              <a:off x="4761381" y="3696851"/>
              <a:ext cx="76574" cy="53537"/>
            </a:xfrm>
            <a:custGeom>
              <a:rect b="b" l="l" r="r" t="t"/>
              <a:pathLst>
                <a:path extrusionOk="0" fill="none" h="1241" w="1775">
                  <a:moveTo>
                    <a:pt x="1775" y="1"/>
                  </a:moveTo>
                  <a:cubicBezTo>
                    <a:pt x="1656" y="1240"/>
                    <a:pt x="0" y="1201"/>
                    <a:pt x="0" y="1201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9" name="Google Shape;1519;p1"/>
            <p:cNvSpPr/>
            <p:nvPr/>
          </p:nvSpPr>
          <p:spPr>
            <a:xfrm>
              <a:off x="4935883" y="3657508"/>
              <a:ext cx="297752" cy="1130182"/>
            </a:xfrm>
            <a:custGeom>
              <a:rect b="b" l="l" r="r" t="t"/>
              <a:pathLst>
                <a:path extrusionOk="0" h="26198" w="6902">
                  <a:moveTo>
                    <a:pt x="6654" y="1"/>
                  </a:moveTo>
                  <a:lnTo>
                    <a:pt x="40" y="249"/>
                  </a:lnTo>
                  <a:cubicBezTo>
                    <a:pt x="1" y="4800"/>
                    <a:pt x="1577" y="26157"/>
                    <a:pt x="1577" y="26157"/>
                  </a:cubicBezTo>
                  <a:lnTo>
                    <a:pt x="6902" y="26197"/>
                  </a:lnTo>
                  <a:lnTo>
                    <a:pt x="6485" y="3600"/>
                  </a:lnTo>
                  <a:cubicBezTo>
                    <a:pt x="6485" y="3521"/>
                    <a:pt x="6535" y="3471"/>
                    <a:pt x="6535" y="3392"/>
                  </a:cubicBezTo>
                  <a:cubicBezTo>
                    <a:pt x="6614" y="3065"/>
                    <a:pt x="6862" y="1736"/>
                    <a:pt x="6654" y="1"/>
                  </a:cubicBezTo>
                  <a:close/>
                </a:path>
              </a:pathLst>
            </a:custGeom>
            <a:solidFill>
              <a:srgbClr val="4B54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0" name="Google Shape;1520;p1"/>
            <p:cNvSpPr/>
            <p:nvPr/>
          </p:nvSpPr>
          <p:spPr>
            <a:xfrm>
              <a:off x="5180142" y="3673771"/>
              <a:ext cx="28688" cy="1113918"/>
            </a:xfrm>
            <a:custGeom>
              <a:rect b="b" l="l" r="r" t="t"/>
              <a:pathLst>
                <a:path extrusionOk="0" fill="none" h="25821" w="665">
                  <a:moveTo>
                    <a:pt x="208" y="1"/>
                  </a:moveTo>
                  <a:cubicBezTo>
                    <a:pt x="288" y="1527"/>
                    <a:pt x="0" y="2192"/>
                    <a:pt x="40" y="3094"/>
                  </a:cubicBezTo>
                  <a:cubicBezTo>
                    <a:pt x="665" y="14051"/>
                    <a:pt x="575" y="25820"/>
                    <a:pt x="575" y="25820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1" name="Google Shape;1521;p1"/>
            <p:cNvSpPr/>
            <p:nvPr/>
          </p:nvSpPr>
          <p:spPr>
            <a:xfrm>
              <a:off x="4937608" y="3686195"/>
              <a:ext cx="50086" cy="880315"/>
            </a:xfrm>
            <a:custGeom>
              <a:rect b="b" l="l" r="r" t="t"/>
              <a:pathLst>
                <a:path extrusionOk="0" fill="none" h="20406" w="1161">
                  <a:moveTo>
                    <a:pt x="0" y="0"/>
                  </a:moveTo>
                  <a:cubicBezTo>
                    <a:pt x="169" y="5533"/>
                    <a:pt x="1160" y="20406"/>
                    <a:pt x="1160" y="20406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2" name="Google Shape;1522;p1"/>
            <p:cNvSpPr/>
            <p:nvPr/>
          </p:nvSpPr>
          <p:spPr>
            <a:xfrm>
              <a:off x="5069790" y="3696851"/>
              <a:ext cx="110395" cy="73209"/>
            </a:xfrm>
            <a:custGeom>
              <a:rect b="b" l="l" r="r" t="t"/>
              <a:pathLst>
                <a:path extrusionOk="0" fill="none" h="1697" w="2559">
                  <a:moveTo>
                    <a:pt x="0" y="1"/>
                  </a:moveTo>
                  <a:cubicBezTo>
                    <a:pt x="456" y="1369"/>
                    <a:pt x="2558" y="1696"/>
                    <a:pt x="2558" y="1696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3" name="Google Shape;1523;p1"/>
            <p:cNvSpPr/>
            <p:nvPr/>
          </p:nvSpPr>
          <p:spPr>
            <a:xfrm>
              <a:off x="4905512" y="3696851"/>
              <a:ext cx="35979" cy="117686"/>
            </a:xfrm>
            <a:custGeom>
              <a:rect b="b" l="l" r="r" t="t"/>
              <a:pathLst>
                <a:path extrusionOk="0" fill="none" h="2728" w="834">
                  <a:moveTo>
                    <a:pt x="129" y="1"/>
                  </a:moveTo>
                  <a:cubicBezTo>
                    <a:pt x="1" y="1369"/>
                    <a:pt x="90" y="2272"/>
                    <a:pt x="169" y="2480"/>
                  </a:cubicBezTo>
                  <a:cubicBezTo>
                    <a:pt x="209" y="2609"/>
                    <a:pt x="586" y="2648"/>
                    <a:pt x="833" y="2728"/>
                  </a:cubicBez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4" name="Google Shape;1524;p1"/>
            <p:cNvSpPr/>
            <p:nvPr/>
          </p:nvSpPr>
          <p:spPr>
            <a:xfrm>
              <a:off x="5000032" y="4737549"/>
              <a:ext cx="233603" cy="43"/>
            </a:xfrm>
            <a:custGeom>
              <a:rect b="b" l="l" r="r" t="t"/>
              <a:pathLst>
                <a:path extrusionOk="0" fill="none" h="1" w="5415">
                  <a:moveTo>
                    <a:pt x="1" y="1"/>
                  </a:moveTo>
                  <a:lnTo>
                    <a:pt x="5415" y="1"/>
                  </a:lnTo>
                </a:path>
              </a:pathLst>
            </a:custGeom>
            <a:noFill/>
            <a:ln cap="flat" cmpd="sng" w="9525">
              <a:solidFill>
                <a:srgbClr val="94A2D3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5" name="Google Shape;1525;p1"/>
            <p:cNvSpPr/>
            <p:nvPr/>
          </p:nvSpPr>
          <p:spPr>
            <a:xfrm>
              <a:off x="4461945" y="3117703"/>
              <a:ext cx="379459" cy="394127"/>
            </a:xfrm>
            <a:custGeom>
              <a:rect b="b" l="l" r="r" t="t"/>
              <a:pathLst>
                <a:path extrusionOk="0" h="9136" w="8796">
                  <a:moveTo>
                    <a:pt x="2102" y="1"/>
                  </a:moveTo>
                  <a:lnTo>
                    <a:pt x="0" y="1240"/>
                  </a:lnTo>
                  <a:cubicBezTo>
                    <a:pt x="0" y="1240"/>
                    <a:pt x="2975" y="6614"/>
                    <a:pt x="4333" y="8220"/>
                  </a:cubicBezTo>
                  <a:cubicBezTo>
                    <a:pt x="4757" y="8678"/>
                    <a:pt x="5151" y="9135"/>
                    <a:pt x="5721" y="9135"/>
                  </a:cubicBezTo>
                  <a:cubicBezTo>
                    <a:pt x="5818" y="9135"/>
                    <a:pt x="5920" y="9122"/>
                    <a:pt x="6029" y="9093"/>
                  </a:cubicBezTo>
                  <a:cubicBezTo>
                    <a:pt x="7556" y="8716"/>
                    <a:pt x="8795" y="3392"/>
                    <a:pt x="8795" y="3392"/>
                  </a:cubicBezTo>
                  <a:lnTo>
                    <a:pt x="6366" y="1528"/>
                  </a:lnTo>
                  <a:lnTo>
                    <a:pt x="5573" y="3838"/>
                  </a:lnTo>
                  <a:lnTo>
                    <a:pt x="2102" y="1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6" name="Google Shape;1526;p1"/>
            <p:cNvSpPr/>
            <p:nvPr/>
          </p:nvSpPr>
          <p:spPr>
            <a:xfrm>
              <a:off x="4763064" y="3065936"/>
              <a:ext cx="495377" cy="638256"/>
            </a:xfrm>
            <a:custGeom>
              <a:rect b="b" l="l" r="r" t="t"/>
              <a:pathLst>
                <a:path extrusionOk="0" h="14795" w="11483">
                  <a:moveTo>
                    <a:pt x="6119" y="1"/>
                  </a:moveTo>
                  <a:cubicBezTo>
                    <a:pt x="6119" y="1"/>
                    <a:pt x="5454" y="626"/>
                    <a:pt x="4592" y="626"/>
                  </a:cubicBezTo>
                  <a:cubicBezTo>
                    <a:pt x="3511" y="626"/>
                    <a:pt x="3352" y="249"/>
                    <a:pt x="3352" y="249"/>
                  </a:cubicBezTo>
                  <a:cubicBezTo>
                    <a:pt x="3352" y="249"/>
                    <a:pt x="784" y="1072"/>
                    <a:pt x="497" y="4750"/>
                  </a:cubicBezTo>
                  <a:cubicBezTo>
                    <a:pt x="1" y="10412"/>
                    <a:pt x="1" y="14795"/>
                    <a:pt x="1" y="14795"/>
                  </a:cubicBezTo>
                  <a:lnTo>
                    <a:pt x="10947" y="14795"/>
                  </a:lnTo>
                  <a:cubicBezTo>
                    <a:pt x="10947" y="14795"/>
                    <a:pt x="11483" y="1121"/>
                    <a:pt x="6119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7" name="Google Shape;1527;p1"/>
            <p:cNvSpPr/>
            <p:nvPr/>
          </p:nvSpPr>
          <p:spPr>
            <a:xfrm>
              <a:off x="4846928" y="3283229"/>
              <a:ext cx="402971" cy="316000"/>
            </a:xfrm>
            <a:custGeom>
              <a:rect b="b" l="l" r="r" t="t"/>
              <a:pathLst>
                <a:path extrusionOk="0" h="7325" w="9341">
                  <a:moveTo>
                    <a:pt x="9211" y="1"/>
                  </a:moveTo>
                  <a:lnTo>
                    <a:pt x="5245" y="169"/>
                  </a:lnTo>
                  <a:cubicBezTo>
                    <a:pt x="5245" y="169"/>
                    <a:pt x="5493" y="3640"/>
                    <a:pt x="5077" y="3848"/>
                  </a:cubicBezTo>
                  <a:cubicBezTo>
                    <a:pt x="4789" y="4056"/>
                    <a:pt x="40" y="4552"/>
                    <a:pt x="40" y="4552"/>
                  </a:cubicBezTo>
                  <a:lnTo>
                    <a:pt x="0" y="7239"/>
                  </a:lnTo>
                  <a:cubicBezTo>
                    <a:pt x="0" y="7239"/>
                    <a:pt x="1260" y="7324"/>
                    <a:pt x="2828" y="7324"/>
                  </a:cubicBezTo>
                  <a:cubicBezTo>
                    <a:pt x="5193" y="7324"/>
                    <a:pt x="8260" y="7130"/>
                    <a:pt x="8755" y="6158"/>
                  </a:cubicBezTo>
                  <a:cubicBezTo>
                    <a:pt x="9340" y="5048"/>
                    <a:pt x="9211" y="2361"/>
                    <a:pt x="9211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1"/>
            <p:cNvSpPr/>
            <p:nvPr/>
          </p:nvSpPr>
          <p:spPr>
            <a:xfrm>
              <a:off x="4693780" y="3073658"/>
              <a:ext cx="213931" cy="238305"/>
            </a:xfrm>
            <a:custGeom>
              <a:rect b="b" l="l" r="r" t="t"/>
              <a:pathLst>
                <a:path extrusionOk="0" h="5524" w="4959">
                  <a:moveTo>
                    <a:pt x="4048" y="1"/>
                  </a:moveTo>
                  <a:cubicBezTo>
                    <a:pt x="2757" y="1"/>
                    <a:pt x="1709" y="451"/>
                    <a:pt x="1240" y="1388"/>
                  </a:cubicBezTo>
                  <a:cubicBezTo>
                    <a:pt x="744" y="2430"/>
                    <a:pt x="0" y="4284"/>
                    <a:pt x="0" y="4284"/>
                  </a:cubicBezTo>
                  <a:lnTo>
                    <a:pt x="4006" y="5523"/>
                  </a:lnTo>
                  <a:lnTo>
                    <a:pt x="4958" y="70"/>
                  </a:lnTo>
                  <a:cubicBezTo>
                    <a:pt x="4645" y="24"/>
                    <a:pt x="4340" y="1"/>
                    <a:pt x="4048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9" name="Google Shape;1529;p1"/>
            <p:cNvSpPr/>
            <p:nvPr/>
          </p:nvSpPr>
          <p:spPr>
            <a:xfrm>
              <a:off x="4721994" y="3472310"/>
              <a:ext cx="203233" cy="139040"/>
            </a:xfrm>
            <a:custGeom>
              <a:rect b="b" l="l" r="r" t="t"/>
              <a:pathLst>
                <a:path extrusionOk="0" h="3223" w="4711">
                  <a:moveTo>
                    <a:pt x="4711" y="0"/>
                  </a:moveTo>
                  <a:lnTo>
                    <a:pt x="4711" y="0"/>
                  </a:lnTo>
                  <a:cubicBezTo>
                    <a:pt x="4710" y="0"/>
                    <a:pt x="2152" y="169"/>
                    <a:pt x="992" y="328"/>
                  </a:cubicBezTo>
                  <a:cubicBezTo>
                    <a:pt x="626" y="377"/>
                    <a:pt x="209" y="536"/>
                    <a:pt x="378" y="873"/>
                  </a:cubicBezTo>
                  <a:cubicBezTo>
                    <a:pt x="90" y="1032"/>
                    <a:pt x="41" y="1319"/>
                    <a:pt x="249" y="1567"/>
                  </a:cubicBezTo>
                  <a:cubicBezTo>
                    <a:pt x="1" y="1775"/>
                    <a:pt x="41" y="2152"/>
                    <a:pt x="338" y="2271"/>
                  </a:cubicBezTo>
                  <a:cubicBezTo>
                    <a:pt x="130" y="2400"/>
                    <a:pt x="41" y="2648"/>
                    <a:pt x="288" y="2896"/>
                  </a:cubicBezTo>
                  <a:cubicBezTo>
                    <a:pt x="457" y="3015"/>
                    <a:pt x="913" y="3223"/>
                    <a:pt x="1161" y="3223"/>
                  </a:cubicBezTo>
                  <a:cubicBezTo>
                    <a:pt x="1369" y="3223"/>
                    <a:pt x="1161" y="2896"/>
                    <a:pt x="913" y="2727"/>
                  </a:cubicBezTo>
                  <a:cubicBezTo>
                    <a:pt x="979" y="2719"/>
                    <a:pt x="1056" y="2716"/>
                    <a:pt x="1138" y="2716"/>
                  </a:cubicBezTo>
                  <a:cubicBezTo>
                    <a:pt x="1465" y="2716"/>
                    <a:pt x="1865" y="2767"/>
                    <a:pt x="1865" y="2767"/>
                  </a:cubicBezTo>
                  <a:lnTo>
                    <a:pt x="3471" y="2896"/>
                  </a:lnTo>
                  <a:lnTo>
                    <a:pt x="4711" y="0"/>
                  </a:ln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0" name="Google Shape;1530;p1"/>
            <p:cNvSpPr/>
            <p:nvPr/>
          </p:nvSpPr>
          <p:spPr>
            <a:xfrm>
              <a:off x="4736532" y="3561263"/>
              <a:ext cx="32139" cy="9016"/>
            </a:xfrm>
            <a:custGeom>
              <a:rect b="b" l="l" r="r" t="t"/>
              <a:pathLst>
                <a:path extrusionOk="0" h="209" w="745">
                  <a:moveTo>
                    <a:pt x="368" y="1"/>
                  </a:moveTo>
                  <a:cubicBezTo>
                    <a:pt x="289" y="50"/>
                    <a:pt x="199" y="50"/>
                    <a:pt x="160" y="90"/>
                  </a:cubicBezTo>
                  <a:cubicBezTo>
                    <a:pt x="80" y="130"/>
                    <a:pt x="41" y="169"/>
                    <a:pt x="1" y="209"/>
                  </a:cubicBezTo>
                  <a:cubicBezTo>
                    <a:pt x="120" y="169"/>
                    <a:pt x="249" y="130"/>
                    <a:pt x="368" y="90"/>
                  </a:cubicBezTo>
                  <a:cubicBezTo>
                    <a:pt x="497" y="90"/>
                    <a:pt x="616" y="50"/>
                    <a:pt x="745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1" name="Google Shape;1531;p1"/>
            <p:cNvSpPr/>
            <p:nvPr/>
          </p:nvSpPr>
          <p:spPr>
            <a:xfrm>
              <a:off x="4731010" y="3531325"/>
              <a:ext cx="32096" cy="8628"/>
            </a:xfrm>
            <a:custGeom>
              <a:rect b="b" l="l" r="r" t="t"/>
              <a:pathLst>
                <a:path extrusionOk="0" h="200" w="744">
                  <a:moveTo>
                    <a:pt x="536" y="1"/>
                  </a:moveTo>
                  <a:cubicBezTo>
                    <a:pt x="496" y="1"/>
                    <a:pt x="417" y="1"/>
                    <a:pt x="377" y="40"/>
                  </a:cubicBezTo>
                  <a:cubicBezTo>
                    <a:pt x="288" y="40"/>
                    <a:pt x="208" y="80"/>
                    <a:pt x="169" y="80"/>
                  </a:cubicBezTo>
                  <a:cubicBezTo>
                    <a:pt x="79" y="120"/>
                    <a:pt x="40" y="159"/>
                    <a:pt x="0" y="199"/>
                  </a:cubicBezTo>
                  <a:cubicBezTo>
                    <a:pt x="129" y="159"/>
                    <a:pt x="248" y="120"/>
                    <a:pt x="377" y="120"/>
                  </a:cubicBezTo>
                  <a:cubicBezTo>
                    <a:pt x="496" y="80"/>
                    <a:pt x="625" y="80"/>
                    <a:pt x="744" y="40"/>
                  </a:cubicBezTo>
                  <a:cubicBezTo>
                    <a:pt x="704" y="1"/>
                    <a:pt x="625" y="1"/>
                    <a:pt x="536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2" name="Google Shape;1532;p1"/>
            <p:cNvSpPr/>
            <p:nvPr/>
          </p:nvSpPr>
          <p:spPr>
            <a:xfrm>
              <a:off x="4738258" y="3503629"/>
              <a:ext cx="33822" cy="6342"/>
            </a:xfrm>
            <a:custGeom>
              <a:rect b="b" l="l" r="r" t="t"/>
              <a:pathLst>
                <a:path extrusionOk="0" h="147" w="784">
                  <a:moveTo>
                    <a:pt x="524" y="0"/>
                  </a:moveTo>
                  <a:cubicBezTo>
                    <a:pt x="482" y="0"/>
                    <a:pt x="427" y="18"/>
                    <a:pt x="368" y="18"/>
                  </a:cubicBezTo>
                  <a:cubicBezTo>
                    <a:pt x="328" y="18"/>
                    <a:pt x="249" y="58"/>
                    <a:pt x="209" y="58"/>
                  </a:cubicBezTo>
                  <a:cubicBezTo>
                    <a:pt x="120" y="97"/>
                    <a:pt x="80" y="97"/>
                    <a:pt x="1" y="147"/>
                  </a:cubicBezTo>
                  <a:lnTo>
                    <a:pt x="407" y="97"/>
                  </a:lnTo>
                  <a:cubicBezTo>
                    <a:pt x="536" y="58"/>
                    <a:pt x="655" y="58"/>
                    <a:pt x="784" y="18"/>
                  </a:cubicBezTo>
                  <a:lnTo>
                    <a:pt x="576" y="18"/>
                  </a:lnTo>
                  <a:cubicBezTo>
                    <a:pt x="563" y="5"/>
                    <a:pt x="545" y="0"/>
                    <a:pt x="524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1"/>
            <p:cNvSpPr/>
            <p:nvPr/>
          </p:nvSpPr>
          <p:spPr>
            <a:xfrm>
              <a:off x="5026995" y="3065677"/>
              <a:ext cx="233603" cy="269366"/>
            </a:xfrm>
            <a:custGeom>
              <a:rect b="b" l="l" r="r" t="t"/>
              <a:pathLst>
                <a:path extrusionOk="0" h="6244" w="5415">
                  <a:moveTo>
                    <a:pt x="290" y="1"/>
                  </a:moveTo>
                  <a:cubicBezTo>
                    <a:pt x="108" y="1"/>
                    <a:pt x="1" y="7"/>
                    <a:pt x="1" y="7"/>
                  </a:cubicBezTo>
                  <a:lnTo>
                    <a:pt x="704" y="3477"/>
                  </a:lnTo>
                  <a:lnTo>
                    <a:pt x="903" y="6244"/>
                  </a:lnTo>
                  <a:lnTo>
                    <a:pt x="5414" y="5956"/>
                  </a:lnTo>
                  <a:cubicBezTo>
                    <a:pt x="5414" y="5956"/>
                    <a:pt x="5325" y="3606"/>
                    <a:pt x="4542" y="1821"/>
                  </a:cubicBezTo>
                  <a:cubicBezTo>
                    <a:pt x="3826" y="144"/>
                    <a:pt x="1175" y="1"/>
                    <a:pt x="290" y="1"/>
                  </a:cubicBezTo>
                  <a:close/>
                </a:path>
              </a:pathLst>
            </a:custGeom>
            <a:solidFill>
              <a:srgbClr val="EC646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1"/>
            <p:cNvSpPr/>
            <p:nvPr/>
          </p:nvSpPr>
          <p:spPr>
            <a:xfrm>
              <a:off x="5057365" y="3226371"/>
              <a:ext cx="8585" cy="108670"/>
            </a:xfrm>
            <a:custGeom>
              <a:rect b="b" l="l" r="r" t="t"/>
              <a:pathLst>
                <a:path extrusionOk="0" fill="none" h="2519" w="199">
                  <a:moveTo>
                    <a:pt x="199" y="2519"/>
                  </a:moveTo>
                  <a:cubicBezTo>
                    <a:pt x="80" y="952"/>
                    <a:pt x="0" y="0"/>
                    <a:pt x="0" y="0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1"/>
            <p:cNvSpPr/>
            <p:nvPr/>
          </p:nvSpPr>
          <p:spPr>
            <a:xfrm>
              <a:off x="4782735" y="3181851"/>
              <a:ext cx="23166" cy="105305"/>
            </a:xfrm>
            <a:custGeom>
              <a:rect b="b" l="l" r="r" t="t"/>
              <a:pathLst>
                <a:path extrusionOk="0" fill="none" h="2441" w="537">
                  <a:moveTo>
                    <a:pt x="1" y="2440"/>
                  </a:moveTo>
                  <a:cubicBezTo>
                    <a:pt x="1" y="2440"/>
                    <a:pt x="209" y="576"/>
                    <a:pt x="536" y="1"/>
                  </a:cubicBezTo>
                </a:path>
              </a:pathLst>
            </a:custGeom>
            <a:noFill/>
            <a:ln cap="flat" cmpd="sng" w="9525">
              <a:solidFill>
                <a:srgbClr val="444F9D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1"/>
            <p:cNvSpPr/>
            <p:nvPr/>
          </p:nvSpPr>
          <p:spPr>
            <a:xfrm>
              <a:off x="4702322" y="3283229"/>
              <a:ext cx="50086" cy="85590"/>
            </a:xfrm>
            <a:custGeom>
              <a:rect b="b" l="l" r="r" t="t"/>
              <a:pathLst>
                <a:path extrusionOk="0" fill="none" h="1984" w="1161">
                  <a:moveTo>
                    <a:pt x="1" y="1"/>
                  </a:moveTo>
                  <a:cubicBezTo>
                    <a:pt x="1" y="1"/>
                    <a:pt x="1042" y="1201"/>
                    <a:pt x="1161" y="1984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1"/>
            <p:cNvSpPr/>
            <p:nvPr/>
          </p:nvSpPr>
          <p:spPr>
            <a:xfrm>
              <a:off x="4411903" y="3031985"/>
              <a:ext cx="192534" cy="223077"/>
            </a:xfrm>
            <a:custGeom>
              <a:rect b="b" l="l" r="r" t="t"/>
              <a:pathLst>
                <a:path extrusionOk="0" h="5171" w="4463">
                  <a:moveTo>
                    <a:pt x="1097" y="1"/>
                  </a:moveTo>
                  <a:cubicBezTo>
                    <a:pt x="1091" y="1"/>
                    <a:pt x="1086" y="2"/>
                    <a:pt x="1081" y="5"/>
                  </a:cubicBezTo>
                  <a:cubicBezTo>
                    <a:pt x="833" y="124"/>
                    <a:pt x="1735" y="1363"/>
                    <a:pt x="1735" y="1363"/>
                  </a:cubicBezTo>
                  <a:cubicBezTo>
                    <a:pt x="1735" y="1363"/>
                    <a:pt x="789" y="198"/>
                    <a:pt x="503" y="198"/>
                  </a:cubicBezTo>
                  <a:cubicBezTo>
                    <a:pt x="484" y="198"/>
                    <a:pt x="469" y="203"/>
                    <a:pt x="456" y="213"/>
                  </a:cubicBezTo>
                  <a:cubicBezTo>
                    <a:pt x="337" y="332"/>
                    <a:pt x="1121" y="1363"/>
                    <a:pt x="1369" y="1819"/>
                  </a:cubicBezTo>
                  <a:cubicBezTo>
                    <a:pt x="1059" y="1400"/>
                    <a:pt x="515" y="813"/>
                    <a:pt x="328" y="813"/>
                  </a:cubicBezTo>
                  <a:cubicBezTo>
                    <a:pt x="312" y="813"/>
                    <a:pt x="298" y="818"/>
                    <a:pt x="288" y="828"/>
                  </a:cubicBezTo>
                  <a:cubicBezTo>
                    <a:pt x="169" y="956"/>
                    <a:pt x="665" y="1700"/>
                    <a:pt x="1031" y="2275"/>
                  </a:cubicBezTo>
                  <a:cubicBezTo>
                    <a:pt x="801" y="1971"/>
                    <a:pt x="321" y="1443"/>
                    <a:pt x="160" y="1443"/>
                  </a:cubicBezTo>
                  <a:cubicBezTo>
                    <a:pt x="148" y="1443"/>
                    <a:pt x="137" y="1446"/>
                    <a:pt x="129" y="1452"/>
                  </a:cubicBezTo>
                  <a:cubicBezTo>
                    <a:pt x="0" y="1571"/>
                    <a:pt x="1160" y="3435"/>
                    <a:pt x="2271" y="5170"/>
                  </a:cubicBezTo>
                  <a:lnTo>
                    <a:pt x="4462" y="3306"/>
                  </a:lnTo>
                  <a:cubicBezTo>
                    <a:pt x="3853" y="2569"/>
                    <a:pt x="2346" y="292"/>
                    <a:pt x="2118" y="292"/>
                  </a:cubicBezTo>
                  <a:cubicBezTo>
                    <a:pt x="2116" y="292"/>
                    <a:pt x="2114" y="292"/>
                    <a:pt x="2112" y="292"/>
                  </a:cubicBezTo>
                  <a:cubicBezTo>
                    <a:pt x="1944" y="332"/>
                    <a:pt x="2439" y="1204"/>
                    <a:pt x="2271" y="1204"/>
                  </a:cubicBezTo>
                  <a:cubicBezTo>
                    <a:pt x="2117" y="1204"/>
                    <a:pt x="1292" y="1"/>
                    <a:pt x="1097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1"/>
            <p:cNvSpPr/>
            <p:nvPr/>
          </p:nvSpPr>
          <p:spPr>
            <a:xfrm>
              <a:off x="4472644" y="3139100"/>
              <a:ext cx="39387" cy="32139"/>
            </a:xfrm>
            <a:custGeom>
              <a:rect b="b" l="l" r="r" t="t"/>
              <a:pathLst>
                <a:path extrusionOk="0" fill="none" h="745" w="913">
                  <a:moveTo>
                    <a:pt x="0" y="0"/>
                  </a:moveTo>
                  <a:cubicBezTo>
                    <a:pt x="367" y="169"/>
                    <a:pt x="704" y="417"/>
                    <a:pt x="912" y="744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1"/>
            <p:cNvSpPr/>
            <p:nvPr/>
          </p:nvSpPr>
          <p:spPr>
            <a:xfrm>
              <a:off x="4517122" y="3099757"/>
              <a:ext cx="24849" cy="44520"/>
            </a:xfrm>
            <a:custGeom>
              <a:rect b="b" l="l" r="r" t="t"/>
              <a:pathLst>
                <a:path extrusionOk="0" fill="none" h="1032" w="576">
                  <a:moveTo>
                    <a:pt x="0" y="0"/>
                  </a:moveTo>
                  <a:cubicBezTo>
                    <a:pt x="40" y="417"/>
                    <a:pt x="248" y="783"/>
                    <a:pt x="576" y="1031"/>
                  </a:cubicBezTo>
                </a:path>
              </a:pathLst>
            </a:custGeom>
            <a:noFill/>
            <a:ln cap="flat" cmpd="sng" w="9525">
              <a:solidFill>
                <a:srgbClr val="F09880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1"/>
            <p:cNvSpPr/>
            <p:nvPr/>
          </p:nvSpPr>
          <p:spPr>
            <a:xfrm>
              <a:off x="4798568" y="3057998"/>
              <a:ext cx="32139" cy="59749"/>
            </a:xfrm>
            <a:custGeom>
              <a:rect b="b" l="l" r="r" t="t"/>
              <a:pathLst>
                <a:path extrusionOk="0" h="1385" w="745">
                  <a:moveTo>
                    <a:pt x="496" y="0"/>
                  </a:moveTo>
                  <a:cubicBezTo>
                    <a:pt x="467" y="0"/>
                    <a:pt x="440" y="5"/>
                    <a:pt x="417" y="16"/>
                  </a:cubicBezTo>
                  <a:cubicBezTo>
                    <a:pt x="130" y="185"/>
                    <a:pt x="1" y="849"/>
                    <a:pt x="50" y="1176"/>
                  </a:cubicBezTo>
                  <a:cubicBezTo>
                    <a:pt x="50" y="1256"/>
                    <a:pt x="90" y="1385"/>
                    <a:pt x="169" y="1385"/>
                  </a:cubicBezTo>
                  <a:cubicBezTo>
                    <a:pt x="209" y="1385"/>
                    <a:pt x="249" y="1305"/>
                    <a:pt x="298" y="1256"/>
                  </a:cubicBezTo>
                  <a:cubicBezTo>
                    <a:pt x="417" y="1008"/>
                    <a:pt x="496" y="562"/>
                    <a:pt x="625" y="353"/>
                  </a:cubicBezTo>
                  <a:lnTo>
                    <a:pt x="744" y="66"/>
                  </a:lnTo>
                  <a:cubicBezTo>
                    <a:pt x="659" y="30"/>
                    <a:pt x="569" y="0"/>
                    <a:pt x="496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1"/>
            <p:cNvSpPr/>
            <p:nvPr/>
          </p:nvSpPr>
          <p:spPr>
            <a:xfrm>
              <a:off x="4814832" y="3055064"/>
              <a:ext cx="41112" cy="64753"/>
            </a:xfrm>
            <a:custGeom>
              <a:rect b="b" l="l" r="r" t="t"/>
              <a:pathLst>
                <a:path extrusionOk="0" h="1501" w="953">
                  <a:moveTo>
                    <a:pt x="612" y="1"/>
                  </a:moveTo>
                  <a:cubicBezTo>
                    <a:pt x="496" y="1"/>
                    <a:pt x="395" y="43"/>
                    <a:pt x="328" y="84"/>
                  </a:cubicBezTo>
                  <a:cubicBezTo>
                    <a:pt x="80" y="293"/>
                    <a:pt x="1" y="996"/>
                    <a:pt x="80" y="1324"/>
                  </a:cubicBezTo>
                  <a:cubicBezTo>
                    <a:pt x="80" y="1401"/>
                    <a:pt x="109" y="1500"/>
                    <a:pt x="175" y="1500"/>
                  </a:cubicBezTo>
                  <a:cubicBezTo>
                    <a:pt x="185" y="1500"/>
                    <a:pt x="197" y="1498"/>
                    <a:pt x="209" y="1492"/>
                  </a:cubicBezTo>
                  <a:cubicBezTo>
                    <a:pt x="288" y="1492"/>
                    <a:pt x="288" y="1413"/>
                    <a:pt x="328" y="1373"/>
                  </a:cubicBezTo>
                  <a:cubicBezTo>
                    <a:pt x="457" y="1125"/>
                    <a:pt x="496" y="630"/>
                    <a:pt x="615" y="332"/>
                  </a:cubicBezTo>
                  <a:lnTo>
                    <a:pt x="952" y="134"/>
                  </a:lnTo>
                  <a:cubicBezTo>
                    <a:pt x="835" y="35"/>
                    <a:pt x="717" y="1"/>
                    <a:pt x="612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1"/>
            <p:cNvSpPr/>
            <p:nvPr/>
          </p:nvSpPr>
          <p:spPr>
            <a:xfrm>
              <a:off x="4832778" y="3054072"/>
              <a:ext cx="33865" cy="68808"/>
            </a:xfrm>
            <a:custGeom>
              <a:rect b="b" l="l" r="r" t="t"/>
              <a:pathLst>
                <a:path extrusionOk="0" h="1595" w="785">
                  <a:moveTo>
                    <a:pt x="433" y="1"/>
                  </a:moveTo>
                  <a:cubicBezTo>
                    <a:pt x="386" y="1"/>
                    <a:pt x="348" y="8"/>
                    <a:pt x="328" y="28"/>
                  </a:cubicBezTo>
                  <a:cubicBezTo>
                    <a:pt x="80" y="276"/>
                    <a:pt x="1" y="1099"/>
                    <a:pt x="80" y="1436"/>
                  </a:cubicBezTo>
                  <a:cubicBezTo>
                    <a:pt x="120" y="1515"/>
                    <a:pt x="160" y="1595"/>
                    <a:pt x="249" y="1595"/>
                  </a:cubicBezTo>
                  <a:cubicBezTo>
                    <a:pt x="288" y="1595"/>
                    <a:pt x="328" y="1515"/>
                    <a:pt x="368" y="1436"/>
                  </a:cubicBezTo>
                  <a:cubicBezTo>
                    <a:pt x="447" y="1188"/>
                    <a:pt x="447" y="692"/>
                    <a:pt x="536" y="405"/>
                  </a:cubicBezTo>
                  <a:lnTo>
                    <a:pt x="784" y="68"/>
                  </a:lnTo>
                  <a:cubicBezTo>
                    <a:pt x="784" y="68"/>
                    <a:pt x="572" y="1"/>
                    <a:pt x="433" y="1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1"/>
            <p:cNvSpPr/>
            <p:nvPr/>
          </p:nvSpPr>
          <p:spPr>
            <a:xfrm>
              <a:off x="4848610" y="3055927"/>
              <a:ext cx="59102" cy="63977"/>
            </a:xfrm>
            <a:custGeom>
              <a:rect b="b" l="l" r="r" t="t"/>
              <a:pathLst>
                <a:path extrusionOk="0" h="1483" w="1370">
                  <a:moveTo>
                    <a:pt x="451" y="0"/>
                  </a:moveTo>
                  <a:cubicBezTo>
                    <a:pt x="337" y="0"/>
                    <a:pt x="234" y="40"/>
                    <a:pt x="169" y="154"/>
                  </a:cubicBezTo>
                  <a:cubicBezTo>
                    <a:pt x="1" y="441"/>
                    <a:pt x="80" y="1016"/>
                    <a:pt x="169" y="1353"/>
                  </a:cubicBezTo>
                  <a:cubicBezTo>
                    <a:pt x="202" y="1418"/>
                    <a:pt x="234" y="1483"/>
                    <a:pt x="267" y="1483"/>
                  </a:cubicBezTo>
                  <a:cubicBezTo>
                    <a:pt x="274" y="1483"/>
                    <a:pt x="281" y="1480"/>
                    <a:pt x="288" y="1472"/>
                  </a:cubicBezTo>
                  <a:cubicBezTo>
                    <a:pt x="378" y="1472"/>
                    <a:pt x="378" y="1393"/>
                    <a:pt x="417" y="1353"/>
                  </a:cubicBezTo>
                  <a:cubicBezTo>
                    <a:pt x="456" y="1189"/>
                    <a:pt x="457" y="479"/>
                    <a:pt x="649" y="479"/>
                  </a:cubicBezTo>
                  <a:cubicBezTo>
                    <a:pt x="654" y="479"/>
                    <a:pt x="660" y="480"/>
                    <a:pt x="665" y="481"/>
                  </a:cubicBezTo>
                  <a:cubicBezTo>
                    <a:pt x="625" y="610"/>
                    <a:pt x="576" y="729"/>
                    <a:pt x="536" y="858"/>
                  </a:cubicBezTo>
                  <a:cubicBezTo>
                    <a:pt x="536" y="897"/>
                    <a:pt x="536" y="937"/>
                    <a:pt x="576" y="976"/>
                  </a:cubicBezTo>
                  <a:cubicBezTo>
                    <a:pt x="625" y="976"/>
                    <a:pt x="665" y="937"/>
                    <a:pt x="665" y="937"/>
                  </a:cubicBezTo>
                  <a:cubicBezTo>
                    <a:pt x="784" y="808"/>
                    <a:pt x="953" y="689"/>
                    <a:pt x="1072" y="610"/>
                  </a:cubicBezTo>
                  <a:cubicBezTo>
                    <a:pt x="1161" y="560"/>
                    <a:pt x="1369" y="481"/>
                    <a:pt x="1369" y="481"/>
                  </a:cubicBezTo>
                  <a:cubicBezTo>
                    <a:pt x="1369" y="481"/>
                    <a:pt x="992" y="114"/>
                    <a:pt x="744" y="64"/>
                  </a:cubicBezTo>
                  <a:cubicBezTo>
                    <a:pt x="650" y="28"/>
                    <a:pt x="547" y="0"/>
                    <a:pt x="451" y="0"/>
                  </a:cubicBezTo>
                  <a:close/>
                </a:path>
              </a:pathLst>
            </a:custGeom>
            <a:solidFill>
              <a:srgbClr val="FACA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1"/>
            <p:cNvSpPr/>
            <p:nvPr/>
          </p:nvSpPr>
          <p:spPr>
            <a:xfrm>
              <a:off x="4848610" y="3056963"/>
              <a:ext cx="14193" cy="32139"/>
            </a:xfrm>
            <a:custGeom>
              <a:rect b="b" l="l" r="r" t="t"/>
              <a:pathLst>
                <a:path extrusionOk="0" h="745" w="329">
                  <a:moveTo>
                    <a:pt x="249" y="1"/>
                  </a:moveTo>
                  <a:cubicBezTo>
                    <a:pt x="1" y="130"/>
                    <a:pt x="1" y="496"/>
                    <a:pt x="40" y="744"/>
                  </a:cubicBezTo>
                  <a:cubicBezTo>
                    <a:pt x="40" y="744"/>
                    <a:pt x="80" y="744"/>
                    <a:pt x="80" y="705"/>
                  </a:cubicBezTo>
                  <a:cubicBezTo>
                    <a:pt x="130" y="457"/>
                    <a:pt x="40" y="209"/>
                    <a:pt x="288" y="40"/>
                  </a:cubicBezTo>
                  <a:cubicBezTo>
                    <a:pt x="328" y="40"/>
                    <a:pt x="288" y="1"/>
                    <a:pt x="249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1"/>
            <p:cNvSpPr/>
            <p:nvPr/>
          </p:nvSpPr>
          <p:spPr>
            <a:xfrm>
              <a:off x="4832778" y="3055237"/>
              <a:ext cx="15876" cy="37704"/>
            </a:xfrm>
            <a:custGeom>
              <a:rect b="b" l="l" r="r" t="t"/>
              <a:pathLst>
                <a:path extrusionOk="0" h="874" w="368">
                  <a:moveTo>
                    <a:pt x="328" y="1"/>
                  </a:moveTo>
                  <a:cubicBezTo>
                    <a:pt x="41" y="130"/>
                    <a:pt x="1" y="576"/>
                    <a:pt x="41" y="874"/>
                  </a:cubicBezTo>
                  <a:cubicBezTo>
                    <a:pt x="41" y="874"/>
                    <a:pt x="80" y="874"/>
                    <a:pt x="80" y="824"/>
                  </a:cubicBezTo>
                  <a:cubicBezTo>
                    <a:pt x="120" y="576"/>
                    <a:pt x="80" y="209"/>
                    <a:pt x="328" y="41"/>
                  </a:cubicBezTo>
                  <a:cubicBezTo>
                    <a:pt x="368" y="1"/>
                    <a:pt x="328" y="1"/>
                    <a:pt x="328" y="1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1"/>
            <p:cNvSpPr/>
            <p:nvPr/>
          </p:nvSpPr>
          <p:spPr>
            <a:xfrm>
              <a:off x="4814832" y="3058688"/>
              <a:ext cx="15876" cy="38955"/>
            </a:xfrm>
            <a:custGeom>
              <a:rect b="b" l="l" r="r" t="t"/>
              <a:pathLst>
                <a:path extrusionOk="0" h="903" w="368">
                  <a:moveTo>
                    <a:pt x="288" y="0"/>
                  </a:moveTo>
                  <a:cubicBezTo>
                    <a:pt x="40" y="169"/>
                    <a:pt x="1" y="625"/>
                    <a:pt x="40" y="873"/>
                  </a:cubicBezTo>
                  <a:cubicBezTo>
                    <a:pt x="40" y="893"/>
                    <a:pt x="50" y="903"/>
                    <a:pt x="60" y="903"/>
                  </a:cubicBezTo>
                  <a:cubicBezTo>
                    <a:pt x="70" y="903"/>
                    <a:pt x="80" y="893"/>
                    <a:pt x="80" y="873"/>
                  </a:cubicBezTo>
                  <a:cubicBezTo>
                    <a:pt x="169" y="625"/>
                    <a:pt x="80" y="248"/>
                    <a:pt x="328" y="50"/>
                  </a:cubicBezTo>
                  <a:cubicBezTo>
                    <a:pt x="367" y="50"/>
                    <a:pt x="328" y="0"/>
                    <a:pt x="288" y="0"/>
                  </a:cubicBezTo>
                  <a:close/>
                </a:path>
              </a:pathLst>
            </a:custGeom>
            <a:solidFill>
              <a:srgbClr val="F098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1"/>
            <p:cNvSpPr/>
            <p:nvPr/>
          </p:nvSpPr>
          <p:spPr>
            <a:xfrm>
              <a:off x="5320865" y="3390172"/>
              <a:ext cx="43" cy="32139"/>
            </a:xfrm>
            <a:custGeom>
              <a:rect b="b" l="l" r="r" t="t"/>
              <a:pathLst>
                <a:path extrusionOk="0" fill="none" h="745" w="1">
                  <a:moveTo>
                    <a:pt x="0" y="1"/>
                  </a:moveTo>
                  <a:lnTo>
                    <a:pt x="0" y="744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1"/>
            <p:cNvSpPr/>
            <p:nvPr/>
          </p:nvSpPr>
          <p:spPr>
            <a:xfrm>
              <a:off x="5303307" y="3406436"/>
              <a:ext cx="33865" cy="43"/>
            </a:xfrm>
            <a:custGeom>
              <a:rect b="b" l="l" r="r" t="t"/>
              <a:pathLst>
                <a:path extrusionOk="0" fill="none" h="1" w="785">
                  <a:moveTo>
                    <a:pt x="784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1"/>
            <p:cNvSpPr/>
            <p:nvPr/>
          </p:nvSpPr>
          <p:spPr>
            <a:xfrm>
              <a:off x="3661610" y="3343970"/>
              <a:ext cx="32139" cy="32139"/>
            </a:xfrm>
            <a:custGeom>
              <a:rect b="b" l="l" r="r" t="t"/>
              <a:pathLst>
                <a:path extrusionOk="0" fill="none" h="745" w="745">
                  <a:moveTo>
                    <a:pt x="744" y="378"/>
                  </a:moveTo>
                  <a:cubicBezTo>
                    <a:pt x="744" y="576"/>
                    <a:pt x="576" y="744"/>
                    <a:pt x="378" y="744"/>
                  </a:cubicBezTo>
                  <a:cubicBezTo>
                    <a:pt x="169" y="744"/>
                    <a:pt x="1" y="576"/>
                    <a:pt x="1" y="378"/>
                  </a:cubicBezTo>
                  <a:cubicBezTo>
                    <a:pt x="1" y="169"/>
                    <a:pt x="169" y="1"/>
                    <a:pt x="378" y="1"/>
                  </a:cubicBezTo>
                  <a:cubicBezTo>
                    <a:pt x="576" y="1"/>
                    <a:pt x="744" y="169"/>
                    <a:pt x="744" y="378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1"/>
            <p:cNvSpPr/>
            <p:nvPr/>
          </p:nvSpPr>
          <p:spPr>
            <a:xfrm>
              <a:off x="4657845" y="3071501"/>
              <a:ext cx="43" cy="58670"/>
            </a:xfrm>
            <a:custGeom>
              <a:rect b="b" l="l" r="r" t="t"/>
              <a:pathLst>
                <a:path extrusionOk="0" fill="none" h="1360" w="1">
                  <a:moveTo>
                    <a:pt x="1" y="1"/>
                  </a:moveTo>
                  <a:lnTo>
                    <a:pt x="1" y="1359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1"/>
            <p:cNvSpPr/>
            <p:nvPr/>
          </p:nvSpPr>
          <p:spPr>
            <a:xfrm>
              <a:off x="4629631" y="3099757"/>
              <a:ext cx="56902" cy="43"/>
            </a:xfrm>
            <a:custGeom>
              <a:rect b="b" l="l" r="r" t="t"/>
              <a:pathLst>
                <a:path extrusionOk="0" fill="none" h="1" w="1319">
                  <a:moveTo>
                    <a:pt x="1319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9525">
              <a:solidFill>
                <a:srgbClr val="B9CAE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1"/>
            <p:cNvSpPr/>
            <p:nvPr/>
          </p:nvSpPr>
          <p:spPr>
            <a:xfrm>
              <a:off x="2681207" y="3041130"/>
              <a:ext cx="55651" cy="55219"/>
            </a:xfrm>
            <a:custGeom>
              <a:rect b="b" l="l" r="r" t="t"/>
              <a:pathLst>
                <a:path extrusionOk="0" fill="none" h="1280" w="1290">
                  <a:moveTo>
                    <a:pt x="1290" y="616"/>
                  </a:moveTo>
                  <a:cubicBezTo>
                    <a:pt x="1290" y="992"/>
                    <a:pt x="992" y="1280"/>
                    <a:pt x="665" y="1280"/>
                  </a:cubicBezTo>
                  <a:cubicBezTo>
                    <a:pt x="298" y="1280"/>
                    <a:pt x="1" y="992"/>
                    <a:pt x="1" y="616"/>
                  </a:cubicBezTo>
                  <a:cubicBezTo>
                    <a:pt x="1" y="288"/>
                    <a:pt x="298" y="1"/>
                    <a:pt x="665" y="1"/>
                  </a:cubicBezTo>
                  <a:cubicBezTo>
                    <a:pt x="992" y="1"/>
                    <a:pt x="1290" y="288"/>
                    <a:pt x="1290" y="616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1"/>
            <p:cNvSpPr/>
            <p:nvPr/>
          </p:nvSpPr>
          <p:spPr>
            <a:xfrm>
              <a:off x="6739701" y="2821723"/>
              <a:ext cx="55219" cy="55219"/>
            </a:xfrm>
            <a:custGeom>
              <a:rect b="b" l="l" r="r" t="t"/>
              <a:pathLst>
                <a:path extrusionOk="0" fill="none" h="1280" w="1280">
                  <a:moveTo>
                    <a:pt x="1280" y="625"/>
                  </a:moveTo>
                  <a:cubicBezTo>
                    <a:pt x="1280" y="992"/>
                    <a:pt x="992" y="1279"/>
                    <a:pt x="615" y="1279"/>
                  </a:cubicBezTo>
                  <a:cubicBezTo>
                    <a:pt x="288" y="1279"/>
                    <a:pt x="1" y="992"/>
                    <a:pt x="1" y="625"/>
                  </a:cubicBezTo>
                  <a:cubicBezTo>
                    <a:pt x="1" y="288"/>
                    <a:pt x="288" y="0"/>
                    <a:pt x="615" y="0"/>
                  </a:cubicBezTo>
                  <a:cubicBezTo>
                    <a:pt x="992" y="0"/>
                    <a:pt x="1280" y="288"/>
                    <a:pt x="1280" y="625"/>
                  </a:cubicBezTo>
                  <a:close/>
                </a:path>
              </a:pathLst>
            </a:custGeom>
            <a:noFill/>
            <a:ln cap="flat" cmpd="sng" w="9525">
              <a:solidFill>
                <a:srgbClr val="4B54A1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1"/>
            <p:cNvSpPr/>
            <p:nvPr/>
          </p:nvSpPr>
          <p:spPr>
            <a:xfrm>
              <a:off x="6732410" y="4347481"/>
              <a:ext cx="210523" cy="43"/>
            </a:xfrm>
            <a:custGeom>
              <a:rect b="b" l="l" r="r" t="t"/>
              <a:pathLst>
                <a:path extrusionOk="0" fill="none" h="1" w="4880">
                  <a:moveTo>
                    <a:pt x="487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1"/>
            <p:cNvSpPr/>
            <p:nvPr/>
          </p:nvSpPr>
          <p:spPr>
            <a:xfrm>
              <a:off x="6550618" y="4347481"/>
              <a:ext cx="112552" cy="43"/>
            </a:xfrm>
            <a:custGeom>
              <a:rect b="b" l="l" r="r" t="t"/>
              <a:pathLst>
                <a:path extrusionOk="0" fill="none" h="1" w="2609">
                  <a:moveTo>
                    <a:pt x="2609" y="0"/>
                  </a:moveTo>
                  <a:lnTo>
                    <a:pt x="1" y="0"/>
                  </a:lnTo>
                </a:path>
              </a:pathLst>
            </a:custGeom>
            <a:noFill/>
            <a:ln cap="flat" cmpd="sng" w="9525">
              <a:solidFill>
                <a:srgbClr val="E8ECF8"/>
              </a:solidFill>
              <a:prstDash val="solid"/>
              <a:miter lim="991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6" name="Google Shape;1556;p1"/>
          <p:cNvSpPr txBox="1"/>
          <p:nvPr/>
        </p:nvSpPr>
        <p:spPr>
          <a:xfrm>
            <a:off x="1666950" y="0"/>
            <a:ext cx="6924600" cy="8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Проект:	</a:t>
            </a:r>
            <a:r>
              <a:rPr lang="en" sz="1200">
                <a:latin typeface="Montserrat"/>
                <a:ea typeface="Montserrat"/>
                <a:cs typeface="Montserrat"/>
                <a:sym typeface="Montserrat"/>
              </a:rPr>
              <a:t>Мобильный путеводитель по береговым батареям г. Севастополь AR</a:t>
            </a:r>
            <a:endParaRPr b="0" i="0" sz="12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Команда: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SHAR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Вуз:	</a:t>
            </a: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Севастопольский Государственный Университет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2"/>
          <p:cNvSpPr txBox="1"/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HADI-report</a:t>
            </a:r>
            <a:endParaRPr/>
          </a:p>
        </p:txBody>
      </p:sp>
      <p:pic>
        <p:nvPicPr>
          <p:cNvPr id="1562" name="Google Shape;1562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6650"/>
            <a:ext cx="8839202" cy="2293447"/>
          </a:xfrm>
          <a:prstGeom prst="rect">
            <a:avLst/>
          </a:prstGeom>
          <a:noFill/>
          <a:ln>
            <a:noFill/>
          </a:ln>
        </p:spPr>
      </p:pic>
      <p:sp>
        <p:nvSpPr>
          <p:cNvPr id="1563" name="Google Shape;1563;p2"/>
          <p:cNvSpPr txBox="1"/>
          <p:nvPr>
            <p:ph idx="4294967295" type="subTitle"/>
          </p:nvPr>
        </p:nvSpPr>
        <p:spPr>
          <a:xfrm>
            <a:off x="888750" y="3833975"/>
            <a:ext cx="7366500" cy="8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Сформулированы гипотезы, по которым будет в дальнейшем вестись работа.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ECF8"/>
        </a:solidFill>
      </p:bgPr>
    </p:bg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16"/>
          <p:cNvSpPr txBox="1"/>
          <p:nvPr/>
        </p:nvSpPr>
        <p:spPr>
          <a:xfrm>
            <a:off x="169925" y="553050"/>
            <a:ext cx="48060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" sz="1600">
                <a:latin typeface="PT Sans"/>
                <a:ea typeface="PT Sans"/>
                <a:cs typeface="PT Sans"/>
                <a:sym typeface="PT Sans"/>
              </a:rPr>
              <a:t>Мобильный путеводитель по береговым батареям г. Севастополь AR.</a:t>
            </a:r>
            <a:endParaRPr b="1" i="0" sz="16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69" name="Google Shape;1569;p16"/>
          <p:cNvSpPr txBox="1"/>
          <p:nvPr/>
        </p:nvSpPr>
        <p:spPr>
          <a:xfrm>
            <a:off x="169925" y="1911825"/>
            <a:ext cx="2523600" cy="23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Какую проблему решаем:</a:t>
            </a:r>
            <a:endParaRPr b="1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	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пользователь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хочет	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посетить место(заведение) культурного наследия</a:t>
            </a: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b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но не может, потому что 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ему мешают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 следующие барьеры: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ourier New"/>
              <a:buChar char="-"/>
            </a:pP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Незнание как до такого места добраться</a:t>
            </a:r>
            <a:endParaRPr sz="700">
              <a:latin typeface="Courier New"/>
              <a:ea typeface="Courier New"/>
              <a:cs typeface="Courier New"/>
              <a:sym typeface="Courier New"/>
            </a:endParaRPr>
          </a:p>
          <a:p>
            <a:pPr indent="-273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Courier New"/>
              <a:buChar char="-"/>
            </a:pP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На что обратить своё внимание</a:t>
            </a: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а существующи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е решения, такие как: самостоятельный поиск места и ознакомление уже на месте </a:t>
            </a: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обладают 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следующими недостатками: потеря времени при ошибочном поиске, разочарование при недостаточной осведомленности о посещаемом месте.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потому не позволяют эти барьеры преодолеть.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570" name="Google Shape;1570;p16"/>
          <p:cNvSpPr txBox="1"/>
          <p:nvPr/>
        </p:nvSpPr>
        <p:spPr>
          <a:xfrm>
            <a:off x="2655850" y="1911825"/>
            <a:ext cx="25236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Какое решение предлагаем:</a:t>
            </a:r>
            <a:endParaRPr b="1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Для	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пользователей</a:t>
            </a: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наше	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приложение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	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помогать выбирать желаемое место для посещения, строить к нему маршрут и сопровождать на протяжении всего досуга</a:t>
            </a: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и в отличие от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 альтернативных приложений</a:t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t/>
            </a:r>
            <a:endParaRPr b="0" i="0" sz="7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en" sz="7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будет иметь</a:t>
            </a:r>
            <a:r>
              <a:rPr lang="en" sz="700">
                <a:latin typeface="Courier New"/>
                <a:ea typeface="Courier New"/>
                <a:cs typeface="Courier New"/>
                <a:sym typeface="Courier New"/>
              </a:rPr>
              <a:t> возможность просмотра 3D моделей как в обычной форме, так и в дополненной реальности, а также возможность прокладки маршрута.</a:t>
            </a:r>
            <a:endParaRPr b="0" i="0" sz="7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1" name="Google Shape;1571;p16"/>
          <p:cNvCxnSpPr/>
          <p:nvPr/>
        </p:nvCxnSpPr>
        <p:spPr>
          <a:xfrm>
            <a:off x="5239175" y="504700"/>
            <a:ext cx="0" cy="51501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dot"/>
            <a:round/>
            <a:headEnd len="sm" w="sm" type="none"/>
            <a:tailEnd len="sm" w="sm" type="none"/>
          </a:ln>
        </p:spPr>
      </p:cxnSp>
      <p:sp>
        <p:nvSpPr>
          <p:cNvPr id="1572" name="Google Shape;1572;p16"/>
          <p:cNvSpPr txBox="1"/>
          <p:nvPr/>
        </p:nvSpPr>
        <p:spPr>
          <a:xfrm>
            <a:off x="169925" y="1339125"/>
            <a:ext cx="451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>
                <a:latin typeface="PT Sans"/>
                <a:ea typeface="PT Sans"/>
                <a:cs typeface="PT Sans"/>
                <a:sym typeface="PT Sans"/>
              </a:rPr>
              <a:t>Ссылка на группу Вконтакте: https://vk.com/sevsu_shar</a:t>
            </a:r>
            <a:endParaRPr b="0" i="0" sz="7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3" name="Google Shape;1573;p16"/>
          <p:cNvSpPr txBox="1"/>
          <p:nvPr/>
        </p:nvSpPr>
        <p:spPr>
          <a:xfrm>
            <a:off x="5301400" y="553050"/>
            <a:ext cx="3807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Пользователи и другие вовлеченные стороны: </a:t>
            </a:r>
            <a:endParaRPr b="0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graphicFrame>
        <p:nvGraphicFramePr>
          <p:cNvPr id="1574" name="Google Shape;1574;p16"/>
          <p:cNvGraphicFramePr/>
          <p:nvPr/>
        </p:nvGraphicFramePr>
        <p:xfrm>
          <a:off x="5377600" y="86501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{2B6B88C7-7789-49C0-9675-243EFE0524ED}</a:tableStyleId>
              </a:tblPr>
              <a:tblGrid>
                <a:gridCol w="1537825"/>
                <a:gridCol w="2084400"/>
              </a:tblGrid>
              <a:tr h="18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Кто?</a:t>
                      </a:r>
                      <a:endParaRPr b="1" sz="900" u="none" cap="none" strike="noStrik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00"/>
                        <a:buFont typeface="Arial"/>
                        <a:buNone/>
                      </a:pPr>
                      <a:r>
                        <a:rPr b="1" lang="en" sz="900" u="none" cap="none" strike="noStrike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Чего хочет?</a:t>
                      </a:r>
                      <a:endParaRPr b="1" sz="900" u="none" cap="none" strike="noStrik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800" u="none" cap="none" strike="noStrik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18000" marB="18000" marR="36000" marL="360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" sz="800">
                          <a:latin typeface="PT Sans"/>
                          <a:ea typeface="PT Sans"/>
                          <a:cs typeface="PT Sans"/>
                          <a:sym typeface="PT Sans"/>
                        </a:rPr>
                        <a:t>-</a:t>
                      </a:r>
                      <a:endParaRPr sz="800" u="none" cap="none" strike="noStrike">
                        <a:latin typeface="PT Sans"/>
                        <a:ea typeface="PT Sans"/>
                        <a:cs typeface="PT Sans"/>
                        <a:sym typeface="PT Sans"/>
                      </a:endParaRPr>
                    </a:p>
                  </a:txBody>
                  <a:tcPr marT="18000" marB="18000" marR="36000" marL="36000">
                    <a:lnL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66666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5" name="Google Shape;1575;p16"/>
          <p:cNvSpPr txBox="1"/>
          <p:nvPr/>
        </p:nvSpPr>
        <p:spPr>
          <a:xfrm>
            <a:off x="169925" y="4467225"/>
            <a:ext cx="4517700" cy="9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Прототип (MVP):</a:t>
            </a:r>
            <a:endParaRPr b="1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i="1" lang="en" sz="800">
                <a:latin typeface="PT Sans"/>
                <a:ea typeface="PT Sans"/>
                <a:cs typeface="PT Sans"/>
                <a:sym typeface="PT Sans"/>
              </a:rPr>
              <a:t>Приложение, позволяющее проложить маршрут к посещаемому месту, ознакомиться с предложенным контентом: 3D моделями, дополненной реальностью, текстовой и графической информацией.</a:t>
            </a:r>
            <a:endParaRPr b="0" i="1" sz="8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6" name="Google Shape;1576;p16"/>
          <p:cNvSpPr txBox="1"/>
          <p:nvPr/>
        </p:nvSpPr>
        <p:spPr>
          <a:xfrm>
            <a:off x="5356750" y="3446275"/>
            <a:ext cx="37179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16"/>
          <p:cNvSpPr txBox="1"/>
          <p:nvPr/>
        </p:nvSpPr>
        <p:spPr>
          <a:xfrm>
            <a:off x="169925" y="1622175"/>
            <a:ext cx="4100100" cy="40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Вуз: Севастопольский Государственный Университет</a:t>
            </a:r>
            <a:endParaRPr b="1" i="0" sz="8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1" i="0" sz="8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8" name="Google Shape;1578;p16"/>
          <p:cNvSpPr txBox="1"/>
          <p:nvPr/>
        </p:nvSpPr>
        <p:spPr>
          <a:xfrm>
            <a:off x="169925" y="1082725"/>
            <a:ext cx="26958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latin typeface="PT Sans"/>
                <a:ea typeface="PT Sans"/>
                <a:cs typeface="PT Sans"/>
                <a:sym typeface="PT Sans"/>
              </a:rPr>
              <a:t>Команда SHAR</a:t>
            </a:r>
            <a:endParaRPr b="0" i="0" sz="11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79" name="Google Shape;1579;p16"/>
          <p:cNvSpPr txBox="1"/>
          <p:nvPr/>
        </p:nvSpPr>
        <p:spPr>
          <a:xfrm>
            <a:off x="5298900" y="1911825"/>
            <a:ext cx="3845100" cy="26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Команда:</a:t>
            </a:r>
            <a:endParaRPr b="1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595959"/>
                </a:solidFill>
                <a:latin typeface="PT Sans"/>
                <a:ea typeface="PT Sans"/>
                <a:cs typeface="PT Sans"/>
                <a:sym typeface="PT Sans"/>
              </a:rPr>
              <a:t>Запишись в команду здесь (ФИО / роль / leader-id):</a:t>
            </a:r>
            <a:endParaRPr b="0" i="0" sz="700" u="none" cap="none" strike="noStrike">
              <a:solidFill>
                <a:srgbClr val="595959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lang="en" sz="900">
                <a:latin typeface="PT Sans"/>
                <a:ea typeface="PT Sans"/>
                <a:cs typeface="PT Sans"/>
                <a:sym typeface="PT Sans"/>
              </a:rPr>
              <a:t>Сырых Ольга Анатольевна</a:t>
            </a:r>
            <a:r>
              <a:rPr b="0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 </a:t>
            </a:r>
            <a:r>
              <a:rPr lang="en" sz="900">
                <a:latin typeface="PT Sans"/>
                <a:ea typeface="PT Sans"/>
                <a:cs typeface="PT Sans"/>
                <a:sym typeface="PT Sans"/>
              </a:rPr>
              <a:t>Наставник</a:t>
            </a:r>
            <a:r>
              <a:rPr b="0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/</a:t>
            </a:r>
            <a:r>
              <a:rPr lang="en" sz="900">
                <a:latin typeface="PT Sans"/>
                <a:ea typeface="PT Sans"/>
                <a:cs typeface="PT Sans"/>
                <a:sym typeface="PT Sans"/>
              </a:rPr>
              <a:t> ID</a:t>
            </a:r>
            <a:endParaRPr b="0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en" sz="9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Аватов Нариман Назимович/ Разработчик, лидер/ ID637797</a:t>
            </a:r>
            <a:endParaRPr sz="9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en" sz="9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Воронкин Вадим Александрович/ Разработчик/ leader-id</a:t>
            </a:r>
            <a:endParaRPr sz="9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en" sz="9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Ворожищев Вадим Вячеславович/3D моделлер/ ID1691572</a:t>
            </a:r>
            <a:endParaRPr sz="9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en" sz="9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Белоусова Александра Фазаиловна/ PR/ ID1688735</a:t>
            </a:r>
            <a:endParaRPr sz="900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PT Sans"/>
              <a:buAutoNum type="arabicPeriod"/>
            </a:pPr>
            <a:r>
              <a:rPr lang="en" sz="9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Уткина Анастасия Андреевна/ PR/ ID1509091</a:t>
            </a:r>
            <a:endParaRPr sz="900"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2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Кто нужен? </a:t>
            </a:r>
            <a:br>
              <a:rPr b="1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</a:br>
            <a:r>
              <a:rPr b="1" i="0" lang="en" sz="7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(расскажи, каких людей тебе не хватает в команду)</a:t>
            </a:r>
            <a:endParaRPr b="0" i="0" sz="7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PT Sans"/>
              <a:buAutoNum type="arabicPeriod"/>
            </a:pPr>
            <a:r>
              <a:rPr b="0" i="0" lang="en" sz="900" u="none" cap="none" strike="noStrike">
                <a:solidFill>
                  <a:srgbClr val="000000"/>
                </a:solidFill>
                <a:latin typeface="PT Sans"/>
                <a:ea typeface="PT Sans"/>
                <a:cs typeface="PT Sans"/>
                <a:sym typeface="PT Sans"/>
              </a:rPr>
              <a:t>Пример: </a:t>
            </a:r>
            <a:r>
              <a:rPr lang="en" sz="900">
                <a:latin typeface="PT Sans"/>
                <a:ea typeface="PT Sans"/>
                <a:cs typeface="PT Sans"/>
                <a:sym typeface="PT Sans"/>
              </a:rPr>
              <a:t>Нам нужен 3D моделлер</a:t>
            </a:r>
            <a:endParaRPr b="0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" sz="8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Готовы ли вы принимать в команду участников из других вузов: </a:t>
            </a:r>
            <a:endParaRPr b="1" i="0" sz="800" u="none" cap="none" strike="noStrike">
              <a:solidFill>
                <a:schemeClr val="dk1"/>
              </a:solidFill>
              <a:latin typeface="PT Sans"/>
              <a:ea typeface="PT Sans"/>
              <a:cs typeface="PT Sans"/>
              <a:sym typeface="PT Sans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" sz="800" u="none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да / </a:t>
            </a:r>
            <a:r>
              <a:rPr b="0" i="0" lang="en" sz="800" u="sng" cap="none" strike="noStrik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rPr>
              <a:t>нет</a:t>
            </a:r>
            <a:endParaRPr b="0" i="0" sz="900" u="sng" cap="none" strike="noStrike">
              <a:solidFill>
                <a:srgbClr val="000000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1580" name="Google Shape;1580;p16"/>
          <p:cNvSpPr txBox="1"/>
          <p:nvPr>
            <p:ph type="title"/>
          </p:nvPr>
        </p:nvSpPr>
        <p:spPr>
          <a:xfrm>
            <a:off x="169925" y="0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Паспорт проекта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4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g9f8b64387c_0_13"/>
          <p:cNvSpPr txBox="1"/>
          <p:nvPr>
            <p:ph type="title"/>
          </p:nvPr>
        </p:nvSpPr>
        <p:spPr>
          <a:xfrm>
            <a:off x="175850" y="160075"/>
            <a:ext cx="7793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/>
              <a:t>Проблема и Стейкхолдеры</a:t>
            </a:r>
            <a:endParaRPr/>
          </a:p>
        </p:txBody>
      </p:sp>
      <p:sp>
        <p:nvSpPr>
          <p:cNvPr id="1586" name="Google Shape;1586;g9f8b64387c_0_13"/>
          <p:cNvSpPr txBox="1"/>
          <p:nvPr>
            <p:ph idx="4294967295" type="subTitle"/>
          </p:nvPr>
        </p:nvSpPr>
        <p:spPr>
          <a:xfrm>
            <a:off x="88250" y="986375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Проблема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3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Наш заказчик хочет повысить интерес к местам культурного наследия, но не может, потому что ему мешает малая заинтересованность молодого поколения к данным заведениям, а современные методы повествования и ознакомления с объектами культуры считаются молодежью устаревшими и не входят в их спектр интересов. А некоторые заведения не желают вносить в свой обиход современные информационные технологии, что напрямую противоречит популяризации таких мест в наше время.</a:t>
            </a:r>
            <a:endParaRPr sz="13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87" name="Google Shape;1587;g9f8b64387c_0_13"/>
          <p:cNvSpPr txBox="1"/>
          <p:nvPr>
            <p:ph idx="4294967295" type="subTitle"/>
          </p:nvPr>
        </p:nvSpPr>
        <p:spPr>
          <a:xfrm>
            <a:off x="88250" y="2615300"/>
            <a:ext cx="8837700" cy="20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Стейкхолдеры</a:t>
            </a:r>
            <a:r>
              <a:rPr lang="en" sz="14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4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Пользователи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Команда разработчиков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Университет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Организации(заведующие музеями и т.д.)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(В перспективе)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Региональное или городское министерство культуры.(В перспективе)</a:t>
            </a:r>
            <a:endParaRPr b="1" sz="15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9f8b64387c_0_27"/>
          <p:cNvSpPr txBox="1"/>
          <p:nvPr>
            <p:ph type="title"/>
          </p:nvPr>
        </p:nvSpPr>
        <p:spPr>
          <a:xfrm>
            <a:off x="722700" y="250300"/>
            <a:ext cx="7698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"/>
              <a:t>Пользовательский сценарий</a:t>
            </a:r>
            <a:endParaRPr/>
          </a:p>
        </p:txBody>
      </p:sp>
      <p:sp>
        <p:nvSpPr>
          <p:cNvPr id="1593" name="Google Shape;1593;g9f8b64387c_0_27"/>
          <p:cNvSpPr txBox="1"/>
          <p:nvPr>
            <p:ph idx="4294967295" type="subTitle"/>
          </p:nvPr>
        </p:nvSpPr>
        <p:spPr>
          <a:xfrm>
            <a:off x="427325" y="782450"/>
            <a:ext cx="6744600" cy="15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Участниками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сценария являются посетители тех мест, где наше приложения будет эксплуатироваться.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457200" marR="381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b="1"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Предусловия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 Пользователь хочет посетить заведение культурного наследия, но не знает, как добраться до него и на что обратить внимание особенно.</a:t>
            </a:r>
            <a:b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При условии внедрения нашего приложения, появляются следующие шаги сценария.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594" name="Google Shape;1594;g9f8b64387c_0_27"/>
          <p:cNvSpPr txBox="1"/>
          <p:nvPr/>
        </p:nvSpPr>
        <p:spPr>
          <a:xfrm>
            <a:off x="235950" y="2297325"/>
            <a:ext cx="7743300" cy="27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сталкивается с нашим приложением при поиске информации о посещаемом месте.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Изучив описание и определив для себя, что оно ему подходит и к тому же присутствует его поддержка в посещаемом заведении - он скачивает его и без труда ознакамливается с тем, что его ждёт.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Выбрав интересующее его место - он скачивает данные к нему в пару нажатий и направляется к заведению.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Гиды и работники места культурного наследия рекомендуют использовать данное приложения для тщательного ознакомления. Также используются баннеры или таблички.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Посетители ознакамливаются с приложением еще тщательнее, изучая объекты истории и культуры, рассматривая 3D модели и объекты в дополненной реальности.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Пользователь оставляют отзывы и передаёт рекомендации знакомым.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29845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AutoNum type="arabicPeriod"/>
            </a:pPr>
            <a:r>
              <a:rPr lang="en" sz="11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Через определенный промежуток времени количество посещений подростками увеличивается.</a:t>
            </a:r>
            <a:endParaRPr sz="11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AutoNum type="arabicPeriod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Общее число посещений мест культурного наследия увеличивается.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381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8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9" name="Google Shape;1599;g9f8b64387c_0_39"/>
          <p:cNvSpPr txBox="1"/>
          <p:nvPr>
            <p:ph idx="1" type="body"/>
          </p:nvPr>
        </p:nvSpPr>
        <p:spPr>
          <a:xfrm>
            <a:off x="325875" y="814875"/>
            <a:ext cx="7681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Когда в последний раз вы посещали такое место?(Которое помнит)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Использует ли она какие либо приложения(интернет) для получения информации об объектах?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Какие способы вы используете? Они вас устраивают? Что не нравится?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На сколько повысится ваш интерес к посещению такого заведения, услышав вы от знакомого, что там используется подобное приложение?(С использованием AR. Отсюда перейти к впечатлениям об этой технологии)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пользовались, то расскажите - что вам не понравилось в них, а что пришлось по душе? Что хотелось бы добавить?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Какой тип информации чаще всего вы спрашиваете? Что спрашивал в последний раз? Какую информацию не смог дать вам гид, если такое случалось?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-"/>
            </a:pP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Если вы посещаете такие места - как часто вы можете во время экскурсии взять в руки свой смартфон? Считаете это приемлемым, или же это всё таки нарушает дисциплину проведения экскурсии?</a:t>
            </a:r>
            <a:endParaRPr sz="1200">
              <a:solidFill>
                <a:schemeClr val="dk1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0" name="Google Shape;1600;g9f8b64387c_0_39"/>
          <p:cNvSpPr txBox="1"/>
          <p:nvPr>
            <p:ph type="title"/>
          </p:nvPr>
        </p:nvSpPr>
        <p:spPr>
          <a:xfrm>
            <a:off x="325875" y="242175"/>
            <a:ext cx="7305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Вопросы к проблемному интервью</a:t>
            </a:r>
            <a:endParaRPr/>
          </a:p>
        </p:txBody>
      </p:sp>
      <p:sp>
        <p:nvSpPr>
          <p:cNvPr id="1601" name="Google Shape;1601;g9f8b64387c_0_39"/>
          <p:cNvSpPr txBox="1"/>
          <p:nvPr>
            <p:ph idx="4294967295" type="subTitle"/>
          </p:nvPr>
        </p:nvSpPr>
        <p:spPr>
          <a:xfrm>
            <a:off x="888750" y="3929375"/>
            <a:ext cx="7366500" cy="9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chemeClr val="dk1"/>
                </a:solidFill>
              </a:rPr>
              <a:t>Сформулированы вопросы, как основа для диалога, в ходе которого будут возникать промежуточные, в зависимости от ответов.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R Newsletter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B54A1"/>
      </a:accent1>
      <a:accent2>
        <a:srgbClr val="94A2D3"/>
      </a:accent2>
      <a:accent3>
        <a:srgbClr val="EC646E"/>
      </a:accent3>
      <a:accent4>
        <a:srgbClr val="D7DFF2"/>
      </a:accent4>
      <a:accent5>
        <a:srgbClr val="FACABC"/>
      </a:accent5>
      <a:accent6>
        <a:srgbClr val="212237"/>
      </a:accent6>
      <a:hlink>
        <a:srgbClr val="5959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